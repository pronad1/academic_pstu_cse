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8"/>
  </p:notesMasterIdLst>
  <p:sldIdLst>
    <p:sldId id="348" r:id="rId2"/>
    <p:sldId id="351" r:id="rId3"/>
    <p:sldId id="331" r:id="rId4"/>
    <p:sldId id="333" r:id="rId5"/>
    <p:sldId id="334" r:id="rId6"/>
    <p:sldId id="335" r:id="rId7"/>
    <p:sldId id="336" r:id="rId8"/>
    <p:sldId id="337" r:id="rId9"/>
    <p:sldId id="338" r:id="rId10"/>
    <p:sldId id="332" r:id="rId11"/>
    <p:sldId id="341" r:id="rId12"/>
    <p:sldId id="360" r:id="rId13"/>
    <p:sldId id="361" r:id="rId14"/>
    <p:sldId id="362" r:id="rId15"/>
    <p:sldId id="366" r:id="rId16"/>
    <p:sldId id="367" r:id="rId17"/>
    <p:sldId id="368" r:id="rId18"/>
    <p:sldId id="369" r:id="rId19"/>
    <p:sldId id="370" r:id="rId20"/>
    <p:sldId id="371" r:id="rId21"/>
    <p:sldId id="372" r:id="rId22"/>
    <p:sldId id="373" r:id="rId23"/>
    <p:sldId id="374" r:id="rId24"/>
    <p:sldId id="375" r:id="rId25"/>
    <p:sldId id="376" r:id="rId26"/>
    <p:sldId id="377" r:id="rId27"/>
    <p:sldId id="378" r:id="rId28"/>
    <p:sldId id="379" r:id="rId29"/>
    <p:sldId id="380" r:id="rId30"/>
    <p:sldId id="381" r:id="rId31"/>
    <p:sldId id="382" r:id="rId32"/>
    <p:sldId id="383" r:id="rId33"/>
    <p:sldId id="384" r:id="rId34"/>
    <p:sldId id="385" r:id="rId35"/>
    <p:sldId id="386" r:id="rId36"/>
    <p:sldId id="387" r:id="rId37"/>
    <p:sldId id="388" r:id="rId38"/>
    <p:sldId id="389" r:id="rId39"/>
    <p:sldId id="390" r:id="rId40"/>
    <p:sldId id="391" r:id="rId41"/>
    <p:sldId id="392" r:id="rId42"/>
    <p:sldId id="393" r:id="rId43"/>
    <p:sldId id="394" r:id="rId44"/>
    <p:sldId id="395" r:id="rId45"/>
    <p:sldId id="339" r:id="rId46"/>
    <p:sldId id="259" r:id="rId4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3" autoAdjust="0"/>
    <p:restoredTop sz="90458" autoAdjust="0"/>
  </p:normalViewPr>
  <p:slideViewPr>
    <p:cSldViewPr snapToGrid="0">
      <p:cViewPr varScale="1">
        <p:scale>
          <a:sx n="74" d="100"/>
          <a:sy n="74" d="100"/>
        </p:scale>
        <p:origin x="994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516541C-3DB1-48CF-8574-BE58FE0745A4}" type="datetimeFigureOut">
              <a:rPr lang="en-GB" smtClean="0"/>
              <a:t>12/08/2026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EA0069-CE9C-4DF7-A414-7EEDF68B1A1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62302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EA0069-CE9C-4DF7-A414-7EEDF68B1A10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54991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EA0069-CE9C-4DF7-A414-7EEDF68B1A10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34026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1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29057" indent="-280406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21626" indent="-224325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570276" indent="-224325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18927" indent="-224325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467577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16227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364878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13528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fld id="{126C4740-6176-6B42-AE8B-248565D05237}" type="slidenum">
              <a:rPr lang="en-US" sz="800"/>
              <a:pPr/>
              <a:t>12</a:t>
            </a:fld>
            <a:endParaRPr lang="en-US" sz="800" dirty="0"/>
          </a:p>
        </p:txBody>
      </p:sp>
      <p:sp>
        <p:nvSpPr>
          <p:cNvPr id="5120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1203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en-US" dirty="0"/>
              <a:t>8.2.1.2  IPv4</a:t>
            </a:r>
            <a:r>
              <a:rPr lang="en-US" baseline="0" dirty="0"/>
              <a:t> and IPv6 Coexistence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60557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1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29057" indent="-280406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21626" indent="-224325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570276" indent="-224325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18927" indent="-224325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467577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16227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364878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13528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fld id="{126C4740-6176-6B42-AE8B-248565D05237}" type="slidenum">
              <a:rPr lang="en-US" sz="800"/>
              <a:pPr/>
              <a:t>13</a:t>
            </a:fld>
            <a:endParaRPr lang="en-US" sz="800" dirty="0"/>
          </a:p>
        </p:txBody>
      </p:sp>
      <p:sp>
        <p:nvSpPr>
          <p:cNvPr id="5120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1203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en-US" dirty="0"/>
              <a:t>8.2.1.2  IPv4 and IPv6 Coexistence</a:t>
            </a:r>
          </a:p>
        </p:txBody>
      </p:sp>
    </p:spTree>
    <p:extLst>
      <p:ext uri="{BB962C8B-B14F-4D97-AF65-F5344CB8AC3E}">
        <p14:creationId xmlns:p14="http://schemas.microsoft.com/office/powerpoint/2010/main" val="384861994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1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29057" indent="-280406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21626" indent="-224325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570276" indent="-224325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18927" indent="-224325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467577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16227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364878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13528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fld id="{126C4740-6176-6B42-AE8B-248565D05237}" type="slidenum">
              <a:rPr lang="en-US" sz="800"/>
              <a:pPr/>
              <a:t>14</a:t>
            </a:fld>
            <a:endParaRPr lang="en-US" sz="800" dirty="0"/>
          </a:p>
        </p:txBody>
      </p:sp>
      <p:sp>
        <p:nvSpPr>
          <p:cNvPr id="5120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1203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en-US" dirty="0"/>
              <a:t>8.2.1.2 IPv4</a:t>
            </a:r>
            <a:r>
              <a:rPr lang="en-US" baseline="0" dirty="0"/>
              <a:t> and IPV6 Coexistence (cont.)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873331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3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29057" indent="-280406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21626" indent="-224325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570276" indent="-224325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18927" indent="-224325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467577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16227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364878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13528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fld id="{4EE133E6-1A71-3948-B0E1-530C95DEAFDE}" type="slidenum">
              <a:rPr lang="en-US" sz="800"/>
              <a:pPr/>
              <a:t>15</a:t>
            </a:fld>
            <a:endParaRPr lang="en-US" sz="800" dirty="0"/>
          </a:p>
        </p:txBody>
      </p:sp>
      <p:sp>
        <p:nvSpPr>
          <p:cNvPr id="593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939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en-US" dirty="0"/>
              <a:t>8.2.3.2  IPv6 Prefix Length</a:t>
            </a:r>
          </a:p>
        </p:txBody>
      </p:sp>
    </p:spTree>
    <p:extLst>
      <p:ext uri="{BB962C8B-B14F-4D97-AF65-F5344CB8AC3E}">
        <p14:creationId xmlns:p14="http://schemas.microsoft.com/office/powerpoint/2010/main" val="367049200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3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29057" indent="-280406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21626" indent="-224325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570276" indent="-224325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18927" indent="-224325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467577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16227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364878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13528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fld id="{4EE133E6-1A71-3948-B0E1-530C95DEAFDE}" type="slidenum">
              <a:rPr lang="en-US" sz="800"/>
              <a:pPr/>
              <a:t>16</a:t>
            </a:fld>
            <a:endParaRPr lang="en-US" sz="800" dirty="0"/>
          </a:p>
        </p:txBody>
      </p:sp>
      <p:sp>
        <p:nvSpPr>
          <p:cNvPr id="593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939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en-US" dirty="0"/>
              <a:t>8.2.3.1  IPv6</a:t>
            </a:r>
            <a:r>
              <a:rPr lang="en-US" baseline="0" dirty="0"/>
              <a:t> Address Types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368524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3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29057" indent="-280406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21626" indent="-224325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570276" indent="-224325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18927" indent="-224325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467577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16227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364878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13528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fld id="{4EE133E6-1A71-3948-B0E1-530C95DEAFDE}" type="slidenum">
              <a:rPr lang="en-US" sz="800"/>
              <a:pPr/>
              <a:t>17</a:t>
            </a:fld>
            <a:endParaRPr lang="en-US" sz="800" dirty="0"/>
          </a:p>
        </p:txBody>
      </p:sp>
      <p:sp>
        <p:nvSpPr>
          <p:cNvPr id="593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939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en-US" dirty="0"/>
              <a:t>8.2.3.1/8.2.3.3  IPv6</a:t>
            </a:r>
            <a:r>
              <a:rPr lang="en-US" baseline="0" dirty="0"/>
              <a:t> Unicast Addresses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367542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3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29057" indent="-280406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21626" indent="-224325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570276" indent="-224325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18927" indent="-224325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467577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16227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364878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13528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fld id="{4EE133E6-1A71-3948-B0E1-530C95DEAFDE}" type="slidenum">
              <a:rPr lang="en-US" sz="800"/>
              <a:pPr/>
              <a:t>18</a:t>
            </a:fld>
            <a:endParaRPr lang="en-US" sz="800" dirty="0"/>
          </a:p>
        </p:txBody>
      </p:sp>
      <p:sp>
        <p:nvSpPr>
          <p:cNvPr id="593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939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en-US" dirty="0"/>
              <a:t>8.2.3.3  IPv6 Unicast Addresses (cont.)</a:t>
            </a:r>
          </a:p>
        </p:txBody>
      </p:sp>
    </p:spTree>
    <p:extLst>
      <p:ext uri="{BB962C8B-B14F-4D97-AF65-F5344CB8AC3E}">
        <p14:creationId xmlns:p14="http://schemas.microsoft.com/office/powerpoint/2010/main" val="329251276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3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29057" indent="-280406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21626" indent="-224325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570276" indent="-224325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18927" indent="-224325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467577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16227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364878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13528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fld id="{4EE133E6-1A71-3948-B0E1-530C95DEAFDE}" type="slidenum">
              <a:rPr lang="en-US" sz="800"/>
              <a:pPr/>
              <a:t>19</a:t>
            </a:fld>
            <a:endParaRPr lang="en-US" sz="800" dirty="0"/>
          </a:p>
        </p:txBody>
      </p:sp>
      <p:sp>
        <p:nvSpPr>
          <p:cNvPr id="593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939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en-US" dirty="0"/>
              <a:t>8.2.3.3</a:t>
            </a:r>
            <a:r>
              <a:rPr lang="en-US" baseline="0" dirty="0"/>
              <a:t>  IPv6 Unicast Addresses (cont.)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386483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3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29057" indent="-280406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21626" indent="-224325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570276" indent="-224325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18927" indent="-224325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467577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16227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364878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13528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fld id="{4EE133E6-1A71-3948-B0E1-530C95DEAFDE}" type="slidenum">
              <a:rPr lang="en-US" sz="800"/>
              <a:pPr/>
              <a:t>20</a:t>
            </a:fld>
            <a:endParaRPr lang="en-US" sz="800" dirty="0"/>
          </a:p>
        </p:txBody>
      </p:sp>
      <p:sp>
        <p:nvSpPr>
          <p:cNvPr id="593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939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en-US" dirty="0"/>
              <a:t>8.2.3.3  IPv6 Unicast</a:t>
            </a:r>
            <a:r>
              <a:rPr lang="en-US" baseline="0" dirty="0"/>
              <a:t> Addresses (cont.)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489882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3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29057" indent="-280406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21626" indent="-224325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570276" indent="-224325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18927" indent="-224325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467577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16227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364878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13528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fld id="{4EE133E6-1A71-3948-B0E1-530C95DEAFDE}" type="slidenum">
              <a:rPr lang="en-US" sz="800"/>
              <a:pPr/>
              <a:t>21</a:t>
            </a:fld>
            <a:endParaRPr lang="en-US" sz="800" dirty="0"/>
          </a:p>
        </p:txBody>
      </p:sp>
      <p:sp>
        <p:nvSpPr>
          <p:cNvPr id="593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939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en-US" dirty="0"/>
              <a:t>8.2.3.3  IPv6 Unicast</a:t>
            </a:r>
            <a:r>
              <a:rPr lang="en-US" baseline="0" dirty="0"/>
              <a:t> Addresses (cont.)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711904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3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29057" indent="-280406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21626" indent="-224325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570276" indent="-224325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18927" indent="-224325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467577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16227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364878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13528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fld id="{4EE133E6-1A71-3948-B0E1-530C95DEAFDE}" type="slidenum">
              <a:rPr lang="en-US" sz="800"/>
              <a:pPr/>
              <a:t>22</a:t>
            </a:fld>
            <a:endParaRPr lang="en-US" sz="800" dirty="0"/>
          </a:p>
        </p:txBody>
      </p:sp>
      <p:sp>
        <p:nvSpPr>
          <p:cNvPr id="593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939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en-US" dirty="0"/>
              <a:t>8.2.3.4  IPv6 Link-Local Unicast Addresses</a:t>
            </a:r>
          </a:p>
        </p:txBody>
      </p:sp>
    </p:spTree>
    <p:extLst>
      <p:ext uri="{BB962C8B-B14F-4D97-AF65-F5344CB8AC3E}">
        <p14:creationId xmlns:p14="http://schemas.microsoft.com/office/powerpoint/2010/main" val="370369218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3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29057" indent="-280406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21626" indent="-224325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570276" indent="-224325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18927" indent="-224325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467577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16227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364878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13528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fld id="{4EE133E6-1A71-3948-B0E1-530C95DEAFDE}" type="slidenum">
              <a:rPr lang="en-US" sz="800"/>
              <a:pPr/>
              <a:t>23</a:t>
            </a:fld>
            <a:endParaRPr lang="en-US" sz="800" dirty="0"/>
          </a:p>
        </p:txBody>
      </p:sp>
      <p:sp>
        <p:nvSpPr>
          <p:cNvPr id="593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939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en-US" dirty="0"/>
              <a:t>8.2.3.4  IPv6 Link-Local Unicast Addresses</a:t>
            </a:r>
          </a:p>
        </p:txBody>
      </p:sp>
    </p:spTree>
    <p:extLst>
      <p:ext uri="{BB962C8B-B14F-4D97-AF65-F5344CB8AC3E}">
        <p14:creationId xmlns:p14="http://schemas.microsoft.com/office/powerpoint/2010/main" val="256180276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3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29057" indent="-280406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21626" indent="-224325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570276" indent="-224325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18927" indent="-224325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467577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16227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364878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13528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fld id="{4EE133E6-1A71-3948-B0E1-530C95DEAFDE}" type="slidenum">
              <a:rPr lang="en-US" sz="800"/>
              <a:pPr/>
              <a:t>24</a:t>
            </a:fld>
            <a:endParaRPr lang="en-US" sz="800" dirty="0"/>
          </a:p>
        </p:txBody>
      </p:sp>
      <p:sp>
        <p:nvSpPr>
          <p:cNvPr id="593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939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en-US" dirty="0"/>
              <a:t>8.2.4.1  Structure of an IPv6 Global Unicast</a:t>
            </a:r>
            <a:r>
              <a:rPr lang="en-US" baseline="0" dirty="0"/>
              <a:t> Address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058865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3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29057" indent="-280406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21626" indent="-224325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570276" indent="-224325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18927" indent="-224325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467577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16227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364878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13528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fld id="{4EE133E6-1A71-3948-B0E1-530C95DEAFDE}" type="slidenum">
              <a:rPr lang="en-US" sz="800"/>
              <a:pPr/>
              <a:t>25</a:t>
            </a:fld>
            <a:endParaRPr lang="en-US" sz="800" dirty="0"/>
          </a:p>
        </p:txBody>
      </p:sp>
      <p:sp>
        <p:nvSpPr>
          <p:cNvPr id="593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939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en-US" dirty="0"/>
              <a:t>8.2.4.1  Structure</a:t>
            </a:r>
            <a:r>
              <a:rPr lang="en-US" baseline="0" dirty="0"/>
              <a:t> of an IPv6 Global Unicast Address (cont.)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729455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3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29057" indent="-280406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21626" indent="-224325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570276" indent="-224325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18927" indent="-224325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467577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16227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364878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13528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fld id="{4EE133E6-1A71-3948-B0E1-530C95DEAFDE}" type="slidenum">
              <a:rPr lang="en-US" sz="800"/>
              <a:pPr/>
              <a:t>26</a:t>
            </a:fld>
            <a:endParaRPr lang="en-US" sz="800" dirty="0"/>
          </a:p>
        </p:txBody>
      </p:sp>
      <p:sp>
        <p:nvSpPr>
          <p:cNvPr id="593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939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en-US" dirty="0"/>
              <a:t>8.2.4.1  Structure</a:t>
            </a:r>
            <a:r>
              <a:rPr lang="en-US" baseline="0" dirty="0"/>
              <a:t> of an IPv6 Global Unicast Address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245822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3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29057" indent="-280406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21626" indent="-224325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570276" indent="-224325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18927" indent="-224325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467577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16227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364878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13528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fld id="{4EE133E6-1A71-3948-B0E1-530C95DEAFDE}" type="slidenum">
              <a:rPr lang="en-US" sz="800"/>
              <a:pPr/>
              <a:t>27</a:t>
            </a:fld>
            <a:endParaRPr lang="en-US" sz="800" dirty="0"/>
          </a:p>
        </p:txBody>
      </p:sp>
      <p:sp>
        <p:nvSpPr>
          <p:cNvPr id="593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939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en-US" dirty="0"/>
              <a:t>8.2.4.2  Static Configuration of a Global Unicast Address</a:t>
            </a:r>
          </a:p>
        </p:txBody>
      </p:sp>
    </p:spTree>
    <p:extLst>
      <p:ext uri="{BB962C8B-B14F-4D97-AF65-F5344CB8AC3E}">
        <p14:creationId xmlns:p14="http://schemas.microsoft.com/office/powerpoint/2010/main" val="316428887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3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29057" indent="-280406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21626" indent="-224325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570276" indent="-224325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18927" indent="-224325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467577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16227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364878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13528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fld id="{4EE133E6-1A71-3948-B0E1-530C95DEAFDE}" type="slidenum">
              <a:rPr lang="en-US" sz="800"/>
              <a:pPr/>
              <a:t>28</a:t>
            </a:fld>
            <a:endParaRPr lang="en-US" sz="800" dirty="0"/>
          </a:p>
        </p:txBody>
      </p:sp>
      <p:sp>
        <p:nvSpPr>
          <p:cNvPr id="593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939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en-US" dirty="0"/>
              <a:t>8.2.4.2  Static Configuration</a:t>
            </a:r>
            <a:r>
              <a:rPr lang="en-US" baseline="0" dirty="0"/>
              <a:t> of an IPv6 Global Unicast Address (cont.)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603089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3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29057" indent="-280406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21626" indent="-224325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570276" indent="-224325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18927" indent="-224325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467577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16227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364878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13528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fld id="{4EE133E6-1A71-3948-B0E1-530C95DEAFDE}" type="slidenum">
              <a:rPr lang="en-US" sz="800"/>
              <a:pPr/>
              <a:t>29</a:t>
            </a:fld>
            <a:endParaRPr lang="en-US" sz="800" dirty="0"/>
          </a:p>
        </p:txBody>
      </p:sp>
      <p:sp>
        <p:nvSpPr>
          <p:cNvPr id="593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939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en-US" dirty="0"/>
              <a:t>8.2.4.5  </a:t>
            </a:r>
            <a:r>
              <a:rPr lang="en-US" dirty="0">
                <a:latin typeface="Arial" charset="0"/>
              </a:rPr>
              <a:t>EUI-64 Process or Randomly Generated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8234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3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29057" indent="-280406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21626" indent="-224325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570276" indent="-224325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18927" indent="-224325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467577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16227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364878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13528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fld id="{4EE133E6-1A71-3948-B0E1-530C95DEAFDE}" type="slidenum">
              <a:rPr lang="en-US" sz="800"/>
              <a:pPr/>
              <a:t>30</a:t>
            </a:fld>
            <a:endParaRPr lang="en-US" sz="800" dirty="0"/>
          </a:p>
        </p:txBody>
      </p:sp>
      <p:sp>
        <p:nvSpPr>
          <p:cNvPr id="593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939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en-US" dirty="0"/>
              <a:t>8.2.4.5  </a:t>
            </a:r>
            <a:r>
              <a:rPr lang="en-US" dirty="0">
                <a:latin typeface="Arial" charset="0"/>
              </a:rPr>
              <a:t>EUI-64 Process or Randomly Generated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0196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3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29057" indent="-280406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21626" indent="-224325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570276" indent="-224325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18927" indent="-224325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467577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16227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364878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13528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fld id="{4EE133E6-1A71-3948-B0E1-530C95DEAFDE}" type="slidenum">
              <a:rPr lang="en-US" sz="800"/>
              <a:pPr/>
              <a:t>31</a:t>
            </a:fld>
            <a:endParaRPr lang="en-US" sz="800" dirty="0"/>
          </a:p>
        </p:txBody>
      </p:sp>
      <p:sp>
        <p:nvSpPr>
          <p:cNvPr id="593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939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en-US" dirty="0"/>
              <a:t>8.2.4.5  </a:t>
            </a:r>
            <a:r>
              <a:rPr lang="en-US" dirty="0">
                <a:latin typeface="Arial" charset="0"/>
              </a:rPr>
              <a:t>EUI-64 Process or Randomly Generated (cont.)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028240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3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29057" indent="-280406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21626" indent="-224325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570276" indent="-224325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18927" indent="-224325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467577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16227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364878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13528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fld id="{4EE133E6-1A71-3948-B0E1-530C95DEAFDE}" type="slidenum">
              <a:rPr lang="en-US" sz="800"/>
              <a:pPr/>
              <a:t>32</a:t>
            </a:fld>
            <a:endParaRPr lang="en-US" sz="800" dirty="0"/>
          </a:p>
        </p:txBody>
      </p:sp>
      <p:sp>
        <p:nvSpPr>
          <p:cNvPr id="593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939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en-US" dirty="0"/>
              <a:t>8.2.4.5  </a:t>
            </a:r>
            <a:r>
              <a:rPr lang="en-US" dirty="0">
                <a:latin typeface="Arial" charset="0"/>
              </a:rPr>
              <a:t>EUI-64 Process or Randomly Generated (cont.)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318721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3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29057" indent="-280406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21626" indent="-224325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570276" indent="-224325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18927" indent="-224325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467577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16227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364878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13528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fld id="{4EE133E6-1A71-3948-B0E1-530C95DEAFDE}" type="slidenum">
              <a:rPr lang="en-US" sz="800"/>
              <a:pPr/>
              <a:t>33</a:t>
            </a:fld>
            <a:endParaRPr lang="en-US" sz="800" dirty="0"/>
          </a:p>
        </p:txBody>
      </p:sp>
      <p:sp>
        <p:nvSpPr>
          <p:cNvPr id="593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939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en-US" dirty="0"/>
              <a:t>8.2.4.6  Dynamic</a:t>
            </a:r>
            <a:r>
              <a:rPr lang="en-US" baseline="0" dirty="0"/>
              <a:t> Link-local Addresses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649871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3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29057" indent="-280406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21626" indent="-224325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570276" indent="-224325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18927" indent="-224325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467577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16227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364878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13528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fld id="{4EE133E6-1A71-3948-B0E1-530C95DEAFDE}" type="slidenum">
              <a:rPr lang="en-US" sz="800"/>
              <a:pPr/>
              <a:t>34</a:t>
            </a:fld>
            <a:endParaRPr lang="en-US" sz="800" dirty="0"/>
          </a:p>
        </p:txBody>
      </p:sp>
      <p:sp>
        <p:nvSpPr>
          <p:cNvPr id="593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939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en-US" dirty="0"/>
              <a:t>8.2.4.6  </a:t>
            </a:r>
            <a:r>
              <a:rPr lang="en-US" dirty="0">
                <a:latin typeface="Arial" charset="0"/>
              </a:rPr>
              <a:t>Dynamic Link-local Addresses (cont.)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001045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3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29057" indent="-280406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21626" indent="-224325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570276" indent="-224325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18927" indent="-224325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467577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16227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364878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13528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fld id="{4EE133E6-1A71-3948-B0E1-530C95DEAFDE}" type="slidenum">
              <a:rPr lang="en-US" sz="800"/>
              <a:pPr/>
              <a:t>35</a:t>
            </a:fld>
            <a:endParaRPr lang="en-US" sz="800" dirty="0"/>
          </a:p>
        </p:txBody>
      </p:sp>
      <p:sp>
        <p:nvSpPr>
          <p:cNvPr id="593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939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en-US" dirty="0"/>
              <a:t>8.2.4.7  Static</a:t>
            </a:r>
            <a:r>
              <a:rPr lang="en-US" baseline="0" dirty="0"/>
              <a:t> Link-local Addresses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70415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3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29057" indent="-280406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21626" indent="-224325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570276" indent="-224325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18927" indent="-224325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467577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16227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364878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13528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fld id="{4EE133E6-1A71-3948-B0E1-530C95DEAFDE}" type="slidenum">
              <a:rPr lang="en-US" sz="800"/>
              <a:pPr/>
              <a:t>36</a:t>
            </a:fld>
            <a:endParaRPr lang="en-US" sz="800" dirty="0"/>
          </a:p>
        </p:txBody>
      </p:sp>
      <p:sp>
        <p:nvSpPr>
          <p:cNvPr id="593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939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110605" indent="-110605" defTabSz="1001675" eaLnBrk="0" fontAlgn="base" hangingPunct="0">
              <a:lnSpc>
                <a:spcPct val="80000"/>
              </a:lnSpc>
              <a:spcBef>
                <a:spcPct val="50000"/>
              </a:spcBef>
              <a:spcAft>
                <a:spcPct val="0"/>
              </a:spcAft>
              <a:buSzPct val="100000"/>
              <a:defRPr/>
            </a:pPr>
            <a:r>
              <a:rPr lang="en-US" dirty="0"/>
              <a:t>8.2.4.7  Static</a:t>
            </a:r>
            <a:r>
              <a:rPr lang="en-US" baseline="0" dirty="0"/>
              <a:t> Link-local Addresses (cont.)</a:t>
            </a:r>
            <a:endParaRPr lang="en-US" dirty="0"/>
          </a:p>
          <a:p>
            <a:pPr>
              <a:lnSpc>
                <a:spcPct val="80000"/>
              </a:lnSpc>
              <a:buFontTx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868240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3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29057" indent="-280406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21626" indent="-224325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570276" indent="-224325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18927" indent="-224325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467577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16227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364878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13528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fld id="{4EE133E6-1A71-3948-B0E1-530C95DEAFDE}" type="slidenum">
              <a:rPr lang="en-US" sz="800"/>
              <a:pPr/>
              <a:t>37</a:t>
            </a:fld>
            <a:endParaRPr lang="en-US" sz="800" dirty="0"/>
          </a:p>
        </p:txBody>
      </p:sp>
      <p:sp>
        <p:nvSpPr>
          <p:cNvPr id="593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939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en-US" dirty="0"/>
              <a:t>8.2.4.8 Verifying IPv6 Address Configuration</a:t>
            </a:r>
          </a:p>
        </p:txBody>
      </p:sp>
    </p:spTree>
    <p:extLst>
      <p:ext uri="{BB962C8B-B14F-4D97-AF65-F5344CB8AC3E}">
        <p14:creationId xmlns:p14="http://schemas.microsoft.com/office/powerpoint/2010/main" val="204005903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3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29057" indent="-280406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21626" indent="-224325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570276" indent="-224325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18927" indent="-224325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467577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16227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364878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13528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fld id="{4EE133E6-1A71-3948-B0E1-530C95DEAFDE}" type="slidenum">
              <a:rPr lang="en-US" sz="800"/>
              <a:pPr/>
              <a:t>38</a:t>
            </a:fld>
            <a:endParaRPr lang="en-US" sz="800" dirty="0"/>
          </a:p>
        </p:txBody>
      </p:sp>
      <p:sp>
        <p:nvSpPr>
          <p:cNvPr id="593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939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en-US" dirty="0"/>
              <a:t>8.2.4.8 Verifying IPv6 Address Configuration (cont.)</a:t>
            </a:r>
          </a:p>
        </p:txBody>
      </p:sp>
    </p:spTree>
    <p:extLst>
      <p:ext uri="{BB962C8B-B14F-4D97-AF65-F5344CB8AC3E}">
        <p14:creationId xmlns:p14="http://schemas.microsoft.com/office/powerpoint/2010/main" val="416753151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1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29057" indent="-280406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21626" indent="-224325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570276" indent="-224325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18927" indent="-224325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467577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16227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364878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13528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fld id="{B0AE87D6-DF4D-4E45-B583-CE3BFF4036EF}" type="slidenum">
              <a:rPr lang="en-US" sz="800"/>
              <a:pPr/>
              <a:t>39</a:t>
            </a:fld>
            <a:endParaRPr lang="en-US" sz="800" dirty="0"/>
          </a:p>
        </p:txBody>
      </p:sp>
      <p:sp>
        <p:nvSpPr>
          <p:cNvPr id="614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1443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en-US" dirty="0"/>
              <a:t>8.2.5.1  Assigned</a:t>
            </a:r>
            <a:r>
              <a:rPr lang="en-US" baseline="0" dirty="0"/>
              <a:t> IPv6 Multicast Addresses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068777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1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29057" indent="-280406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21626" indent="-224325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570276" indent="-224325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18927" indent="-224325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467577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16227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364878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13528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fld id="{B0AE87D6-DF4D-4E45-B583-CE3BFF4036EF}" type="slidenum">
              <a:rPr lang="en-US" sz="800"/>
              <a:pPr/>
              <a:t>40</a:t>
            </a:fld>
            <a:endParaRPr lang="en-US" sz="800" dirty="0"/>
          </a:p>
        </p:txBody>
      </p:sp>
      <p:sp>
        <p:nvSpPr>
          <p:cNvPr id="614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1443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en-US" dirty="0"/>
              <a:t>8.2.5.1  Assigned IPv6 Multicast Addresses (cont.)</a:t>
            </a:r>
          </a:p>
        </p:txBody>
      </p:sp>
    </p:spTree>
    <p:extLst>
      <p:ext uri="{BB962C8B-B14F-4D97-AF65-F5344CB8AC3E}">
        <p14:creationId xmlns:p14="http://schemas.microsoft.com/office/powerpoint/2010/main" val="76867309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1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29057" indent="-280406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21626" indent="-224325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570276" indent="-224325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18927" indent="-224325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467577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16227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364878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13528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fld id="{B0AE87D6-DF4D-4E45-B583-CE3BFF4036EF}" type="slidenum">
              <a:rPr lang="en-US" sz="800"/>
              <a:pPr/>
              <a:t>41</a:t>
            </a:fld>
            <a:endParaRPr lang="en-US" sz="800" dirty="0"/>
          </a:p>
        </p:txBody>
      </p:sp>
      <p:sp>
        <p:nvSpPr>
          <p:cNvPr id="614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1443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en-US" dirty="0"/>
              <a:t>8.2.5.1  Assigned IPv6 Multicast Addresses (cont.)</a:t>
            </a:r>
          </a:p>
        </p:txBody>
      </p:sp>
    </p:spTree>
    <p:extLst>
      <p:ext uri="{BB962C8B-B14F-4D97-AF65-F5344CB8AC3E}">
        <p14:creationId xmlns:p14="http://schemas.microsoft.com/office/powerpoint/2010/main" val="167190226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1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29057" indent="-280406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21626" indent="-224325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570276" indent="-224325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18927" indent="-224325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467577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16227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364878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13528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fld id="{B0AE87D6-DF4D-4E45-B583-CE3BFF4036EF}" type="slidenum">
              <a:rPr lang="en-US" sz="800"/>
              <a:pPr/>
              <a:t>42</a:t>
            </a:fld>
            <a:endParaRPr lang="en-US" sz="800" dirty="0"/>
          </a:p>
        </p:txBody>
      </p:sp>
      <p:sp>
        <p:nvSpPr>
          <p:cNvPr id="614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1443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en-US" dirty="0"/>
              <a:t>8.2.5.2  Solicited Node IPv6 Multicast Addresses</a:t>
            </a:r>
          </a:p>
        </p:txBody>
      </p:sp>
    </p:spTree>
    <p:extLst>
      <p:ext uri="{BB962C8B-B14F-4D97-AF65-F5344CB8AC3E}">
        <p14:creationId xmlns:p14="http://schemas.microsoft.com/office/powerpoint/2010/main" val="341059028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1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29057" indent="-280406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21626" indent="-224325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570276" indent="-224325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18927" indent="-224325" defTabSz="886397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467577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16227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364878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13528" indent="-224325" algn="ctr" defTabSz="886397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fld id="{B0AE87D6-DF4D-4E45-B583-CE3BFF4036EF}" type="slidenum">
              <a:rPr lang="en-US" sz="800"/>
              <a:pPr/>
              <a:t>43</a:t>
            </a:fld>
            <a:endParaRPr lang="en-US" sz="800" dirty="0"/>
          </a:p>
        </p:txBody>
      </p:sp>
      <p:sp>
        <p:nvSpPr>
          <p:cNvPr id="614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1443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en-US" dirty="0"/>
              <a:t>8.2.5.2  Solicited Node IPv6 Multicast Addresses (cont.)</a:t>
            </a:r>
          </a:p>
        </p:txBody>
      </p:sp>
    </p:spTree>
    <p:extLst>
      <p:ext uri="{BB962C8B-B14F-4D97-AF65-F5344CB8AC3E}">
        <p14:creationId xmlns:p14="http://schemas.microsoft.com/office/powerpoint/2010/main" val="33647687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B33207-BA23-4F25-9AB9-C0CEEC03B0F6}" type="datetimeFigureOut">
              <a:rPr lang="en-GB" smtClean="0"/>
              <a:t>12/08/2026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8B54F7-BC8A-40D3-9081-E30215EE65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714416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B33207-BA23-4F25-9AB9-C0CEEC03B0F6}" type="datetimeFigureOut">
              <a:rPr lang="en-GB" smtClean="0"/>
              <a:t>12/08/2026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8B54F7-BC8A-40D3-9081-E30215EE65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11790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B33207-BA23-4F25-9AB9-C0CEEC03B0F6}" type="datetimeFigureOut">
              <a:rPr lang="en-GB" smtClean="0"/>
              <a:t>12/08/2026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8B54F7-BC8A-40D3-9081-E30215EE65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030393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B33207-BA23-4F25-9AB9-C0CEEC03B0F6}" type="datetimeFigureOut">
              <a:rPr lang="en-GB" smtClean="0"/>
              <a:t>12/08/2026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8B54F7-BC8A-40D3-9081-E30215EE65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467423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B33207-BA23-4F25-9AB9-C0CEEC03B0F6}" type="datetimeFigureOut">
              <a:rPr lang="en-GB" smtClean="0"/>
              <a:t>12/08/2026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8B54F7-BC8A-40D3-9081-E30215EE65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406781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B33207-BA23-4F25-9AB9-C0CEEC03B0F6}" type="datetimeFigureOut">
              <a:rPr lang="en-GB" smtClean="0"/>
              <a:t>12/08/2026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8B54F7-BC8A-40D3-9081-E30215EE65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660123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B33207-BA23-4F25-9AB9-C0CEEC03B0F6}" type="datetimeFigureOut">
              <a:rPr lang="en-GB" smtClean="0"/>
              <a:t>12/08/2026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8B54F7-BC8A-40D3-9081-E30215EE65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923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B33207-BA23-4F25-9AB9-C0CEEC03B0F6}" type="datetimeFigureOut">
              <a:rPr lang="en-GB" smtClean="0"/>
              <a:t>12/08/2026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8B54F7-BC8A-40D3-9081-E30215EE65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581627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B33207-BA23-4F25-9AB9-C0CEEC03B0F6}" type="datetimeFigureOut">
              <a:rPr lang="en-GB" smtClean="0"/>
              <a:t>12/08/2026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8B54F7-BC8A-40D3-9081-E30215EE65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88818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B33207-BA23-4F25-9AB9-C0CEEC03B0F6}" type="datetimeFigureOut">
              <a:rPr lang="en-GB" smtClean="0"/>
              <a:t>12/08/2026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8B54F7-BC8A-40D3-9081-E30215EE65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77549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B33207-BA23-4F25-9AB9-C0CEEC03B0F6}" type="datetimeFigureOut">
              <a:rPr lang="en-GB" smtClean="0"/>
              <a:t>12/08/2026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8B54F7-BC8A-40D3-9081-E30215EE65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88734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B33207-BA23-4F25-9AB9-C0CEEC03B0F6}" type="datetimeFigureOut">
              <a:rPr lang="en-GB" smtClean="0"/>
              <a:t>12/08/2026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8B54F7-BC8A-40D3-9081-E30215EE65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09143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10" Type="http://schemas.openxmlformats.org/officeDocument/2006/relationships/image" Target="../media/image9.png"/><Relationship Id="rId4" Type="http://schemas.openxmlformats.org/officeDocument/2006/relationships/image" Target="../media/image2.jpg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7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7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7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2.jpg"/><Relationship Id="rId7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7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2.jpg"/><Relationship Id="rId7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2.jpg"/><Relationship Id="rId7" Type="http://schemas.openxmlformats.org/officeDocument/2006/relationships/image" Target="../media/image1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2.jpg"/><Relationship Id="rId7" Type="http://schemas.openxmlformats.org/officeDocument/2006/relationships/image" Target="../media/image2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2.jpg"/><Relationship Id="rId7" Type="http://schemas.openxmlformats.org/officeDocument/2006/relationships/image" Target="../media/image4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3" Type="http://schemas.openxmlformats.org/officeDocument/2006/relationships/image" Target="../media/image2.jpg"/><Relationship Id="rId7" Type="http://schemas.openxmlformats.org/officeDocument/2006/relationships/image" Target="../media/image50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jpe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내용 개체 틀 3">
            <a:extLst>
              <a:ext uri="{FF2B5EF4-FFF2-40B4-BE49-F238E27FC236}">
                <a16:creationId xmlns:a16="http://schemas.microsoft.com/office/drawing/2014/main" id="{0DAACD52-55D1-4E14-B7D9-C6130BEF764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175" y="194008"/>
            <a:ext cx="12192000" cy="685800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813F477-2DB1-46A7-A670-FD7FD84B31F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32831" y="6008009"/>
            <a:ext cx="1559169" cy="544641"/>
          </a:xfrm>
          <a:prstGeom prst="rect">
            <a:avLst/>
          </a:prstGeom>
        </p:spPr>
      </p:pic>
      <p:sp>
        <p:nvSpPr>
          <p:cNvPr id="8" name="제목 2">
            <a:extLst>
              <a:ext uri="{FF2B5EF4-FFF2-40B4-BE49-F238E27FC236}">
                <a16:creationId xmlns:a16="http://schemas.microsoft.com/office/drawing/2014/main" id="{49D22F77-1738-468D-B68F-1FAF4A79BE5B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764275"/>
          </a:xfrm>
          <a:prstGeom prst="rect">
            <a:avLst/>
          </a:prstGeom>
          <a:solidFill>
            <a:schemeClr val="accent2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IPV6 Addressing</a:t>
            </a:r>
            <a:endParaRPr lang="ko-KR" altLang="en-US" dirty="0">
              <a:solidFill>
                <a:srgbClr val="002060"/>
              </a:solidFill>
              <a:latin typeface="Lucida Sans" pitchFamily="34" charset="0"/>
              <a:cs typeface="Times New Roman" pitchFamily="18" charset="0"/>
            </a:endParaRPr>
          </a:p>
        </p:txBody>
      </p:sp>
      <p:pic>
        <p:nvPicPr>
          <p:cNvPr id="12" name="그림 10">
            <a:extLst>
              <a:ext uri="{FF2B5EF4-FFF2-40B4-BE49-F238E27FC236}">
                <a16:creationId xmlns:a16="http://schemas.microsoft.com/office/drawing/2014/main" id="{AFE2FB4C-3BFB-4753-8331-D70E2FE926D1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7264" y="5983069"/>
            <a:ext cx="1167014" cy="557858"/>
          </a:xfrm>
          <a:prstGeom prst="rect">
            <a:avLst/>
          </a:prstGeom>
        </p:spPr>
      </p:pic>
      <p:pic>
        <p:nvPicPr>
          <p:cNvPr id="13" name="Picture 2" descr="C:\Users\LENOVO\Downloads\EU.jpg.png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58" y="5826369"/>
            <a:ext cx="1099805" cy="11116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997734" y="4804005"/>
            <a:ext cx="1072091" cy="113618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E592941-E850-099A-CD1F-35106ACED468}"/>
              </a:ext>
            </a:extLst>
          </p:cNvPr>
          <p:cNvSpPr txBox="1"/>
          <p:nvPr/>
        </p:nvSpPr>
        <p:spPr>
          <a:xfrm>
            <a:off x="2274277" y="1860810"/>
            <a:ext cx="7874433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b="1" dirty="0">
                <a:solidFill>
                  <a:srgbClr val="FF0000"/>
                </a:solidFill>
                <a:latin typeface="Arial" charset="0"/>
              </a:rPr>
              <a:t>IPv4 Issues</a:t>
            </a:r>
          </a:p>
          <a:p>
            <a:r>
              <a:rPr lang="en-US" sz="4000" b="1" dirty="0">
                <a:solidFill>
                  <a:srgbClr val="FF0000"/>
                </a:solidFill>
                <a:latin typeface="Arial" charset="0"/>
              </a:rPr>
              <a:t>IPv6 Address Representation</a:t>
            </a:r>
          </a:p>
          <a:p>
            <a:r>
              <a:rPr lang="en-US" sz="4000" b="1" dirty="0">
                <a:solidFill>
                  <a:srgbClr val="FF0000"/>
                </a:solidFill>
                <a:latin typeface="Arial" charset="0"/>
              </a:rPr>
              <a:t>IPv6 Types</a:t>
            </a:r>
          </a:p>
        </p:txBody>
      </p:sp>
    </p:spTree>
    <p:extLst>
      <p:ext uri="{BB962C8B-B14F-4D97-AF65-F5344CB8AC3E}">
        <p14:creationId xmlns:p14="http://schemas.microsoft.com/office/powerpoint/2010/main" val="41587718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내용 개체 틀 3">
            <a:extLst>
              <a:ext uri="{FF2B5EF4-FFF2-40B4-BE49-F238E27FC236}">
                <a16:creationId xmlns:a16="http://schemas.microsoft.com/office/drawing/2014/main" id="{0DAACD52-55D1-4E14-B7D9-C6130BEF76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365" y="160141"/>
            <a:ext cx="12192000" cy="685800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813F477-2DB1-46A7-A670-FD7FD84B31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32831" y="6008009"/>
            <a:ext cx="1559169" cy="544641"/>
          </a:xfrm>
          <a:prstGeom prst="rect">
            <a:avLst/>
          </a:prstGeom>
        </p:spPr>
      </p:pic>
      <p:sp>
        <p:nvSpPr>
          <p:cNvPr id="8" name="제목 2">
            <a:extLst>
              <a:ext uri="{FF2B5EF4-FFF2-40B4-BE49-F238E27FC236}">
                <a16:creationId xmlns:a16="http://schemas.microsoft.com/office/drawing/2014/main" id="{49D22F77-1738-468D-B68F-1FAF4A79BE5B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764275"/>
          </a:xfrm>
          <a:prstGeom prst="rect">
            <a:avLst/>
          </a:prstGeom>
          <a:solidFill>
            <a:schemeClr val="accent2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altLang="ko-KR" dirty="0">
                <a:solidFill>
                  <a:srgbClr val="002060"/>
                </a:solidFill>
                <a:latin typeface="Lucida Sans" pitchFamily="34" charset="0"/>
                <a:cs typeface="Times New Roman" pitchFamily="18" charset="0"/>
              </a:rPr>
              <a:t>Why not IPV5</a:t>
            </a:r>
            <a:endParaRPr lang="ko-KR" altLang="en-US" dirty="0">
              <a:solidFill>
                <a:srgbClr val="002060"/>
              </a:solidFill>
              <a:latin typeface="Lucida Sans" pitchFamily="34" charset="0"/>
              <a:cs typeface="Times New Roman" pitchFamily="18" charset="0"/>
            </a:endParaRPr>
          </a:p>
        </p:txBody>
      </p:sp>
      <p:pic>
        <p:nvPicPr>
          <p:cNvPr id="12" name="그림 10">
            <a:extLst>
              <a:ext uri="{FF2B5EF4-FFF2-40B4-BE49-F238E27FC236}">
                <a16:creationId xmlns:a16="http://schemas.microsoft.com/office/drawing/2014/main" id="{AFE2FB4C-3BFB-4753-8331-D70E2FE926D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7264" y="5983069"/>
            <a:ext cx="1167014" cy="557858"/>
          </a:xfrm>
          <a:prstGeom prst="rect">
            <a:avLst/>
          </a:prstGeom>
        </p:spPr>
      </p:pic>
      <p:pic>
        <p:nvPicPr>
          <p:cNvPr id="13" name="Picture 2" descr="C:\Users\LENOVO\Downloads\EU.jpg.png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58" y="5826369"/>
            <a:ext cx="1099805" cy="11116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97734" y="4804005"/>
            <a:ext cx="1072091" cy="1136183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8726" y="1094568"/>
            <a:ext cx="9844105" cy="32956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88154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내용 개체 틀 3">
            <a:extLst>
              <a:ext uri="{FF2B5EF4-FFF2-40B4-BE49-F238E27FC236}">
                <a16:creationId xmlns:a16="http://schemas.microsoft.com/office/drawing/2014/main" id="{0DAACD52-55D1-4E14-B7D9-C6130BEF764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365" y="160141"/>
            <a:ext cx="12192000" cy="685800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813F477-2DB1-46A7-A670-FD7FD84B31F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32831" y="6008009"/>
            <a:ext cx="1559169" cy="544641"/>
          </a:xfrm>
          <a:prstGeom prst="rect">
            <a:avLst/>
          </a:prstGeom>
        </p:spPr>
      </p:pic>
      <p:sp>
        <p:nvSpPr>
          <p:cNvPr id="8" name="제목 2">
            <a:extLst>
              <a:ext uri="{FF2B5EF4-FFF2-40B4-BE49-F238E27FC236}">
                <a16:creationId xmlns:a16="http://schemas.microsoft.com/office/drawing/2014/main" id="{49D22F77-1738-468D-B68F-1FAF4A79BE5B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764275"/>
          </a:xfrm>
          <a:prstGeom prst="rect">
            <a:avLst/>
          </a:prstGeom>
          <a:solidFill>
            <a:schemeClr val="accent2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altLang="ko-KR" dirty="0">
                <a:solidFill>
                  <a:srgbClr val="002060"/>
                </a:solidFill>
                <a:latin typeface="Lucida Sans" pitchFamily="34" charset="0"/>
                <a:cs typeface="Times New Roman" pitchFamily="18" charset="0"/>
              </a:rPr>
              <a:t>Notation -Hexadecimal</a:t>
            </a:r>
            <a:endParaRPr lang="ko-KR" altLang="en-US" dirty="0">
              <a:solidFill>
                <a:srgbClr val="002060"/>
              </a:solidFill>
              <a:latin typeface="Lucida Sans" pitchFamily="34" charset="0"/>
              <a:cs typeface="Times New Roman" pitchFamily="18" charset="0"/>
            </a:endParaRPr>
          </a:p>
        </p:txBody>
      </p:sp>
      <p:pic>
        <p:nvPicPr>
          <p:cNvPr id="12" name="그림 10">
            <a:extLst>
              <a:ext uri="{FF2B5EF4-FFF2-40B4-BE49-F238E27FC236}">
                <a16:creationId xmlns:a16="http://schemas.microsoft.com/office/drawing/2014/main" id="{AFE2FB4C-3BFB-4753-8331-D70E2FE926D1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7264" y="5983069"/>
            <a:ext cx="1167014" cy="557858"/>
          </a:xfrm>
          <a:prstGeom prst="rect">
            <a:avLst/>
          </a:prstGeom>
        </p:spPr>
      </p:pic>
      <p:pic>
        <p:nvPicPr>
          <p:cNvPr id="13" name="Picture 2" descr="C:\Users\LENOVO\Downloads\EU.jpg.png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58" y="5826369"/>
            <a:ext cx="1099805" cy="11116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997734" y="4804005"/>
            <a:ext cx="1072091" cy="1136183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75365" y="1161464"/>
            <a:ext cx="6414149" cy="2729743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89514" y="1352428"/>
            <a:ext cx="5290160" cy="2745006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236023" y="792132"/>
            <a:ext cx="162256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altLang="ko-KR" dirty="0">
                <a:solidFill>
                  <a:srgbClr val="002060"/>
                </a:solidFill>
                <a:latin typeface="Lucida Sans" pitchFamily="34" charset="0"/>
                <a:cs typeface="Times New Roman" pitchFamily="18" charset="0"/>
              </a:rPr>
              <a:t>Hexadecimal</a:t>
            </a:r>
            <a:endParaRPr lang="ko-KR" altLang="en-US" dirty="0">
              <a:solidFill>
                <a:srgbClr val="002060"/>
              </a:solidFill>
              <a:latin typeface="Lucida Sans" pitchFamily="34" charset="0"/>
              <a:cs typeface="Times New Roman" pitchFamily="18" charset="0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251500" y="3659745"/>
            <a:ext cx="5524849" cy="2734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29182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내용 개체 틀 3">
            <a:extLst>
              <a:ext uri="{FF2B5EF4-FFF2-40B4-BE49-F238E27FC236}">
                <a16:creationId xmlns:a16="http://schemas.microsoft.com/office/drawing/2014/main" id="{0DAACD52-55D1-4E14-B7D9-C6130BEF76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365" y="160141"/>
            <a:ext cx="12192000" cy="685800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813F477-2DB1-46A7-A670-FD7FD84B31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32831" y="6008009"/>
            <a:ext cx="1559169" cy="544641"/>
          </a:xfrm>
          <a:prstGeom prst="rect">
            <a:avLst/>
          </a:prstGeom>
        </p:spPr>
      </p:pic>
      <p:sp>
        <p:nvSpPr>
          <p:cNvPr id="8" name="제목 2">
            <a:extLst>
              <a:ext uri="{FF2B5EF4-FFF2-40B4-BE49-F238E27FC236}">
                <a16:creationId xmlns:a16="http://schemas.microsoft.com/office/drawing/2014/main" id="{49D22F77-1738-468D-B68F-1FAF4A79BE5B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764275"/>
          </a:xfrm>
          <a:prstGeom prst="rect">
            <a:avLst/>
          </a:prstGeom>
          <a:solidFill>
            <a:schemeClr val="accent2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Arial" charset="0"/>
              </a:rPr>
              <a:t>Why IPv6</a:t>
            </a:r>
            <a:endParaRPr lang="ko-KR" altLang="en-US" dirty="0">
              <a:solidFill>
                <a:srgbClr val="002060"/>
              </a:solidFill>
              <a:latin typeface="Lucida Sans" pitchFamily="34" charset="0"/>
              <a:cs typeface="Times New Roman" pitchFamily="18" charset="0"/>
            </a:endParaRPr>
          </a:p>
        </p:txBody>
      </p:sp>
      <p:pic>
        <p:nvPicPr>
          <p:cNvPr id="12" name="그림 10">
            <a:extLst>
              <a:ext uri="{FF2B5EF4-FFF2-40B4-BE49-F238E27FC236}">
                <a16:creationId xmlns:a16="http://schemas.microsoft.com/office/drawing/2014/main" id="{AFE2FB4C-3BFB-4753-8331-D70E2FE926D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7264" y="5983069"/>
            <a:ext cx="1167014" cy="557858"/>
          </a:xfrm>
          <a:prstGeom prst="rect">
            <a:avLst/>
          </a:prstGeom>
        </p:spPr>
      </p:pic>
      <p:pic>
        <p:nvPicPr>
          <p:cNvPr id="13" name="Picture 2" descr="C:\Users\LENOVO\Downloads\EU.jpg.png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58" y="5826369"/>
            <a:ext cx="1099805" cy="11116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97734" y="4804005"/>
            <a:ext cx="1072091" cy="1136183"/>
          </a:xfrm>
          <a:prstGeom prst="rect">
            <a:avLst/>
          </a:prstGeom>
        </p:spPr>
      </p:pic>
      <p:sp>
        <p:nvSpPr>
          <p:cNvPr id="10" name="Content Placeholder 1"/>
          <p:cNvSpPr txBox="1">
            <a:spLocks/>
          </p:cNvSpPr>
          <p:nvPr/>
        </p:nvSpPr>
        <p:spPr bwMode="auto">
          <a:xfrm>
            <a:off x="397523" y="716125"/>
            <a:ext cx="11088843" cy="508641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82124" tIns="41061" rIns="82124" bIns="41061" numCol="1" anchor="t" anchorCtr="0" compatLnSpc="1">
            <a:prstTxWarp prst="textNoShape">
              <a:avLst/>
            </a:prstTxWarp>
          </a:bodyPr>
          <a:lstStyle>
            <a:lvl1pPr marL="236538" indent="-236538" algn="l" defTabSz="814388" rtl="0" eaLnBrk="0" fontAlgn="base" hangingPunct="0">
              <a:lnSpc>
                <a:spcPct val="95000"/>
              </a:lnSpc>
              <a:spcBef>
                <a:spcPct val="50000"/>
              </a:spcBef>
              <a:spcAft>
                <a:spcPct val="0"/>
              </a:spcAft>
              <a:buClr>
                <a:srgbClr val="708CA1"/>
              </a:buClr>
              <a:buFont typeface="Wingdings" charset="0"/>
              <a:buChar char="§"/>
              <a:defRPr sz="2400">
                <a:solidFill>
                  <a:schemeClr val="tx1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574675" indent="-117475" algn="l" defTabSz="814388" rtl="0" eaLnBrk="0" fontAlgn="base" hangingPunct="0">
              <a:lnSpc>
                <a:spcPct val="95000"/>
              </a:lnSpc>
              <a:spcBef>
                <a:spcPct val="35000"/>
              </a:spcBef>
              <a:spcAft>
                <a:spcPct val="0"/>
              </a:spcAft>
              <a:buClr>
                <a:srgbClr val="708CA1"/>
              </a:buClr>
              <a:defRPr sz="2000">
                <a:solidFill>
                  <a:schemeClr val="tx1"/>
                </a:solidFill>
                <a:latin typeface="+mn-lt"/>
                <a:ea typeface="ＭＳ Ｐゴシック" charset="0"/>
              </a:defRPr>
            </a:lvl2pPr>
            <a:lvl3pPr marL="914400" algn="l" defTabSz="814388" rtl="0" eaLnBrk="0" fontAlgn="base" hangingPunct="0">
              <a:lnSpc>
                <a:spcPct val="95000"/>
              </a:lnSpc>
              <a:spcBef>
                <a:spcPct val="35000"/>
              </a:spcBef>
              <a:spcAft>
                <a:spcPct val="0"/>
              </a:spcAft>
              <a:buClr>
                <a:srgbClr val="708CA1"/>
              </a:buClr>
              <a:defRPr sz="2000">
                <a:solidFill>
                  <a:schemeClr val="tx1"/>
                </a:solidFill>
                <a:latin typeface="+mn-lt"/>
                <a:ea typeface="ＭＳ Ｐゴシック" charset="0"/>
              </a:defRPr>
            </a:lvl3pPr>
            <a:lvl4pPr marL="1254125" indent="117475" algn="l" defTabSz="814388" rtl="0" eaLnBrk="0" fontAlgn="base" hangingPunct="0">
              <a:lnSpc>
                <a:spcPct val="95000"/>
              </a:lnSpc>
              <a:spcBef>
                <a:spcPct val="35000"/>
              </a:spcBef>
              <a:spcAft>
                <a:spcPct val="0"/>
              </a:spcAft>
              <a:buClr>
                <a:srgbClr val="708CA1"/>
              </a:buClr>
              <a:defRPr sz="2000">
                <a:solidFill>
                  <a:schemeClr val="tx1"/>
                </a:solidFill>
                <a:latin typeface="+mn-lt"/>
                <a:ea typeface="ＭＳ Ｐゴシック" charset="0"/>
              </a:defRPr>
            </a:lvl4pPr>
            <a:lvl5pPr marL="1604963" indent="223838" algn="l" defTabSz="814388" rtl="0" eaLnBrk="0" fontAlgn="base" hangingPunct="0">
              <a:lnSpc>
                <a:spcPct val="95000"/>
              </a:lnSpc>
              <a:spcBef>
                <a:spcPct val="35000"/>
              </a:spcBef>
              <a:spcAft>
                <a:spcPct val="0"/>
              </a:spcAft>
              <a:buClr>
                <a:srgbClr val="708CA1"/>
              </a:buClr>
              <a:defRPr sz="2000">
                <a:solidFill>
                  <a:schemeClr val="tx1"/>
                </a:solidFill>
                <a:latin typeface="+mn-lt"/>
                <a:ea typeface="ＭＳ Ｐゴシック" charset="0"/>
              </a:defRPr>
            </a:lvl5pPr>
            <a:lvl6pPr marL="2062163" algn="l" defTabSz="814388" rtl="0" eaLnBrk="1" fontAlgn="base" hangingPunct="1">
              <a:lnSpc>
                <a:spcPct val="95000"/>
              </a:lnSpc>
              <a:spcBef>
                <a:spcPct val="35000"/>
              </a:spcBef>
              <a:spcAft>
                <a:spcPct val="0"/>
              </a:spcAft>
              <a:buClr>
                <a:srgbClr val="708CA1"/>
              </a:buClr>
              <a:defRPr sz="2000">
                <a:solidFill>
                  <a:schemeClr val="tx1"/>
                </a:solidFill>
                <a:latin typeface="+mn-lt"/>
              </a:defRPr>
            </a:lvl6pPr>
            <a:lvl7pPr marL="2519363" algn="l" defTabSz="814388" rtl="0" eaLnBrk="1" fontAlgn="base" hangingPunct="1">
              <a:lnSpc>
                <a:spcPct val="95000"/>
              </a:lnSpc>
              <a:spcBef>
                <a:spcPct val="35000"/>
              </a:spcBef>
              <a:spcAft>
                <a:spcPct val="0"/>
              </a:spcAft>
              <a:buClr>
                <a:srgbClr val="708CA1"/>
              </a:buClr>
              <a:defRPr sz="2000">
                <a:solidFill>
                  <a:schemeClr val="tx1"/>
                </a:solidFill>
                <a:latin typeface="+mn-lt"/>
              </a:defRPr>
            </a:lvl7pPr>
            <a:lvl8pPr marL="2976563" algn="l" defTabSz="814388" rtl="0" eaLnBrk="1" fontAlgn="base" hangingPunct="1">
              <a:lnSpc>
                <a:spcPct val="95000"/>
              </a:lnSpc>
              <a:spcBef>
                <a:spcPct val="35000"/>
              </a:spcBef>
              <a:spcAft>
                <a:spcPct val="0"/>
              </a:spcAft>
              <a:buClr>
                <a:srgbClr val="708CA1"/>
              </a:buClr>
              <a:defRPr sz="2000">
                <a:solidFill>
                  <a:schemeClr val="tx1"/>
                </a:solidFill>
                <a:latin typeface="+mn-lt"/>
              </a:defRPr>
            </a:lvl8pPr>
            <a:lvl9pPr marL="3433763" algn="l" defTabSz="814388" rtl="0" eaLnBrk="1" fontAlgn="base" hangingPunct="1">
              <a:lnSpc>
                <a:spcPct val="95000"/>
              </a:lnSpc>
              <a:spcBef>
                <a:spcPct val="35000"/>
              </a:spcBef>
              <a:spcAft>
                <a:spcPct val="0"/>
              </a:spcAft>
              <a:buClr>
                <a:srgbClr val="708CA1"/>
              </a:buClr>
              <a:defRPr sz="2000">
                <a:solidFill>
                  <a:schemeClr val="tx1"/>
                </a:solidFill>
                <a:latin typeface="+mn-lt"/>
              </a:defRPr>
            </a:lvl9pPr>
          </a:lstStyle>
          <a:p>
            <a:r>
              <a:rPr lang="en-US" sz="2000" dirty="0"/>
              <a:t>IPv6 is designed to be the successor to IPv4.</a:t>
            </a:r>
          </a:p>
          <a:p>
            <a:r>
              <a:rPr lang="en-US" sz="2000" dirty="0"/>
              <a:t>Depletion of IPv4 address space has been the motivating factor for moving to IPv6.</a:t>
            </a:r>
          </a:p>
          <a:p>
            <a:r>
              <a:rPr lang="en-US" sz="2000" dirty="0"/>
              <a:t>Projections show that all five RIRs will run out of IPv4 addresses between 2015 and 2020.</a:t>
            </a:r>
          </a:p>
          <a:p>
            <a:r>
              <a:rPr lang="en-US" sz="2000" dirty="0"/>
              <a:t>With an increasing Internet population, a limited IPv4 address space, issues with NAT and an Internet of things, the time has come to begin the transition to IPv6!</a:t>
            </a:r>
          </a:p>
          <a:p>
            <a:r>
              <a:rPr lang="en-US" sz="2000" dirty="0"/>
              <a:t>IPv4 has a theoretical maximum of 4.3 billion addresses, plus private addresses in combination with NAT. </a:t>
            </a:r>
          </a:p>
          <a:p>
            <a:r>
              <a:rPr lang="en-US" sz="2000" dirty="0"/>
              <a:t>IPv6 larger 128-bit address space provides for 340 </a:t>
            </a:r>
            <a:r>
              <a:rPr lang="en-US" sz="2000" dirty="0" err="1"/>
              <a:t>undecillion</a:t>
            </a:r>
            <a:r>
              <a:rPr lang="en-US" sz="2000" dirty="0"/>
              <a:t> addresses.</a:t>
            </a:r>
          </a:p>
          <a:p>
            <a:r>
              <a:rPr lang="en-US" sz="2000" dirty="0"/>
              <a:t>IPv6 fixes the limitations of IPv4 and includes additional enhancements, such as ICMPv6.</a:t>
            </a:r>
            <a:endParaRPr lang="en-US" sz="2000" b="1" dirty="0"/>
          </a:p>
          <a:p>
            <a:pPr marL="0" indent="0">
              <a:buFont typeface="Wingdings" charset="0"/>
              <a:buNone/>
            </a:pPr>
            <a:endParaRPr lang="en-US" sz="2000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39491" y="4489056"/>
            <a:ext cx="7117975" cy="2156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99213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내용 개체 틀 3">
            <a:extLst>
              <a:ext uri="{FF2B5EF4-FFF2-40B4-BE49-F238E27FC236}">
                <a16:creationId xmlns:a16="http://schemas.microsoft.com/office/drawing/2014/main" id="{0DAACD52-55D1-4E14-B7D9-C6130BEF76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365" y="160141"/>
            <a:ext cx="12192000" cy="685800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813F477-2DB1-46A7-A670-FD7FD84B31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32831" y="6008009"/>
            <a:ext cx="1559169" cy="544641"/>
          </a:xfrm>
          <a:prstGeom prst="rect">
            <a:avLst/>
          </a:prstGeom>
        </p:spPr>
      </p:pic>
      <p:sp>
        <p:nvSpPr>
          <p:cNvPr id="8" name="제목 2">
            <a:extLst>
              <a:ext uri="{FF2B5EF4-FFF2-40B4-BE49-F238E27FC236}">
                <a16:creationId xmlns:a16="http://schemas.microsoft.com/office/drawing/2014/main" id="{49D22F77-1738-468D-B68F-1FAF4A79BE5B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764275"/>
          </a:xfrm>
          <a:prstGeom prst="rect">
            <a:avLst/>
          </a:prstGeom>
          <a:solidFill>
            <a:schemeClr val="accent2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ko-KR" altLang="en-US" dirty="0">
              <a:solidFill>
                <a:srgbClr val="002060"/>
              </a:solidFill>
              <a:latin typeface="Lucida Sans" pitchFamily="34" charset="0"/>
              <a:cs typeface="Times New Roman" pitchFamily="18" charset="0"/>
            </a:endParaRPr>
          </a:p>
        </p:txBody>
      </p:sp>
      <p:pic>
        <p:nvPicPr>
          <p:cNvPr id="12" name="그림 10">
            <a:extLst>
              <a:ext uri="{FF2B5EF4-FFF2-40B4-BE49-F238E27FC236}">
                <a16:creationId xmlns:a16="http://schemas.microsoft.com/office/drawing/2014/main" id="{AFE2FB4C-3BFB-4753-8331-D70E2FE926D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7264" y="5983069"/>
            <a:ext cx="1167014" cy="557858"/>
          </a:xfrm>
          <a:prstGeom prst="rect">
            <a:avLst/>
          </a:prstGeom>
        </p:spPr>
      </p:pic>
      <p:pic>
        <p:nvPicPr>
          <p:cNvPr id="13" name="Picture 2" descr="C:\Users\LENOVO\Downloads\EU.jpg.png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58" y="5826369"/>
            <a:ext cx="1099805" cy="11116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97734" y="4804005"/>
            <a:ext cx="1072091" cy="1136183"/>
          </a:xfrm>
          <a:prstGeom prst="rect">
            <a:avLst/>
          </a:prstGeom>
        </p:spPr>
      </p:pic>
      <p:sp>
        <p:nvSpPr>
          <p:cNvPr id="10" name="제목 2">
            <a:extLst>
              <a:ext uri="{FF2B5EF4-FFF2-40B4-BE49-F238E27FC236}">
                <a16:creationId xmlns:a16="http://schemas.microsoft.com/office/drawing/2014/main" id="{49D22F77-1738-468D-B68F-1FAF4A79BE5B}"/>
              </a:ext>
            </a:extLst>
          </p:cNvPr>
          <p:cNvSpPr txBox="1">
            <a:spLocks/>
          </p:cNvSpPr>
          <p:nvPr/>
        </p:nvSpPr>
        <p:spPr>
          <a:xfrm>
            <a:off x="152400" y="152400"/>
            <a:ext cx="12192000" cy="764275"/>
          </a:xfrm>
          <a:prstGeom prst="rect">
            <a:avLst/>
          </a:prstGeom>
          <a:solidFill>
            <a:schemeClr val="accent2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Arial" charset="0"/>
              </a:rPr>
              <a:t>Why IPv6</a:t>
            </a:r>
            <a:endParaRPr lang="ko-KR" altLang="en-US" dirty="0">
              <a:solidFill>
                <a:srgbClr val="002060"/>
              </a:solidFill>
              <a:latin typeface="Lucida Sans" pitchFamily="34" charset="0"/>
              <a:cs typeface="Times New Roman" pitchFamily="18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14456" y="1142371"/>
            <a:ext cx="9419100" cy="4865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98213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내용 개체 틀 3">
            <a:extLst>
              <a:ext uri="{FF2B5EF4-FFF2-40B4-BE49-F238E27FC236}">
                <a16:creationId xmlns:a16="http://schemas.microsoft.com/office/drawing/2014/main" id="{0DAACD52-55D1-4E14-B7D9-C6130BEF76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365" y="160141"/>
            <a:ext cx="12192000" cy="685800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813F477-2DB1-46A7-A670-FD7FD84B31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32831" y="6008009"/>
            <a:ext cx="1559169" cy="544641"/>
          </a:xfrm>
          <a:prstGeom prst="rect">
            <a:avLst/>
          </a:prstGeom>
        </p:spPr>
      </p:pic>
      <p:sp>
        <p:nvSpPr>
          <p:cNvPr id="8" name="제목 2">
            <a:extLst>
              <a:ext uri="{FF2B5EF4-FFF2-40B4-BE49-F238E27FC236}">
                <a16:creationId xmlns:a16="http://schemas.microsoft.com/office/drawing/2014/main" id="{49D22F77-1738-468D-B68F-1FAF4A79BE5B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764275"/>
          </a:xfrm>
          <a:prstGeom prst="rect">
            <a:avLst/>
          </a:prstGeom>
          <a:solidFill>
            <a:schemeClr val="accent2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 altLang="ko-KR" dirty="0">
                <a:solidFill>
                  <a:srgbClr val="002060"/>
                </a:solidFill>
                <a:latin typeface="Lucida Sans" pitchFamily="34" charset="0"/>
                <a:cs typeface="Times New Roman" pitchFamily="18" charset="0"/>
              </a:rPr>
              <a:t>IPV6</a:t>
            </a:r>
            <a:endParaRPr lang="ko-KR" altLang="en-US" dirty="0">
              <a:solidFill>
                <a:srgbClr val="002060"/>
              </a:solidFill>
              <a:latin typeface="Lucida Sans" pitchFamily="34" charset="0"/>
              <a:cs typeface="Times New Roman" pitchFamily="18" charset="0"/>
            </a:endParaRPr>
          </a:p>
        </p:txBody>
      </p:sp>
      <p:pic>
        <p:nvPicPr>
          <p:cNvPr id="12" name="그림 10">
            <a:extLst>
              <a:ext uri="{FF2B5EF4-FFF2-40B4-BE49-F238E27FC236}">
                <a16:creationId xmlns:a16="http://schemas.microsoft.com/office/drawing/2014/main" id="{AFE2FB4C-3BFB-4753-8331-D70E2FE926D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7264" y="5983069"/>
            <a:ext cx="1167014" cy="557858"/>
          </a:xfrm>
          <a:prstGeom prst="rect">
            <a:avLst/>
          </a:prstGeom>
        </p:spPr>
      </p:pic>
      <p:pic>
        <p:nvPicPr>
          <p:cNvPr id="13" name="Picture 2" descr="C:\Users\LENOVO\Downloads\EU.jpg.png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58" y="5826369"/>
            <a:ext cx="1099805" cy="11116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97734" y="4804005"/>
            <a:ext cx="1072091" cy="1136183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71145" y="1177872"/>
            <a:ext cx="9399680" cy="4327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72277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내용 개체 틀 3">
            <a:extLst>
              <a:ext uri="{FF2B5EF4-FFF2-40B4-BE49-F238E27FC236}">
                <a16:creationId xmlns:a16="http://schemas.microsoft.com/office/drawing/2014/main" id="{0DAACD52-55D1-4E14-B7D9-C6130BEF76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365" y="160141"/>
            <a:ext cx="12192000" cy="685800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813F477-2DB1-46A7-A670-FD7FD84B31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32831" y="6008009"/>
            <a:ext cx="1559169" cy="544641"/>
          </a:xfrm>
          <a:prstGeom prst="rect">
            <a:avLst/>
          </a:prstGeom>
        </p:spPr>
      </p:pic>
      <p:sp>
        <p:nvSpPr>
          <p:cNvPr id="8" name="제목 2">
            <a:extLst>
              <a:ext uri="{FF2B5EF4-FFF2-40B4-BE49-F238E27FC236}">
                <a16:creationId xmlns:a16="http://schemas.microsoft.com/office/drawing/2014/main" id="{49D22F77-1738-468D-B68F-1FAF4A79BE5B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764275"/>
          </a:xfrm>
          <a:prstGeom prst="rect">
            <a:avLst/>
          </a:prstGeom>
          <a:solidFill>
            <a:schemeClr val="accent2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altLang="ko-KR" dirty="0">
                <a:solidFill>
                  <a:srgbClr val="002060"/>
                </a:solidFill>
                <a:latin typeface="Lucida Sans" pitchFamily="34" charset="0"/>
                <a:cs typeface="Times New Roman" pitchFamily="18" charset="0"/>
              </a:rPr>
              <a:t>IPV6</a:t>
            </a:r>
            <a:r>
              <a:rPr lang="ko-KR" altLang="en-US" dirty="0">
                <a:solidFill>
                  <a:srgbClr val="002060"/>
                </a:solidFill>
                <a:latin typeface="Lucida Sans" pitchFamily="34" charset="0"/>
                <a:cs typeface="Times New Roman" pitchFamily="18" charset="0"/>
              </a:rPr>
              <a:t>  </a:t>
            </a:r>
            <a:r>
              <a:rPr lang="en-GB" altLang="ko-KR" dirty="0">
                <a:solidFill>
                  <a:srgbClr val="002060"/>
                </a:solidFill>
                <a:latin typeface="Lucida Sans" pitchFamily="34" charset="0"/>
                <a:cs typeface="Times New Roman" pitchFamily="18" charset="0"/>
              </a:rPr>
              <a:t>Shortening</a:t>
            </a:r>
            <a:endParaRPr lang="ko-KR" altLang="en-US" dirty="0">
              <a:solidFill>
                <a:srgbClr val="002060"/>
              </a:solidFill>
              <a:latin typeface="Lucida Sans" pitchFamily="34" charset="0"/>
              <a:cs typeface="Times New Roman" pitchFamily="18" charset="0"/>
            </a:endParaRPr>
          </a:p>
        </p:txBody>
      </p:sp>
      <p:pic>
        <p:nvPicPr>
          <p:cNvPr id="12" name="그림 10">
            <a:extLst>
              <a:ext uri="{FF2B5EF4-FFF2-40B4-BE49-F238E27FC236}">
                <a16:creationId xmlns:a16="http://schemas.microsoft.com/office/drawing/2014/main" id="{AFE2FB4C-3BFB-4753-8331-D70E2FE926D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7264" y="5983069"/>
            <a:ext cx="1167014" cy="557858"/>
          </a:xfrm>
          <a:prstGeom prst="rect">
            <a:avLst/>
          </a:prstGeom>
        </p:spPr>
      </p:pic>
      <p:pic>
        <p:nvPicPr>
          <p:cNvPr id="13" name="Picture 2" descr="C:\Users\LENOVO\Downloads\EU.jpg.png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58" y="5826369"/>
            <a:ext cx="1099805" cy="11116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97734" y="4804005"/>
            <a:ext cx="1072091" cy="1136183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5365" y="940795"/>
            <a:ext cx="6820852" cy="3686689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70463" y="3075540"/>
            <a:ext cx="7659169" cy="3477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85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내용 개체 틀 3">
            <a:extLst>
              <a:ext uri="{FF2B5EF4-FFF2-40B4-BE49-F238E27FC236}">
                <a16:creationId xmlns:a16="http://schemas.microsoft.com/office/drawing/2014/main" id="{0DAACD52-55D1-4E14-B7D9-C6130BEF76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365" y="160141"/>
            <a:ext cx="12192000" cy="685800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813F477-2DB1-46A7-A670-FD7FD84B31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32831" y="6008009"/>
            <a:ext cx="1559169" cy="544641"/>
          </a:xfrm>
          <a:prstGeom prst="rect">
            <a:avLst/>
          </a:prstGeom>
        </p:spPr>
      </p:pic>
      <p:sp>
        <p:nvSpPr>
          <p:cNvPr id="8" name="제목 2">
            <a:extLst>
              <a:ext uri="{FF2B5EF4-FFF2-40B4-BE49-F238E27FC236}">
                <a16:creationId xmlns:a16="http://schemas.microsoft.com/office/drawing/2014/main" id="{49D22F77-1738-468D-B68F-1FAF4A79BE5B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764275"/>
          </a:xfrm>
          <a:prstGeom prst="rect">
            <a:avLst/>
          </a:prstGeom>
          <a:solidFill>
            <a:schemeClr val="accent2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ko-KR" altLang="en-US" dirty="0">
              <a:solidFill>
                <a:srgbClr val="002060"/>
              </a:solidFill>
              <a:latin typeface="Lucida Sans" pitchFamily="34" charset="0"/>
              <a:cs typeface="Times New Roman" pitchFamily="18" charset="0"/>
            </a:endParaRPr>
          </a:p>
        </p:txBody>
      </p:sp>
      <p:pic>
        <p:nvPicPr>
          <p:cNvPr id="12" name="그림 10">
            <a:extLst>
              <a:ext uri="{FF2B5EF4-FFF2-40B4-BE49-F238E27FC236}">
                <a16:creationId xmlns:a16="http://schemas.microsoft.com/office/drawing/2014/main" id="{AFE2FB4C-3BFB-4753-8331-D70E2FE926D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7264" y="5983069"/>
            <a:ext cx="1167014" cy="557858"/>
          </a:xfrm>
          <a:prstGeom prst="rect">
            <a:avLst/>
          </a:prstGeom>
        </p:spPr>
      </p:pic>
      <p:pic>
        <p:nvPicPr>
          <p:cNvPr id="13" name="Picture 2" descr="C:\Users\LENOVO\Downloads\EU.jpg.png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58" y="5826369"/>
            <a:ext cx="1099805" cy="11116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97734" y="4804005"/>
            <a:ext cx="1072091" cy="1136183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7263" y="1156662"/>
            <a:ext cx="9139027" cy="4338411"/>
          </a:xfrm>
          <a:prstGeom prst="rect">
            <a:avLst/>
          </a:prstGeom>
        </p:spPr>
      </p:pic>
      <p:sp>
        <p:nvSpPr>
          <p:cNvPr id="10" name="제목 2">
            <a:extLst>
              <a:ext uri="{FF2B5EF4-FFF2-40B4-BE49-F238E27FC236}">
                <a16:creationId xmlns:a16="http://schemas.microsoft.com/office/drawing/2014/main" id="{49D22F77-1738-468D-B68F-1FAF4A79BE5B}"/>
              </a:ext>
            </a:extLst>
          </p:cNvPr>
          <p:cNvSpPr txBox="1">
            <a:spLocks/>
          </p:cNvSpPr>
          <p:nvPr/>
        </p:nvSpPr>
        <p:spPr>
          <a:xfrm>
            <a:off x="152400" y="152400"/>
            <a:ext cx="12192000" cy="764275"/>
          </a:xfrm>
          <a:prstGeom prst="rect">
            <a:avLst/>
          </a:prstGeom>
          <a:solidFill>
            <a:schemeClr val="accent2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altLang="ko-KR" dirty="0">
                <a:solidFill>
                  <a:srgbClr val="002060"/>
                </a:solidFill>
                <a:latin typeface="Lucida Sans" pitchFamily="34" charset="0"/>
                <a:cs typeface="Times New Roman" pitchFamily="18" charset="0"/>
              </a:rPr>
              <a:t>IPV6</a:t>
            </a:r>
            <a:r>
              <a:rPr lang="ko-KR" altLang="en-US" dirty="0">
                <a:solidFill>
                  <a:srgbClr val="002060"/>
                </a:solidFill>
                <a:latin typeface="Lucida Sans" pitchFamily="34" charset="0"/>
                <a:cs typeface="Times New Roman" pitchFamily="18" charset="0"/>
              </a:rPr>
              <a:t>  </a:t>
            </a:r>
            <a:r>
              <a:rPr lang="en-GB" altLang="ko-KR" dirty="0">
                <a:solidFill>
                  <a:srgbClr val="002060"/>
                </a:solidFill>
                <a:latin typeface="Lucida Sans" pitchFamily="34" charset="0"/>
                <a:cs typeface="Times New Roman" pitchFamily="18" charset="0"/>
              </a:rPr>
              <a:t>Shortening</a:t>
            </a:r>
            <a:endParaRPr lang="ko-KR" altLang="en-US" dirty="0">
              <a:solidFill>
                <a:srgbClr val="002060"/>
              </a:solidFill>
              <a:latin typeface="Lucida Sans" pitchFamily="34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04780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내용 개체 틀 3">
            <a:extLst>
              <a:ext uri="{FF2B5EF4-FFF2-40B4-BE49-F238E27FC236}">
                <a16:creationId xmlns:a16="http://schemas.microsoft.com/office/drawing/2014/main" id="{0DAACD52-55D1-4E14-B7D9-C6130BEF76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365" y="160141"/>
            <a:ext cx="12192000" cy="685800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813F477-2DB1-46A7-A670-FD7FD84B31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32831" y="6008009"/>
            <a:ext cx="1559169" cy="544641"/>
          </a:xfrm>
          <a:prstGeom prst="rect">
            <a:avLst/>
          </a:prstGeom>
        </p:spPr>
      </p:pic>
      <p:sp>
        <p:nvSpPr>
          <p:cNvPr id="8" name="제목 2">
            <a:extLst>
              <a:ext uri="{FF2B5EF4-FFF2-40B4-BE49-F238E27FC236}">
                <a16:creationId xmlns:a16="http://schemas.microsoft.com/office/drawing/2014/main" id="{49D22F77-1738-468D-B68F-1FAF4A79BE5B}"/>
              </a:ext>
            </a:extLst>
          </p:cNvPr>
          <p:cNvSpPr txBox="1">
            <a:spLocks/>
          </p:cNvSpPr>
          <p:nvPr/>
        </p:nvSpPr>
        <p:spPr>
          <a:xfrm>
            <a:off x="7458" y="-83354"/>
            <a:ext cx="12192000" cy="764275"/>
          </a:xfrm>
          <a:prstGeom prst="rect">
            <a:avLst/>
          </a:prstGeom>
          <a:solidFill>
            <a:schemeClr val="accent2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ko-KR" altLang="en-US" dirty="0">
              <a:solidFill>
                <a:srgbClr val="002060"/>
              </a:solidFill>
              <a:latin typeface="Lucida Sans" pitchFamily="34" charset="0"/>
              <a:cs typeface="Times New Roman" pitchFamily="18" charset="0"/>
            </a:endParaRPr>
          </a:p>
        </p:txBody>
      </p:sp>
      <p:pic>
        <p:nvPicPr>
          <p:cNvPr id="12" name="그림 10">
            <a:extLst>
              <a:ext uri="{FF2B5EF4-FFF2-40B4-BE49-F238E27FC236}">
                <a16:creationId xmlns:a16="http://schemas.microsoft.com/office/drawing/2014/main" id="{AFE2FB4C-3BFB-4753-8331-D70E2FE926D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7264" y="5983069"/>
            <a:ext cx="1167014" cy="557858"/>
          </a:xfrm>
          <a:prstGeom prst="rect">
            <a:avLst/>
          </a:prstGeom>
        </p:spPr>
      </p:pic>
      <p:pic>
        <p:nvPicPr>
          <p:cNvPr id="13" name="Picture 2" descr="C:\Users\LENOVO\Downloads\EU.jpg.png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58" y="5826369"/>
            <a:ext cx="1099805" cy="11116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97734" y="4804005"/>
            <a:ext cx="1072091" cy="1136183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95154" y="764275"/>
            <a:ext cx="7922065" cy="3028259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20794" y="3589141"/>
            <a:ext cx="5822836" cy="3089668"/>
          </a:xfrm>
          <a:prstGeom prst="rect">
            <a:avLst/>
          </a:prstGeom>
        </p:spPr>
      </p:pic>
      <p:sp>
        <p:nvSpPr>
          <p:cNvPr id="10" name="제목 2">
            <a:extLst>
              <a:ext uri="{FF2B5EF4-FFF2-40B4-BE49-F238E27FC236}">
                <a16:creationId xmlns:a16="http://schemas.microsoft.com/office/drawing/2014/main" id="{49D22F77-1738-468D-B68F-1FAF4A79BE5B}"/>
              </a:ext>
            </a:extLst>
          </p:cNvPr>
          <p:cNvSpPr txBox="1">
            <a:spLocks/>
          </p:cNvSpPr>
          <p:nvPr/>
        </p:nvSpPr>
        <p:spPr>
          <a:xfrm>
            <a:off x="7458" y="-67821"/>
            <a:ext cx="12192000" cy="764275"/>
          </a:xfrm>
          <a:prstGeom prst="rect">
            <a:avLst/>
          </a:prstGeom>
          <a:solidFill>
            <a:schemeClr val="accent2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altLang="ko-KR" dirty="0">
                <a:solidFill>
                  <a:srgbClr val="002060"/>
                </a:solidFill>
                <a:latin typeface="Lucida Sans" pitchFamily="34" charset="0"/>
                <a:cs typeface="Times New Roman" pitchFamily="18" charset="0"/>
              </a:rPr>
              <a:t>IPV6</a:t>
            </a:r>
            <a:r>
              <a:rPr lang="ko-KR" altLang="en-US" dirty="0">
                <a:solidFill>
                  <a:srgbClr val="002060"/>
                </a:solidFill>
                <a:latin typeface="Lucida Sans" pitchFamily="34" charset="0"/>
                <a:cs typeface="Times New Roman" pitchFamily="18" charset="0"/>
              </a:rPr>
              <a:t>  </a:t>
            </a:r>
            <a:r>
              <a:rPr lang="en-GB" altLang="ko-KR" dirty="0">
                <a:solidFill>
                  <a:srgbClr val="002060"/>
                </a:solidFill>
                <a:latin typeface="Lucida Sans" pitchFamily="34" charset="0"/>
                <a:cs typeface="Times New Roman" pitchFamily="18" charset="0"/>
              </a:rPr>
              <a:t>expanding</a:t>
            </a:r>
            <a:endParaRPr lang="ko-KR" altLang="en-US" dirty="0">
              <a:solidFill>
                <a:srgbClr val="002060"/>
              </a:solidFill>
              <a:latin typeface="Lucida Sans" pitchFamily="34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772666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내용 개체 틀 3">
            <a:extLst>
              <a:ext uri="{FF2B5EF4-FFF2-40B4-BE49-F238E27FC236}">
                <a16:creationId xmlns:a16="http://schemas.microsoft.com/office/drawing/2014/main" id="{0DAACD52-55D1-4E14-B7D9-C6130BEF76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365" y="160141"/>
            <a:ext cx="12192000" cy="685800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813F477-2DB1-46A7-A670-FD7FD84B31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32831" y="6008009"/>
            <a:ext cx="1559169" cy="544641"/>
          </a:xfrm>
          <a:prstGeom prst="rect">
            <a:avLst/>
          </a:prstGeom>
        </p:spPr>
      </p:pic>
      <p:sp>
        <p:nvSpPr>
          <p:cNvPr id="8" name="제목 2">
            <a:extLst>
              <a:ext uri="{FF2B5EF4-FFF2-40B4-BE49-F238E27FC236}">
                <a16:creationId xmlns:a16="http://schemas.microsoft.com/office/drawing/2014/main" id="{49D22F77-1738-468D-B68F-1FAF4A79BE5B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764275"/>
          </a:xfrm>
          <a:prstGeom prst="rect">
            <a:avLst/>
          </a:prstGeom>
          <a:solidFill>
            <a:schemeClr val="accent2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altLang="ko-KR" dirty="0">
                <a:solidFill>
                  <a:srgbClr val="002060"/>
                </a:solidFill>
                <a:latin typeface="Lucida Sans" pitchFamily="34" charset="0"/>
                <a:cs typeface="Times New Roman" pitchFamily="18" charset="0"/>
              </a:rPr>
              <a:t>Finding the IPV6</a:t>
            </a:r>
            <a:r>
              <a:rPr lang="ko-KR" altLang="en-US" dirty="0">
                <a:solidFill>
                  <a:srgbClr val="002060"/>
                </a:solidFill>
                <a:latin typeface="Lucida Sans" pitchFamily="34" charset="0"/>
                <a:cs typeface="Times New Roman" pitchFamily="18" charset="0"/>
              </a:rPr>
              <a:t>  </a:t>
            </a:r>
            <a:r>
              <a:rPr lang="en-GB" altLang="ko-KR" dirty="0">
                <a:solidFill>
                  <a:srgbClr val="002060"/>
                </a:solidFill>
                <a:latin typeface="Lucida Sans" pitchFamily="34" charset="0"/>
                <a:cs typeface="Times New Roman" pitchFamily="18" charset="0"/>
              </a:rPr>
              <a:t>Prefix</a:t>
            </a:r>
            <a:endParaRPr lang="ko-KR" altLang="en-US" dirty="0">
              <a:solidFill>
                <a:srgbClr val="002060"/>
              </a:solidFill>
              <a:latin typeface="Lucida Sans" pitchFamily="34" charset="0"/>
              <a:cs typeface="Times New Roman" pitchFamily="18" charset="0"/>
            </a:endParaRPr>
          </a:p>
        </p:txBody>
      </p:sp>
      <p:pic>
        <p:nvPicPr>
          <p:cNvPr id="12" name="그림 10">
            <a:extLst>
              <a:ext uri="{FF2B5EF4-FFF2-40B4-BE49-F238E27FC236}">
                <a16:creationId xmlns:a16="http://schemas.microsoft.com/office/drawing/2014/main" id="{AFE2FB4C-3BFB-4753-8331-D70E2FE926D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7264" y="5983069"/>
            <a:ext cx="1167014" cy="557858"/>
          </a:xfrm>
          <a:prstGeom prst="rect">
            <a:avLst/>
          </a:prstGeom>
        </p:spPr>
      </p:pic>
      <p:pic>
        <p:nvPicPr>
          <p:cNvPr id="13" name="Picture 2" descr="C:\Users\LENOVO\Downloads\EU.jpg.png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58" y="5826369"/>
            <a:ext cx="1099805" cy="11116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97734" y="4804005"/>
            <a:ext cx="1072091" cy="1136183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70719" y="920975"/>
            <a:ext cx="8564170" cy="4334480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66923" y="5245777"/>
            <a:ext cx="7290543" cy="1474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51602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내용 개체 틀 3">
            <a:extLst>
              <a:ext uri="{FF2B5EF4-FFF2-40B4-BE49-F238E27FC236}">
                <a16:creationId xmlns:a16="http://schemas.microsoft.com/office/drawing/2014/main" id="{0DAACD52-55D1-4E14-B7D9-C6130BEF76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365" y="160141"/>
            <a:ext cx="12192000" cy="685800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813F477-2DB1-46A7-A670-FD7FD84B31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32831" y="6008009"/>
            <a:ext cx="1559169" cy="544641"/>
          </a:xfrm>
          <a:prstGeom prst="rect">
            <a:avLst/>
          </a:prstGeom>
        </p:spPr>
      </p:pic>
      <p:sp>
        <p:nvSpPr>
          <p:cNvPr id="8" name="제목 2">
            <a:extLst>
              <a:ext uri="{FF2B5EF4-FFF2-40B4-BE49-F238E27FC236}">
                <a16:creationId xmlns:a16="http://schemas.microsoft.com/office/drawing/2014/main" id="{49D22F77-1738-468D-B68F-1FAF4A79BE5B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764275"/>
          </a:xfrm>
          <a:prstGeom prst="rect">
            <a:avLst/>
          </a:prstGeom>
          <a:solidFill>
            <a:schemeClr val="accent2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ko-KR" altLang="en-US" dirty="0">
              <a:solidFill>
                <a:srgbClr val="002060"/>
              </a:solidFill>
              <a:latin typeface="Lucida Sans" pitchFamily="34" charset="0"/>
              <a:cs typeface="Times New Roman" pitchFamily="18" charset="0"/>
            </a:endParaRPr>
          </a:p>
        </p:txBody>
      </p:sp>
      <p:pic>
        <p:nvPicPr>
          <p:cNvPr id="12" name="그림 10">
            <a:extLst>
              <a:ext uri="{FF2B5EF4-FFF2-40B4-BE49-F238E27FC236}">
                <a16:creationId xmlns:a16="http://schemas.microsoft.com/office/drawing/2014/main" id="{AFE2FB4C-3BFB-4753-8331-D70E2FE926D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7264" y="5983069"/>
            <a:ext cx="1167014" cy="557858"/>
          </a:xfrm>
          <a:prstGeom prst="rect">
            <a:avLst/>
          </a:prstGeom>
        </p:spPr>
      </p:pic>
      <p:pic>
        <p:nvPicPr>
          <p:cNvPr id="13" name="Picture 2" descr="C:\Users\LENOVO\Downloads\EU.jpg.png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58" y="5826369"/>
            <a:ext cx="1099805" cy="11116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97734" y="4804005"/>
            <a:ext cx="1072091" cy="1136183"/>
          </a:xfrm>
          <a:prstGeom prst="rect">
            <a:avLst/>
          </a:prstGeom>
        </p:spPr>
      </p:pic>
      <p:sp>
        <p:nvSpPr>
          <p:cNvPr id="10" name="제목 2">
            <a:extLst>
              <a:ext uri="{FF2B5EF4-FFF2-40B4-BE49-F238E27FC236}">
                <a16:creationId xmlns:a16="http://schemas.microsoft.com/office/drawing/2014/main" id="{49D22F77-1738-468D-B68F-1FAF4A79BE5B}"/>
              </a:ext>
            </a:extLst>
          </p:cNvPr>
          <p:cNvSpPr txBox="1">
            <a:spLocks/>
          </p:cNvSpPr>
          <p:nvPr/>
        </p:nvSpPr>
        <p:spPr>
          <a:xfrm>
            <a:off x="152400" y="152400"/>
            <a:ext cx="12192000" cy="764275"/>
          </a:xfrm>
          <a:prstGeom prst="rect">
            <a:avLst/>
          </a:prstGeom>
          <a:solidFill>
            <a:schemeClr val="accent2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altLang="ko-KR" dirty="0">
                <a:solidFill>
                  <a:srgbClr val="002060"/>
                </a:solidFill>
                <a:latin typeface="Lucida Sans" pitchFamily="34" charset="0"/>
                <a:cs typeface="Times New Roman" pitchFamily="18" charset="0"/>
              </a:rPr>
              <a:t>Finding the IPV6</a:t>
            </a:r>
            <a:r>
              <a:rPr lang="ko-KR" altLang="en-US" dirty="0">
                <a:solidFill>
                  <a:srgbClr val="002060"/>
                </a:solidFill>
                <a:latin typeface="Lucida Sans" pitchFamily="34" charset="0"/>
                <a:cs typeface="Times New Roman" pitchFamily="18" charset="0"/>
              </a:rPr>
              <a:t>  </a:t>
            </a:r>
            <a:r>
              <a:rPr lang="en-GB" altLang="ko-KR" dirty="0">
                <a:solidFill>
                  <a:srgbClr val="002060"/>
                </a:solidFill>
                <a:latin typeface="Lucida Sans" pitchFamily="34" charset="0"/>
                <a:cs typeface="Times New Roman" pitchFamily="18" charset="0"/>
              </a:rPr>
              <a:t>Prefix</a:t>
            </a:r>
            <a:endParaRPr lang="ko-KR" altLang="en-US" dirty="0">
              <a:solidFill>
                <a:srgbClr val="002060"/>
              </a:solidFill>
              <a:latin typeface="Lucida Sans" pitchFamily="34" charset="0"/>
              <a:cs typeface="Times New Roman" pitchFamily="18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51871" y="924416"/>
            <a:ext cx="6976084" cy="2793572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57259" y="3817752"/>
            <a:ext cx="5067746" cy="2317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27013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7" name="Rectangle 2"/>
          <p:cNvSpPr>
            <a:spLocks noGrp="1" noChangeArrowheads="1"/>
          </p:cNvSpPr>
          <p:nvPr>
            <p:ph type="title"/>
          </p:nvPr>
        </p:nvSpPr>
        <p:spPr>
          <a:xfrm>
            <a:off x="1956804" y="393281"/>
            <a:ext cx="8772157" cy="838200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sz="1800" dirty="0">
                <a:latin typeface="Arial" charset="0"/>
              </a:rPr>
              <a:t>IPv4 Issues</a:t>
            </a:r>
            <a:br>
              <a:rPr lang="en-US" dirty="0">
                <a:latin typeface="Arial" charset="0"/>
              </a:rPr>
            </a:br>
            <a:r>
              <a:rPr lang="en-US" dirty="0">
                <a:latin typeface="Arial" charset="0"/>
              </a:rPr>
              <a:t>IPv4 and IPv6 Coexistence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50720" y="1490561"/>
            <a:ext cx="804868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2000" dirty="0"/>
              <a:t>The migration techniques can be divided into three categories: </a:t>
            </a:r>
          </a:p>
          <a:p>
            <a:pPr algn="l"/>
            <a:r>
              <a:rPr lang="en-US" sz="2000" dirty="0"/>
              <a:t>Dual-stack, </a:t>
            </a:r>
            <a:r>
              <a:rPr lang="en-US" sz="2000" dirty="0" err="1"/>
              <a:t>Tunnelling</a:t>
            </a:r>
            <a:r>
              <a:rPr lang="en-US" sz="2000" dirty="0"/>
              <a:t>, and Translation.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20440" y="2830418"/>
            <a:ext cx="4327208" cy="3002174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  <p:sp>
        <p:nvSpPr>
          <p:cNvPr id="2" name="Rectangle 1"/>
          <p:cNvSpPr/>
          <p:nvPr/>
        </p:nvSpPr>
        <p:spPr>
          <a:xfrm>
            <a:off x="2087880" y="5865674"/>
            <a:ext cx="792676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/>
            <a:r>
              <a:rPr lang="en-US" sz="2000" b="1" dirty="0"/>
              <a:t>Dual-stack: </a:t>
            </a:r>
            <a:r>
              <a:rPr lang="en-US" sz="2000" dirty="0"/>
              <a:t>Allows IPv4 and IPv6 to coexist on the same network. Devices run both IPv4 and IPv6 protocol stacks simultaneously.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32960" y="2407920"/>
            <a:ext cx="1828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Dual-stack</a:t>
            </a:r>
          </a:p>
        </p:txBody>
      </p:sp>
    </p:spTree>
    <p:extLst>
      <p:ext uri="{BB962C8B-B14F-4D97-AF65-F5344CB8AC3E}">
        <p14:creationId xmlns:p14="http://schemas.microsoft.com/office/powerpoint/2010/main" val="2314673770"/>
      </p:ext>
    </p:extLst>
  </p:cSld>
  <p:clrMapOvr>
    <a:masterClrMapping/>
  </p:clrMapOvr>
  <p:transition spd="med">
    <p:wipe dir="r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7" name="Rectangle 2"/>
          <p:cNvSpPr>
            <a:spLocks noGrp="1" noChangeArrowheads="1"/>
          </p:cNvSpPr>
          <p:nvPr>
            <p:ph type="title"/>
          </p:nvPr>
        </p:nvSpPr>
        <p:spPr>
          <a:xfrm>
            <a:off x="1895844" y="424872"/>
            <a:ext cx="8772157" cy="838200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sz="1800" dirty="0">
                <a:latin typeface="Arial" charset="0"/>
              </a:rPr>
              <a:t>IPv4 Issues</a:t>
            </a:r>
            <a:br>
              <a:rPr lang="en-US" dirty="0">
                <a:latin typeface="Arial" charset="0"/>
              </a:rPr>
            </a:br>
            <a:r>
              <a:rPr lang="en-US" dirty="0">
                <a:latin typeface="Arial" charset="0"/>
              </a:rPr>
              <a:t>IPv4 and IPv6 Coexistence (cont.)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80772" y="5786846"/>
            <a:ext cx="77447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2000" b="1" dirty="0" err="1"/>
              <a:t>Tunnelling</a:t>
            </a:r>
            <a:r>
              <a:rPr lang="en-US" sz="2000" dirty="0"/>
              <a:t>:  A method of transporting an IPv6 packet over an IPv4 network. The IPv6 packet is encapsulated inside an IPv4 packet.</a:t>
            </a: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45606" y="1905000"/>
            <a:ext cx="6384174" cy="384048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  <p:sp>
        <p:nvSpPr>
          <p:cNvPr id="3" name="TextBox 2"/>
          <p:cNvSpPr txBox="1"/>
          <p:nvPr/>
        </p:nvSpPr>
        <p:spPr>
          <a:xfrm>
            <a:off x="4160520" y="1478280"/>
            <a:ext cx="32308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Tunnelling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7976981"/>
      </p:ext>
    </p:extLst>
  </p:cSld>
  <p:clrMapOvr>
    <a:masterClrMapping/>
  </p:clrMapOvr>
  <p:transition spd="med">
    <p:wipe dir="r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7" name="Rectangle 2"/>
          <p:cNvSpPr>
            <a:spLocks noGrp="1" noChangeArrowheads="1"/>
          </p:cNvSpPr>
          <p:nvPr>
            <p:ph type="title"/>
          </p:nvPr>
        </p:nvSpPr>
        <p:spPr>
          <a:xfrm>
            <a:off x="1959649" y="440112"/>
            <a:ext cx="8772157" cy="838200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sz="1800" dirty="0">
                <a:latin typeface="Arial" charset="0"/>
              </a:rPr>
              <a:t>IPv4 Issues</a:t>
            </a:r>
            <a:br>
              <a:rPr lang="en-US" dirty="0">
                <a:latin typeface="Arial" charset="0"/>
              </a:rPr>
            </a:br>
            <a:r>
              <a:rPr lang="en-US" dirty="0">
                <a:latin typeface="Arial" charset="0"/>
              </a:rPr>
              <a:t>IPv4 and IPv6 Coexistence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6549" y="4503784"/>
            <a:ext cx="802796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2000" b="1" dirty="0"/>
              <a:t>Translation</a:t>
            </a:r>
            <a:r>
              <a:rPr lang="en-US" sz="2000" dirty="0"/>
              <a:t>: The Network Address Translation 64 (NAT64) allows IPv6-enabled devices to communicate with IPv4-enabled devices using a translation technique similar to NAT for IPv4. An IPv6 packet is translated to an IPv4 packet, and vice versa.</a:t>
            </a:r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05" t="16319"/>
          <a:stretch/>
        </p:blipFill>
        <p:spPr bwMode="auto">
          <a:xfrm>
            <a:off x="2575560" y="2164080"/>
            <a:ext cx="6659880" cy="2248262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4587240" y="1691640"/>
            <a:ext cx="2712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Translation</a:t>
            </a:r>
          </a:p>
        </p:txBody>
      </p:sp>
    </p:spTree>
    <p:extLst>
      <p:ext uri="{BB962C8B-B14F-4D97-AF65-F5344CB8AC3E}">
        <p14:creationId xmlns:p14="http://schemas.microsoft.com/office/powerpoint/2010/main" val="2779737887"/>
      </p:ext>
    </p:extLst>
  </p:cSld>
  <p:clrMapOvr>
    <a:masterClrMapping/>
  </p:clrMapOvr>
  <p:transition spd="med">
    <p:wipe dir="r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69" name="Rectangle 2"/>
          <p:cNvSpPr>
            <a:spLocks noGrp="1" noChangeArrowheads="1"/>
          </p:cNvSpPr>
          <p:nvPr>
            <p:ph type="title"/>
          </p:nvPr>
        </p:nvSpPr>
        <p:spPr>
          <a:xfrm>
            <a:off x="1895844" y="363912"/>
            <a:ext cx="8772157" cy="838200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sz="1800" dirty="0">
                <a:latin typeface="Arial" charset="0"/>
              </a:rPr>
              <a:t>Types of IPv6 Addresses</a:t>
            </a:r>
            <a:br>
              <a:rPr lang="en-US" dirty="0">
                <a:latin typeface="Arial" charset="0"/>
              </a:rPr>
            </a:br>
            <a:r>
              <a:rPr lang="en-US" dirty="0">
                <a:latin typeface="Arial" charset="0"/>
              </a:rPr>
              <a:t>IPv6 Prefix Length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sz="quarter" idx="1"/>
          </p:nvPr>
        </p:nvSpPr>
        <p:spPr>
          <a:xfrm>
            <a:off x="1935230" y="1325880"/>
            <a:ext cx="8382251" cy="4895098"/>
          </a:xfrm>
        </p:spPr>
        <p:txBody>
          <a:bodyPr/>
          <a:lstStyle/>
          <a:p>
            <a:r>
              <a:rPr lang="en-US" sz="2000" dirty="0"/>
              <a:t>IPv6 does not use the dotted-decimal subnet mask notation</a:t>
            </a:r>
          </a:p>
          <a:p>
            <a:r>
              <a:rPr lang="en-US" sz="2000" dirty="0"/>
              <a:t>Prefix length indicates the network portion of an IPv6 address using the following format: </a:t>
            </a: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en-US" dirty="0"/>
              <a:t>IPv6 address/prefix length</a:t>
            </a: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en-US" dirty="0"/>
              <a:t>Prefix length can range from 0 to 128</a:t>
            </a: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en-US" dirty="0"/>
              <a:t>Typical prefix length is /64</a:t>
            </a:r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90963" y="4338639"/>
            <a:ext cx="4410075" cy="1819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123" name="Picture 3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4961" y="3847699"/>
            <a:ext cx="1482834" cy="4823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362471304"/>
      </p:ext>
    </p:extLst>
  </p:cSld>
  <p:clrMapOvr>
    <a:masterClrMapping/>
  </p:clrMapOvr>
  <p:transition spd="med">
    <p:wipe dir="r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69" name="Rectangle 2"/>
          <p:cNvSpPr>
            <a:spLocks noGrp="1" noChangeArrowheads="1"/>
          </p:cNvSpPr>
          <p:nvPr>
            <p:ph type="title"/>
          </p:nvPr>
        </p:nvSpPr>
        <p:spPr>
          <a:xfrm>
            <a:off x="1895844" y="394392"/>
            <a:ext cx="8772157" cy="838200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sz="1800" dirty="0">
                <a:latin typeface="Arial" charset="0"/>
              </a:rPr>
              <a:t>Types of IPv6 Addresses</a:t>
            </a:r>
            <a:br>
              <a:rPr lang="en-US" dirty="0">
                <a:latin typeface="Arial" charset="0"/>
              </a:rPr>
            </a:br>
            <a:r>
              <a:rPr lang="en-US" dirty="0">
                <a:latin typeface="Arial" charset="0"/>
              </a:rPr>
              <a:t>IPv6 Address Types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49994" y="1781630"/>
            <a:ext cx="8432800" cy="23237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US" sz="2000" dirty="0"/>
              <a:t>There are three types of IPv6 addresses:</a:t>
            </a:r>
          </a:p>
          <a:p>
            <a:pPr marL="457200" indent="-4572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en-US" sz="2000" dirty="0"/>
              <a:t>Unicast</a:t>
            </a:r>
          </a:p>
          <a:p>
            <a:pPr marL="457200" indent="-4572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en-US" sz="2000" dirty="0"/>
              <a:t>Multicast </a:t>
            </a:r>
          </a:p>
          <a:p>
            <a:pPr marL="457200" indent="-4572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en-US" sz="2000" dirty="0" err="1"/>
              <a:t>Anycast</a:t>
            </a:r>
            <a:r>
              <a:rPr lang="en-US" sz="2000" dirty="0"/>
              <a:t>.</a:t>
            </a:r>
          </a:p>
          <a:p>
            <a:pPr>
              <a:spcBef>
                <a:spcPts val="600"/>
              </a:spcBef>
            </a:pPr>
            <a:endParaRPr lang="en-US" sz="2000" dirty="0"/>
          </a:p>
          <a:p>
            <a:pPr>
              <a:spcBef>
                <a:spcPts val="600"/>
              </a:spcBef>
            </a:pPr>
            <a:r>
              <a:rPr lang="en-US" sz="2000" b="1" dirty="0"/>
              <a:t>Note</a:t>
            </a:r>
            <a:r>
              <a:rPr lang="en-US" sz="2000" dirty="0"/>
              <a:t>: IPv6 does not have broadcast addresses.</a:t>
            </a:r>
          </a:p>
        </p:txBody>
      </p:sp>
    </p:spTree>
    <p:extLst>
      <p:ext uri="{BB962C8B-B14F-4D97-AF65-F5344CB8AC3E}">
        <p14:creationId xmlns:p14="http://schemas.microsoft.com/office/powerpoint/2010/main" val="266629806"/>
      </p:ext>
    </p:extLst>
  </p:cSld>
  <p:clrMapOvr>
    <a:masterClrMapping/>
  </p:clrMapOvr>
  <p:transition spd="med">
    <p:wipe dir="r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69" name="Rectangle 2"/>
          <p:cNvSpPr>
            <a:spLocks noGrp="1" noChangeArrowheads="1"/>
          </p:cNvSpPr>
          <p:nvPr>
            <p:ph type="title"/>
          </p:nvPr>
        </p:nvSpPr>
        <p:spPr>
          <a:xfrm>
            <a:off x="1895844" y="363912"/>
            <a:ext cx="8772157" cy="838200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sz="1800" dirty="0">
                <a:latin typeface="Arial" charset="0"/>
              </a:rPr>
              <a:t>Types of IPv6 Addresses</a:t>
            </a:r>
            <a:br>
              <a:rPr lang="en-US" dirty="0">
                <a:latin typeface="Arial" charset="0"/>
              </a:rPr>
            </a:br>
            <a:r>
              <a:rPr lang="en-US" dirty="0">
                <a:latin typeface="Arial" charset="0"/>
              </a:rPr>
              <a:t>IPv6 Unicast Addresses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sz="quarter" idx="1"/>
          </p:nvPr>
        </p:nvSpPr>
        <p:spPr>
          <a:xfrm>
            <a:off x="1900570" y="1502229"/>
            <a:ext cx="2743200" cy="536954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Unicast</a:t>
            </a:r>
            <a:r>
              <a:rPr lang="en-US" dirty="0"/>
              <a:t>  </a:t>
            </a:r>
          </a:p>
          <a:p>
            <a:pPr marL="342900" lvl="1" indent="-342900" defTabSz="457200">
              <a:buFont typeface="Wingdings" panose="05000000000000000000" pitchFamily="2" charset="2"/>
              <a:buChar char="§"/>
            </a:pPr>
            <a:r>
              <a:rPr lang="en-US" dirty="0"/>
              <a:t>Uniquely identifies an interface on an IPv6-enabled device.</a:t>
            </a:r>
          </a:p>
          <a:p>
            <a:pPr marL="342900" lvl="1" indent="-342900" defTabSz="457200">
              <a:buFont typeface="Wingdings" panose="05000000000000000000" pitchFamily="2" charset="2"/>
              <a:buChar char="§"/>
            </a:pPr>
            <a:r>
              <a:rPr lang="en-US" dirty="0"/>
              <a:t>A packet sent to a unicast address is received by the interface that is assigned that address.  </a:t>
            </a:r>
          </a:p>
          <a:p>
            <a:pPr>
              <a:buFont typeface="Wingdings" panose="05000000000000000000" pitchFamily="2" charset="2"/>
              <a:buChar char="§"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endParaRPr lang="en-US" dirty="0"/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82810" y="1502230"/>
            <a:ext cx="5913740" cy="4365171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479902126"/>
      </p:ext>
    </p:extLst>
  </p:cSld>
  <p:clrMapOvr>
    <a:masterClrMapping/>
  </p:clrMapOvr>
  <p:transition spd="med">
    <p:wipe dir="r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69" name="Rectangle 2"/>
          <p:cNvSpPr>
            <a:spLocks noGrp="1" noChangeArrowheads="1"/>
          </p:cNvSpPr>
          <p:nvPr>
            <p:ph type="title"/>
          </p:nvPr>
        </p:nvSpPr>
        <p:spPr>
          <a:xfrm>
            <a:off x="1900749" y="394392"/>
            <a:ext cx="8772157" cy="838200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sz="1800" dirty="0">
                <a:latin typeface="Arial" charset="0"/>
              </a:rPr>
              <a:t>Types of IPv6 Addresses</a:t>
            </a:r>
            <a:br>
              <a:rPr lang="en-US" dirty="0">
                <a:latin typeface="Arial" charset="0"/>
              </a:rPr>
            </a:br>
            <a:r>
              <a:rPr lang="en-US" dirty="0">
                <a:latin typeface="Arial" charset="0"/>
              </a:rPr>
              <a:t>IPv6 Unicast Addresses (cont.)</a:t>
            </a:r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29990" y="1538288"/>
            <a:ext cx="6169255" cy="4847272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7110120"/>
      </p:ext>
    </p:extLst>
  </p:cSld>
  <p:clrMapOvr>
    <a:masterClrMapping/>
  </p:clrMapOvr>
  <p:transition spd="med">
    <p:wipe dir="r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69" name="Rectangle 2"/>
          <p:cNvSpPr>
            <a:spLocks noGrp="1" noChangeArrowheads="1"/>
          </p:cNvSpPr>
          <p:nvPr>
            <p:ph type="title"/>
          </p:nvPr>
        </p:nvSpPr>
        <p:spPr>
          <a:xfrm>
            <a:off x="1895844" y="363912"/>
            <a:ext cx="8772157" cy="838200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sz="1800" dirty="0">
                <a:latin typeface="Arial" charset="0"/>
              </a:rPr>
              <a:t>Types of IPv6 Addresses</a:t>
            </a:r>
            <a:br>
              <a:rPr lang="en-US" dirty="0">
                <a:latin typeface="Arial" charset="0"/>
              </a:rPr>
            </a:br>
            <a:r>
              <a:rPr lang="en-US" dirty="0">
                <a:latin typeface="Arial" charset="0"/>
              </a:rPr>
              <a:t>IPv6 Unicast Addresses (cont.)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sz="quarter" idx="1"/>
          </p:nvPr>
        </p:nvSpPr>
        <p:spPr>
          <a:xfrm>
            <a:off x="1950470" y="1465943"/>
            <a:ext cx="8412731" cy="4898365"/>
          </a:xfrm>
        </p:spPr>
        <p:txBody>
          <a:bodyPr/>
          <a:lstStyle/>
          <a:p>
            <a:pPr marL="0" indent="0">
              <a:buNone/>
            </a:pPr>
            <a:r>
              <a:rPr lang="en-US" sz="2000" b="1" dirty="0"/>
              <a:t>Global Unicast</a:t>
            </a:r>
            <a:endParaRPr lang="en-US" sz="2000" dirty="0"/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en-US" dirty="0"/>
              <a:t>Similar to a public IPv4 address</a:t>
            </a: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en-US" dirty="0"/>
              <a:t>Globally unique</a:t>
            </a: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en-US" dirty="0"/>
              <a:t>Internet routable addresses</a:t>
            </a: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en-US" dirty="0"/>
              <a:t>Can be configured statically or assigned dynamically </a:t>
            </a:r>
          </a:p>
          <a:p>
            <a:pPr marL="0" indent="0">
              <a:buNone/>
            </a:pPr>
            <a:r>
              <a:rPr lang="en-US" sz="2000" b="1" dirty="0"/>
              <a:t>Link-local</a:t>
            </a:r>
            <a:endParaRPr lang="en-US" sz="2000" dirty="0"/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en-US" dirty="0"/>
              <a:t>Used to communicate with other devices on the same local link</a:t>
            </a: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en-US" dirty="0"/>
              <a:t>Confined to a single link;  not routable beyond the link</a:t>
            </a:r>
          </a:p>
        </p:txBody>
      </p:sp>
    </p:spTree>
    <p:extLst>
      <p:ext uri="{BB962C8B-B14F-4D97-AF65-F5344CB8AC3E}">
        <p14:creationId xmlns:p14="http://schemas.microsoft.com/office/powerpoint/2010/main" val="217277429"/>
      </p:ext>
    </p:extLst>
  </p:cSld>
  <p:clrMapOvr>
    <a:masterClrMapping/>
  </p:clrMapOvr>
  <p:transition spd="med">
    <p:wipe dir="r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69" name="Rectangle 2"/>
          <p:cNvSpPr>
            <a:spLocks noGrp="1" noChangeArrowheads="1"/>
          </p:cNvSpPr>
          <p:nvPr>
            <p:ph type="title"/>
          </p:nvPr>
        </p:nvSpPr>
        <p:spPr>
          <a:xfrm>
            <a:off x="1900749" y="348672"/>
            <a:ext cx="8772157" cy="838200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sz="1800" dirty="0">
                <a:latin typeface="Arial" charset="0"/>
              </a:rPr>
              <a:t>Types of IPv6 Addresses</a:t>
            </a:r>
            <a:br>
              <a:rPr lang="en-US" dirty="0">
                <a:latin typeface="Arial" charset="0"/>
              </a:rPr>
            </a:br>
            <a:r>
              <a:rPr lang="en-US" dirty="0">
                <a:latin typeface="Arial" charset="0"/>
              </a:rPr>
              <a:t>IPv6 Unicast Addresses (cont.)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sz="quarter" idx="1"/>
          </p:nvPr>
        </p:nvSpPr>
        <p:spPr>
          <a:xfrm>
            <a:off x="1950470" y="1432561"/>
            <a:ext cx="8336531" cy="4931747"/>
          </a:xfrm>
        </p:spPr>
        <p:txBody>
          <a:bodyPr>
            <a:normAutofit/>
          </a:bodyPr>
          <a:lstStyle/>
          <a:p>
            <a:pPr>
              <a:buNone/>
            </a:pPr>
            <a:r>
              <a:rPr lang="en-US" sz="2000" b="1" dirty="0"/>
              <a:t>Loopback</a:t>
            </a:r>
          </a:p>
          <a:p>
            <a:pPr marL="342900" lvl="1" indent="-342900">
              <a:buFont typeface="Wingdings" panose="05000000000000000000" pitchFamily="2" charset="2"/>
              <a:buChar char="§"/>
            </a:pPr>
            <a:r>
              <a:rPr lang="en-US" dirty="0"/>
              <a:t>Used by a host to send a packet to itself and cannot be assigned to a physical interface.</a:t>
            </a:r>
          </a:p>
          <a:p>
            <a:pPr marL="342900" lvl="1" indent="-342900">
              <a:buFont typeface="Wingdings" panose="05000000000000000000" pitchFamily="2" charset="2"/>
              <a:buChar char="§"/>
            </a:pPr>
            <a:r>
              <a:rPr lang="en-US" dirty="0"/>
              <a:t>Ping an IPv6 loopback address to test the configuration of TCP/IP on the local host.</a:t>
            </a:r>
          </a:p>
          <a:p>
            <a:pPr marL="342900" lvl="1" indent="-342900">
              <a:buFont typeface="Wingdings" panose="05000000000000000000" pitchFamily="2" charset="2"/>
              <a:buChar char="§"/>
            </a:pPr>
            <a:r>
              <a:rPr lang="en-US" dirty="0"/>
              <a:t>All-0s except for the last bit, represented as ::1/128 or just ::1.</a:t>
            </a:r>
          </a:p>
          <a:p>
            <a:pPr>
              <a:buNone/>
            </a:pPr>
            <a:r>
              <a:rPr lang="en-US" sz="2000" b="1" dirty="0"/>
              <a:t>Unspecified Address </a:t>
            </a:r>
          </a:p>
          <a:p>
            <a:pPr marL="342900" lvl="1" indent="-342900">
              <a:buFont typeface="Wingdings" panose="05000000000000000000" pitchFamily="2" charset="2"/>
              <a:buChar char="§"/>
            </a:pPr>
            <a:r>
              <a:rPr lang="en-US" dirty="0"/>
              <a:t>All-0’s address represented as ::/128 or just :: </a:t>
            </a:r>
          </a:p>
          <a:p>
            <a:pPr marL="342900" lvl="1" indent="-342900">
              <a:buFont typeface="Wingdings" panose="05000000000000000000" pitchFamily="2" charset="2"/>
              <a:buChar char="§"/>
            </a:pPr>
            <a:r>
              <a:rPr lang="en-US" dirty="0"/>
              <a:t>Cannot be assigned to an interface and is only used as a source address.</a:t>
            </a:r>
          </a:p>
          <a:p>
            <a:pPr marL="342900" lvl="1" indent="-342900">
              <a:buFont typeface="Wingdings" panose="05000000000000000000" pitchFamily="2" charset="2"/>
              <a:buChar char="§"/>
            </a:pPr>
            <a:r>
              <a:rPr lang="en-US" dirty="0"/>
              <a:t>An unspecified address is used as a source address when the device does not yet have a permanent IPv6 address or when the source of the packet is irrelevant to the destination.</a:t>
            </a:r>
          </a:p>
        </p:txBody>
      </p:sp>
    </p:spTree>
    <p:extLst>
      <p:ext uri="{BB962C8B-B14F-4D97-AF65-F5344CB8AC3E}">
        <p14:creationId xmlns:p14="http://schemas.microsoft.com/office/powerpoint/2010/main" val="2185777927"/>
      </p:ext>
    </p:extLst>
  </p:cSld>
  <p:clrMapOvr>
    <a:masterClrMapping/>
  </p:clrMapOvr>
  <p:transition spd="med">
    <p:wipe dir="r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69" name="Rectangle 2"/>
          <p:cNvSpPr>
            <a:spLocks noGrp="1" noChangeArrowheads="1"/>
          </p:cNvSpPr>
          <p:nvPr>
            <p:ph type="title"/>
          </p:nvPr>
        </p:nvSpPr>
        <p:spPr>
          <a:xfrm>
            <a:off x="1895844" y="363912"/>
            <a:ext cx="8772157" cy="838200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sz="1800" dirty="0">
                <a:latin typeface="Arial" charset="0"/>
              </a:rPr>
              <a:t>Types of IPv6 Addresses</a:t>
            </a:r>
            <a:br>
              <a:rPr lang="en-US" dirty="0">
                <a:latin typeface="Arial" charset="0"/>
              </a:rPr>
            </a:br>
            <a:r>
              <a:rPr lang="en-US" dirty="0">
                <a:latin typeface="Arial" charset="0"/>
              </a:rPr>
              <a:t>IPv6 Unicast Addresses (cont.)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sz="quarter" idx="1"/>
          </p:nvPr>
        </p:nvSpPr>
        <p:spPr>
          <a:xfrm>
            <a:off x="1935230" y="1465943"/>
            <a:ext cx="8321291" cy="4898365"/>
          </a:xfrm>
        </p:spPr>
        <p:txBody>
          <a:bodyPr/>
          <a:lstStyle/>
          <a:p>
            <a:pPr marL="0" indent="0">
              <a:buNone/>
            </a:pPr>
            <a:r>
              <a:rPr lang="en-US" sz="2000" b="1" dirty="0"/>
              <a:t>Unique Local</a:t>
            </a:r>
            <a:endParaRPr lang="en-US" sz="2000" dirty="0"/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en-US" dirty="0"/>
              <a:t>Similar to private addresses for IPv4.</a:t>
            </a: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en-US" dirty="0"/>
              <a:t>Used for local addressing within a site or between a limited number of sites.</a:t>
            </a: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en-US" dirty="0"/>
              <a:t>In the range of FC00::/7 to FDFF::/7.</a:t>
            </a:r>
          </a:p>
          <a:p>
            <a:pPr marL="0" indent="0">
              <a:buNone/>
            </a:pPr>
            <a:r>
              <a:rPr lang="en-US" sz="2000" b="1" dirty="0"/>
              <a:t>IPv4 Embedded (not covered in this course)</a:t>
            </a:r>
            <a:endParaRPr lang="en-US" sz="2000" dirty="0"/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en-US" dirty="0"/>
              <a:t>Used to help transition from IPv4 to IPv6.</a:t>
            </a:r>
            <a:endParaRPr lang="en-US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265504496"/>
      </p:ext>
    </p:extLst>
  </p:cSld>
  <p:clrMapOvr>
    <a:masterClrMapping/>
  </p:clrMapOvr>
  <p:transition spd="med">
    <p:wipe dir="r"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69" name="Rectangle 2"/>
          <p:cNvSpPr>
            <a:spLocks noGrp="1" noChangeArrowheads="1"/>
          </p:cNvSpPr>
          <p:nvPr>
            <p:ph type="title"/>
          </p:nvPr>
        </p:nvSpPr>
        <p:spPr>
          <a:xfrm>
            <a:off x="1895844" y="363912"/>
            <a:ext cx="8772157" cy="838200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sz="1800" dirty="0">
                <a:latin typeface="Arial" charset="0"/>
              </a:rPr>
              <a:t>Types of IPv6 Addresses</a:t>
            </a:r>
            <a:br>
              <a:rPr lang="en-US" dirty="0">
                <a:latin typeface="Arial" charset="0"/>
              </a:rPr>
            </a:br>
            <a:r>
              <a:rPr lang="en-US" dirty="0">
                <a:latin typeface="Arial" charset="0"/>
              </a:rPr>
              <a:t>IPv6 Link-Local Unicast Addresses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sz="quarter" idx="1"/>
          </p:nvPr>
        </p:nvSpPr>
        <p:spPr>
          <a:xfrm>
            <a:off x="1950720" y="1478280"/>
            <a:ext cx="8168640" cy="4856999"/>
          </a:xfrm>
        </p:spPr>
        <p:txBody>
          <a:bodyPr/>
          <a:lstStyle/>
          <a:p>
            <a:r>
              <a:rPr lang="en-US" sz="2000" dirty="0"/>
              <a:t>Every IPv6-enabled network interface is REQUIRED to have a link-local address</a:t>
            </a:r>
          </a:p>
          <a:p>
            <a:r>
              <a:rPr lang="en-US" sz="2000" dirty="0"/>
              <a:t>Enables a device to communicate with other IPv6-enabled devices on the same link and only on that link (subnet)</a:t>
            </a:r>
          </a:p>
          <a:p>
            <a:r>
              <a:rPr lang="en-US" sz="2000" dirty="0"/>
              <a:t>FE80::/10 range, first 10 bits are 1111 1110 10xx </a:t>
            </a:r>
            <a:r>
              <a:rPr lang="en-US" sz="2000" dirty="0" err="1"/>
              <a:t>xxxx</a:t>
            </a:r>
            <a:endParaRPr lang="en-US" sz="2000" dirty="0"/>
          </a:p>
          <a:p>
            <a:r>
              <a:rPr lang="en-US" sz="2000" dirty="0"/>
              <a:t>1111 1110 10</a:t>
            </a:r>
            <a:r>
              <a:rPr lang="en-US" sz="2000" b="1" dirty="0">
                <a:solidFill>
                  <a:srgbClr val="FF0000"/>
                </a:solidFill>
              </a:rPr>
              <a:t>00 0000</a:t>
            </a:r>
            <a:r>
              <a:rPr lang="en-US" sz="2000" dirty="0">
                <a:solidFill>
                  <a:srgbClr val="FF0000"/>
                </a:solidFill>
              </a:rPr>
              <a:t> </a:t>
            </a:r>
            <a:r>
              <a:rPr lang="en-US" sz="2000" dirty="0"/>
              <a:t>(FE80) - 1111 1110 10</a:t>
            </a:r>
            <a:r>
              <a:rPr lang="en-US" sz="2000" b="1" dirty="0">
                <a:solidFill>
                  <a:srgbClr val="FF0000"/>
                </a:solidFill>
              </a:rPr>
              <a:t>11 1111</a:t>
            </a:r>
            <a:r>
              <a:rPr lang="en-US" sz="2000" dirty="0">
                <a:solidFill>
                  <a:srgbClr val="FF0000"/>
                </a:solidFill>
              </a:rPr>
              <a:t> </a:t>
            </a:r>
            <a:r>
              <a:rPr lang="en-US" sz="2000" dirty="0"/>
              <a:t>(FEBF)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81650" y="-762000"/>
            <a:ext cx="40576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Add a header</a:t>
            </a:r>
          </a:p>
        </p:txBody>
      </p:sp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88920" y="4133850"/>
            <a:ext cx="6600095" cy="2145031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64523957"/>
      </p:ext>
    </p:extLst>
  </p:cSld>
  <p:clrMapOvr>
    <a:masterClrMapping/>
  </p:clrMapOvr>
  <p:transition spd="med">
    <p:wipe dir="r"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69" name="Rectangle 2"/>
          <p:cNvSpPr>
            <a:spLocks noGrp="1" noChangeArrowheads="1"/>
          </p:cNvSpPr>
          <p:nvPr>
            <p:ph type="title"/>
          </p:nvPr>
        </p:nvSpPr>
        <p:spPr>
          <a:xfrm>
            <a:off x="1940653" y="379152"/>
            <a:ext cx="8772157" cy="838200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sz="1800" dirty="0">
                <a:latin typeface="Arial" charset="0"/>
              </a:rPr>
              <a:t>Types of IPv6 Addresses</a:t>
            </a:r>
            <a:br>
              <a:rPr lang="en-US" dirty="0">
                <a:latin typeface="Arial" charset="0"/>
              </a:rPr>
            </a:br>
            <a:r>
              <a:rPr lang="en-US" dirty="0">
                <a:latin typeface="Arial" charset="0"/>
              </a:rPr>
              <a:t>IPv6 Link-Local Unicast Addresses (cont.)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50720" y="1545053"/>
            <a:ext cx="2487930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2000" dirty="0"/>
              <a:t>Packets with a source or destination link-local address cannot be routed beyond the link from where the packet originated.</a:t>
            </a:r>
          </a:p>
          <a:p>
            <a:endParaRPr lang="en-US" dirty="0"/>
          </a:p>
        </p:txBody>
      </p:sp>
      <p:pic>
        <p:nvPicPr>
          <p:cNvPr id="7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31646" y="1504046"/>
            <a:ext cx="5179105" cy="5098362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7930091"/>
      </p:ext>
    </p:extLst>
  </p:cSld>
  <p:clrMapOvr>
    <a:masterClrMapping/>
  </p:clrMapOvr>
  <p:transition spd="med">
    <p:wipe dir="r"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69" name="Rectangle 2"/>
          <p:cNvSpPr>
            <a:spLocks noGrp="1" noChangeArrowheads="1"/>
          </p:cNvSpPr>
          <p:nvPr>
            <p:ph type="title"/>
          </p:nvPr>
        </p:nvSpPr>
        <p:spPr>
          <a:xfrm>
            <a:off x="1926324" y="409632"/>
            <a:ext cx="8604517" cy="855288"/>
          </a:xfrm>
        </p:spPr>
        <p:txBody>
          <a:bodyPr>
            <a:normAutofit/>
          </a:bodyPr>
          <a:lstStyle/>
          <a:p>
            <a:pPr eaLnBrk="1" hangingPunct="1"/>
            <a:r>
              <a:rPr lang="en-US" sz="1800" dirty="0">
                <a:latin typeface="Arial" charset="0"/>
              </a:rPr>
              <a:t>IPv6 Unicast Addresses</a:t>
            </a:r>
            <a:br>
              <a:rPr lang="en-US" dirty="0">
                <a:latin typeface="Arial" charset="0"/>
              </a:rPr>
            </a:br>
            <a:r>
              <a:rPr lang="en-US" sz="2800" dirty="0">
                <a:latin typeface="Arial" charset="0"/>
              </a:rPr>
              <a:t>Structure of an IPv6 Global Unicast Address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sz="quarter" idx="1"/>
          </p:nvPr>
        </p:nvSpPr>
        <p:spPr>
          <a:xfrm>
            <a:off x="1934324" y="1440452"/>
            <a:ext cx="8398397" cy="5086416"/>
          </a:xfrm>
        </p:spPr>
        <p:txBody>
          <a:bodyPr/>
          <a:lstStyle/>
          <a:p>
            <a:r>
              <a:rPr lang="en-US" sz="2000" dirty="0"/>
              <a:t>IPv6 global unicast addresses are globally unique and routable on the IPv6 Internet</a:t>
            </a:r>
          </a:p>
          <a:p>
            <a:r>
              <a:rPr lang="en-US" sz="2000" dirty="0"/>
              <a:t>Equivalent to public IPv4 addresses </a:t>
            </a:r>
          </a:p>
          <a:p>
            <a:r>
              <a:rPr lang="en-US" sz="2000" dirty="0"/>
              <a:t>ICANN allocates IPv6 address blocks to the five RIRs</a:t>
            </a:r>
          </a:p>
          <a:p>
            <a:r>
              <a:rPr lang="en-US" dirty="0"/>
              <a:t>Currently, only global </a:t>
            </a:r>
            <a:r>
              <a:rPr lang="en-US" dirty="0" err="1"/>
              <a:t>unicast</a:t>
            </a:r>
            <a:r>
              <a:rPr lang="en-US" dirty="0"/>
              <a:t> addresses with the first three bits of 001 or 2000::/3 are being assigned</a:t>
            </a:r>
          </a:p>
          <a:p>
            <a:endParaRPr lang="en-US" sz="20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15680" y="4509120"/>
            <a:ext cx="5460872" cy="1959582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63995306"/>
      </p:ext>
    </p:extLst>
  </p:cSld>
  <p:clrMapOvr>
    <a:masterClrMapping/>
  </p:clrMapOvr>
  <p:transition spd="med">
    <p:wipe dir="r"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69" name="Rectangle 2"/>
          <p:cNvSpPr>
            <a:spLocks noGrp="1" noChangeArrowheads="1"/>
          </p:cNvSpPr>
          <p:nvPr>
            <p:ph type="title"/>
          </p:nvPr>
        </p:nvSpPr>
        <p:spPr>
          <a:xfrm>
            <a:off x="1905001" y="344862"/>
            <a:ext cx="8772157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US" sz="1800" dirty="0">
                <a:latin typeface="Arial" charset="0"/>
              </a:rPr>
              <a:t>IPv6 Unicast Addresses</a:t>
            </a:r>
            <a:br>
              <a:rPr lang="en-US" dirty="0">
                <a:latin typeface="Arial" charset="0"/>
              </a:rPr>
            </a:br>
            <a:r>
              <a:rPr lang="en-US" sz="2400" dirty="0">
                <a:latin typeface="Arial" charset="0"/>
              </a:rPr>
              <a:t>Structure of an IPv6 Global Unicast Address (cont.)</a:t>
            </a:r>
          </a:p>
        </p:txBody>
      </p:sp>
      <p:sp>
        <p:nvSpPr>
          <p:cNvPr id="6" name="Content Placeholder 1"/>
          <p:cNvSpPr>
            <a:spLocks noGrp="1"/>
          </p:cNvSpPr>
          <p:nvPr>
            <p:ph sz="quarter" idx="1"/>
          </p:nvPr>
        </p:nvSpPr>
        <p:spPr>
          <a:xfrm>
            <a:off x="1905001" y="1470748"/>
            <a:ext cx="8260080" cy="875922"/>
          </a:xfrm>
        </p:spPr>
        <p:txBody>
          <a:bodyPr/>
          <a:lstStyle/>
          <a:p>
            <a:pPr marL="0" indent="0">
              <a:buNone/>
            </a:pPr>
            <a:r>
              <a:rPr lang="en-US" sz="2000" dirty="0"/>
              <a:t>A global unicast address has three parts: Global Routing Prefix, Subnet ID, and Interface ID.</a:t>
            </a:r>
          </a:p>
          <a:p>
            <a:pPr marL="0" indent="0">
              <a:buNone/>
            </a:pPr>
            <a:endParaRPr lang="en-US" sz="2000" dirty="0"/>
          </a:p>
          <a:p>
            <a:endParaRPr lang="en-US" sz="2000" dirty="0"/>
          </a:p>
          <a:p>
            <a:endParaRPr lang="en-US" dirty="0"/>
          </a:p>
        </p:txBody>
      </p:sp>
      <p:sp>
        <p:nvSpPr>
          <p:cNvPr id="8" name="Rectangle 7"/>
          <p:cNvSpPr/>
          <p:nvPr/>
        </p:nvSpPr>
        <p:spPr>
          <a:xfrm>
            <a:off x="1905000" y="2346670"/>
            <a:ext cx="8382000" cy="17081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36538" indent="-236538" defTabSz="814388">
              <a:lnSpc>
                <a:spcPct val="95000"/>
              </a:lnSpc>
              <a:spcBef>
                <a:spcPct val="50000"/>
              </a:spcBef>
              <a:buClr>
                <a:srgbClr val="708CA1"/>
              </a:buClr>
              <a:buFont typeface="Wingdings" charset="0"/>
              <a:buChar char="§"/>
            </a:pPr>
            <a:r>
              <a:rPr lang="en-US" sz="2000" b="1" kern="0" dirty="0">
                <a:solidFill>
                  <a:srgbClr val="000000"/>
                </a:solidFill>
                <a:latin typeface="Arial"/>
              </a:rPr>
              <a:t>Global Routing Prefix</a:t>
            </a:r>
            <a:r>
              <a:rPr lang="en-US" sz="2000" kern="0" dirty="0">
                <a:solidFill>
                  <a:srgbClr val="000000"/>
                </a:solidFill>
                <a:latin typeface="Arial"/>
              </a:rPr>
              <a:t> is the prefix or network portion of the address assigned by the provider, such as an ISP, to a customer or site, currently, RIR’s assign a /48 global routing prefix to customers. </a:t>
            </a:r>
          </a:p>
          <a:p>
            <a:pPr marL="236538" indent="-236538" defTabSz="814388">
              <a:lnSpc>
                <a:spcPct val="95000"/>
              </a:lnSpc>
              <a:spcBef>
                <a:spcPct val="50000"/>
              </a:spcBef>
              <a:buClr>
                <a:srgbClr val="708CA1"/>
              </a:buClr>
              <a:buFont typeface="Wingdings" charset="0"/>
              <a:buChar char="§"/>
            </a:pPr>
            <a:r>
              <a:rPr lang="en-US" sz="2000" kern="0" dirty="0">
                <a:solidFill>
                  <a:srgbClr val="000000"/>
                </a:solidFill>
                <a:latin typeface="Arial"/>
              </a:rPr>
              <a:t>2001:0DB8:ACAD::/48 has a prefix that indicates that the first 48 bits (2001:0DB8:ACAD) is the prefix or network portion.</a:t>
            </a:r>
          </a:p>
        </p:txBody>
      </p:sp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1844" y="4526280"/>
            <a:ext cx="5751196" cy="18423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  <p:pic>
        <p:nvPicPr>
          <p:cNvPr id="8195" name="Picture 3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92079" y="4222471"/>
            <a:ext cx="2295525" cy="238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266891279"/>
      </p:ext>
    </p:extLst>
  </p:cSld>
  <p:clrMapOvr>
    <a:masterClrMapping/>
  </p:clrMapOvr>
  <p:transition spd="med">
    <p:wipe dir="r"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69" name="Rectangle 2"/>
          <p:cNvSpPr>
            <a:spLocks noGrp="1" noChangeArrowheads="1"/>
          </p:cNvSpPr>
          <p:nvPr>
            <p:ph type="title"/>
          </p:nvPr>
        </p:nvSpPr>
        <p:spPr>
          <a:xfrm>
            <a:off x="1895844" y="280092"/>
            <a:ext cx="8772157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US" sz="1800" dirty="0">
                <a:latin typeface="Arial" charset="0"/>
              </a:rPr>
              <a:t>IPv6 Unicast Addresses</a:t>
            </a:r>
            <a:br>
              <a:rPr lang="en-US" dirty="0">
                <a:latin typeface="Arial" charset="0"/>
              </a:rPr>
            </a:br>
            <a:r>
              <a:rPr lang="en-US" sz="2400" dirty="0">
                <a:latin typeface="Arial" charset="0"/>
              </a:rPr>
              <a:t>Structure of an IPv6 Global Unicast Address (cont.)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sz="quarter" idx="1"/>
          </p:nvPr>
        </p:nvSpPr>
        <p:spPr>
          <a:xfrm>
            <a:off x="1950720" y="1396060"/>
            <a:ext cx="8520066" cy="5086416"/>
          </a:xfrm>
        </p:spPr>
        <p:txBody>
          <a:bodyPr/>
          <a:lstStyle/>
          <a:p>
            <a:r>
              <a:rPr lang="en-US" sz="2000" b="1" dirty="0"/>
              <a:t>Subnet ID</a:t>
            </a:r>
            <a:r>
              <a:rPr lang="en-US" sz="2000" dirty="0"/>
              <a:t> is used by an organization to identify subnets within its site</a:t>
            </a:r>
          </a:p>
          <a:p>
            <a:r>
              <a:rPr lang="en-US" sz="2000" b="1" dirty="0"/>
              <a:t>Interface ID</a:t>
            </a:r>
            <a:endParaRPr lang="en-US" sz="2000" dirty="0"/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en-US" dirty="0"/>
              <a:t>Equivalent to the host portion of an IPv4 address.</a:t>
            </a: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en-US" dirty="0"/>
              <a:t>Used because a single host may have multiple interfaces, each having one or more IPv6 addresses.</a:t>
            </a:r>
          </a:p>
          <a:p>
            <a:pPr marL="0" indent="0">
              <a:buNone/>
            </a:pPr>
            <a:endParaRPr lang="en-US" sz="2000" dirty="0"/>
          </a:p>
        </p:txBody>
      </p:sp>
      <p:pic>
        <p:nvPicPr>
          <p:cNvPr id="9218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58765" y="3352799"/>
            <a:ext cx="4400550" cy="32670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  <p:pic>
        <p:nvPicPr>
          <p:cNvPr id="9219" name="Picture 3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90775" y="4479609"/>
            <a:ext cx="2571750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415956629"/>
      </p:ext>
    </p:extLst>
  </p:cSld>
  <p:clrMapOvr>
    <a:masterClrMapping/>
  </p:clrMapOvr>
  <p:transition spd="med">
    <p:wipe dir="r"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69" name="Rectangle 2"/>
          <p:cNvSpPr>
            <a:spLocks noGrp="1" noChangeArrowheads="1"/>
          </p:cNvSpPr>
          <p:nvPr>
            <p:ph type="title"/>
          </p:nvPr>
        </p:nvSpPr>
        <p:spPr>
          <a:xfrm>
            <a:off x="1895844" y="338067"/>
            <a:ext cx="8772157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US" sz="1800" dirty="0">
                <a:latin typeface="Arial" charset="0"/>
              </a:rPr>
              <a:t>IPv6 Unicast Addresses</a:t>
            </a:r>
            <a:br>
              <a:rPr lang="en-US" dirty="0">
                <a:latin typeface="Arial" charset="0"/>
              </a:rPr>
            </a:br>
            <a:r>
              <a:rPr lang="en-US" sz="2800" dirty="0">
                <a:latin typeface="Arial" charset="0"/>
              </a:rPr>
              <a:t>Static Configuration of a Global Unicast Address</a:t>
            </a:r>
          </a:p>
        </p:txBody>
      </p:sp>
      <p:pic>
        <p:nvPicPr>
          <p:cNvPr id="10242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62933" y="1412777"/>
            <a:ext cx="5561027" cy="46666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472524181"/>
      </p:ext>
    </p:extLst>
  </p:cSld>
  <p:clrMapOvr>
    <a:masterClrMapping/>
  </p:clrMapOvr>
  <p:transition spd="med">
    <p:wipe dir="r"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69" name="Rectangle 2"/>
          <p:cNvSpPr>
            <a:spLocks noGrp="1" noChangeArrowheads="1"/>
          </p:cNvSpPr>
          <p:nvPr>
            <p:ph type="title"/>
          </p:nvPr>
        </p:nvSpPr>
        <p:spPr>
          <a:xfrm>
            <a:off x="1895844" y="512502"/>
            <a:ext cx="8772157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US" sz="1800" dirty="0">
                <a:latin typeface="Arial" charset="0"/>
              </a:rPr>
              <a:t>IPv6 Unicast Addresses</a:t>
            </a:r>
            <a:br>
              <a:rPr lang="en-US" dirty="0">
                <a:latin typeface="Arial" charset="0"/>
              </a:rPr>
            </a:br>
            <a:r>
              <a:rPr lang="en-US" sz="2400" dirty="0">
                <a:latin typeface="Arial" charset="0"/>
              </a:rPr>
              <a:t>Static Configuration of an IPv6 Global Unicast Address (cont.)</a:t>
            </a:r>
          </a:p>
        </p:txBody>
      </p:sp>
      <p:pic>
        <p:nvPicPr>
          <p:cNvPr id="3074" name="Picture 2" descr="C:\Users\ElaineHorn\Desktop\7-2-4-2-static-config-ipv6.jp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46453" y="1553546"/>
            <a:ext cx="5962878" cy="49125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2344373" y="2514600"/>
            <a:ext cx="140208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2000" dirty="0"/>
              <a:t>Windows IPv6 Setup</a:t>
            </a:r>
          </a:p>
        </p:txBody>
      </p:sp>
    </p:spTree>
    <p:extLst>
      <p:ext uri="{BB962C8B-B14F-4D97-AF65-F5344CB8AC3E}">
        <p14:creationId xmlns:p14="http://schemas.microsoft.com/office/powerpoint/2010/main" val="106347188"/>
      </p:ext>
    </p:extLst>
  </p:cSld>
  <p:clrMapOvr>
    <a:masterClrMapping/>
  </p:clrMapOvr>
  <p:transition spd="med">
    <p:wipe dir="r"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69" name="Rectangle 2"/>
          <p:cNvSpPr>
            <a:spLocks noGrp="1" noChangeArrowheads="1"/>
          </p:cNvSpPr>
          <p:nvPr>
            <p:ph type="title"/>
          </p:nvPr>
        </p:nvSpPr>
        <p:spPr>
          <a:xfrm>
            <a:off x="1915989" y="394392"/>
            <a:ext cx="8772157" cy="802360"/>
          </a:xfrm>
        </p:spPr>
        <p:txBody>
          <a:bodyPr/>
          <a:lstStyle/>
          <a:p>
            <a:pPr eaLnBrk="1" hangingPunct="1"/>
            <a:r>
              <a:rPr lang="en-US" sz="1800" dirty="0">
                <a:latin typeface="Arial" charset="0"/>
              </a:rPr>
              <a:t>IPv6 Unicast Addresses</a:t>
            </a:r>
            <a:br>
              <a:rPr lang="en-US" dirty="0">
                <a:latin typeface="Arial" charset="0"/>
              </a:rPr>
            </a:br>
            <a:r>
              <a:rPr lang="en-US" sz="2800" dirty="0">
                <a:latin typeface="Arial" charset="0"/>
              </a:rPr>
              <a:t>EUI-64 Process or Randomly Generated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04998" y="1340769"/>
            <a:ext cx="8305803" cy="44319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2000" b="1" dirty="0"/>
              <a:t>EUI-64 Process</a:t>
            </a:r>
          </a:p>
          <a:p>
            <a:pPr marL="236538" indent="-236538" defTabSz="814388">
              <a:lnSpc>
                <a:spcPct val="95000"/>
              </a:lnSpc>
              <a:spcBef>
                <a:spcPct val="50000"/>
              </a:spcBef>
              <a:buClr>
                <a:srgbClr val="708CA1"/>
              </a:buClr>
              <a:buFont typeface="Wingdings" charset="0"/>
              <a:buChar char="§"/>
            </a:pPr>
            <a:r>
              <a:rPr lang="en-US" sz="2000" dirty="0"/>
              <a:t>Uses a client’s 48-bit Ethernet MAC address and inserts another 16 bits in the middle of the 46-bit MAC address to create a 64-bit Interface ID.</a:t>
            </a:r>
          </a:p>
          <a:p>
            <a:pPr marL="236538" indent="-236538" defTabSz="814388">
              <a:lnSpc>
                <a:spcPct val="95000"/>
              </a:lnSpc>
              <a:spcBef>
                <a:spcPct val="50000"/>
              </a:spcBef>
              <a:buClr>
                <a:srgbClr val="708CA1"/>
              </a:buClr>
              <a:buFont typeface="Wingdings" charset="0"/>
              <a:buChar char="§"/>
            </a:pPr>
            <a:r>
              <a:rPr lang="en-US" sz="2000" dirty="0"/>
              <a:t>Advantage is that the Ethernet MAC address can be used to determine the interface; is easily tracked.</a:t>
            </a:r>
          </a:p>
          <a:p>
            <a:endParaRPr lang="en-US" sz="2000" dirty="0"/>
          </a:p>
          <a:p>
            <a:pPr algn="l"/>
            <a:r>
              <a:rPr lang="en-US" sz="2000" b="1" dirty="0"/>
              <a:t>EUI-64 Interface ID </a:t>
            </a:r>
            <a:r>
              <a:rPr lang="en-US" sz="2000" dirty="0"/>
              <a:t>is represented in binary and comprises three parts:</a:t>
            </a:r>
          </a:p>
          <a:p>
            <a:pPr marL="236538" indent="-236538" defTabSz="814388">
              <a:lnSpc>
                <a:spcPct val="95000"/>
              </a:lnSpc>
              <a:spcBef>
                <a:spcPct val="50000"/>
              </a:spcBef>
              <a:buClr>
                <a:srgbClr val="708CA1"/>
              </a:buClr>
              <a:buFont typeface="Wingdings" charset="0"/>
              <a:buChar char="§"/>
            </a:pPr>
            <a:r>
              <a:rPr lang="en-US" sz="2000" dirty="0"/>
              <a:t>24-bit OUI from the client MAC address, but the 7</a:t>
            </a:r>
            <a:r>
              <a:rPr lang="en-US" sz="2000" baseline="30000" dirty="0"/>
              <a:t>th</a:t>
            </a:r>
            <a:r>
              <a:rPr lang="en-US" sz="2000" dirty="0"/>
              <a:t> bit (the Universally/Locally bit) is reversed (0 becomes a 1).</a:t>
            </a:r>
          </a:p>
          <a:p>
            <a:pPr marL="236538" indent="-236538" defTabSz="814388">
              <a:lnSpc>
                <a:spcPct val="95000"/>
              </a:lnSpc>
              <a:spcBef>
                <a:spcPct val="50000"/>
              </a:spcBef>
              <a:buClr>
                <a:srgbClr val="708CA1"/>
              </a:buClr>
              <a:buFont typeface="Wingdings" charset="0"/>
              <a:buChar char="§"/>
            </a:pPr>
            <a:r>
              <a:rPr lang="en-US" sz="2000" dirty="0"/>
              <a:t>Inserted as a 16-bit value FFFE. </a:t>
            </a:r>
          </a:p>
          <a:p>
            <a:pPr marL="236538" indent="-236538" defTabSz="814388">
              <a:lnSpc>
                <a:spcPct val="95000"/>
              </a:lnSpc>
              <a:spcBef>
                <a:spcPct val="50000"/>
              </a:spcBef>
              <a:buClr>
                <a:srgbClr val="708CA1"/>
              </a:buClr>
              <a:buFont typeface="Wingdings" charset="0"/>
              <a:buChar char="§"/>
            </a:pPr>
            <a:r>
              <a:rPr lang="en-US" sz="2000" dirty="0"/>
              <a:t>24-bit device identifier from the client MAC address.</a:t>
            </a:r>
          </a:p>
          <a:p>
            <a:pPr algn="l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754871079"/>
      </p:ext>
    </p:extLst>
  </p:cSld>
  <p:clrMapOvr>
    <a:masterClrMapping/>
  </p:clrMapOvr>
  <p:transition spd="med">
    <p:wipe dir="r"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69" name="Rectangle 2"/>
          <p:cNvSpPr>
            <a:spLocks noGrp="1" noChangeArrowheads="1"/>
          </p:cNvSpPr>
          <p:nvPr>
            <p:ph type="title"/>
          </p:nvPr>
        </p:nvSpPr>
        <p:spPr>
          <a:xfrm>
            <a:off x="1961709" y="394392"/>
            <a:ext cx="8772157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US" sz="1800" dirty="0">
                <a:latin typeface="Arial" charset="0"/>
              </a:rPr>
              <a:t>IPv6 Unicast Addresses</a:t>
            </a:r>
            <a:br>
              <a:rPr lang="en-US" dirty="0">
                <a:latin typeface="Arial" charset="0"/>
              </a:rPr>
            </a:br>
            <a:r>
              <a:rPr lang="en-US" sz="2800" dirty="0">
                <a:latin typeface="Arial" charset="0"/>
              </a:rPr>
              <a:t>EUI-64 Process or Randomly Generated (cont.)</a:t>
            </a:r>
          </a:p>
        </p:txBody>
      </p:sp>
      <p:pic>
        <p:nvPicPr>
          <p:cNvPr id="14338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95851" y="1383251"/>
            <a:ext cx="5949615" cy="5024119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13260714"/>
      </p:ext>
    </p:extLst>
  </p:cSld>
  <p:clrMapOvr>
    <a:masterClrMapping/>
  </p:clrMapOvr>
  <p:transition spd="med">
    <p:wipe dir="r"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69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eaLnBrk="1" hangingPunct="1"/>
            <a:br>
              <a:rPr lang="en-US" sz="1800" dirty="0">
                <a:latin typeface="Arial" charset="0"/>
              </a:rPr>
            </a:br>
            <a:br>
              <a:rPr lang="en-US" sz="1800" dirty="0">
                <a:latin typeface="Arial" charset="0"/>
              </a:rPr>
            </a:br>
            <a:br>
              <a:rPr lang="en-US" sz="1800" dirty="0">
                <a:latin typeface="Arial" charset="0"/>
              </a:rPr>
            </a:br>
            <a:br>
              <a:rPr lang="en-US" sz="1800" dirty="0">
                <a:latin typeface="Arial" charset="0"/>
              </a:rPr>
            </a:br>
            <a:br>
              <a:rPr lang="en-US" sz="1800" dirty="0">
                <a:latin typeface="Arial" charset="0"/>
              </a:rPr>
            </a:br>
            <a:br>
              <a:rPr lang="en-US" sz="1800" dirty="0">
                <a:latin typeface="Arial" charset="0"/>
              </a:rPr>
            </a:br>
            <a:br>
              <a:rPr lang="en-US" sz="1800" dirty="0">
                <a:latin typeface="Arial" charset="0"/>
              </a:rPr>
            </a:br>
            <a:r>
              <a:rPr lang="en-US" sz="1800" dirty="0">
                <a:latin typeface="Arial" charset="0"/>
              </a:rPr>
              <a:t>IPv6 Unicast Addresses</a:t>
            </a:r>
            <a:br>
              <a:rPr lang="en-US" dirty="0">
                <a:latin typeface="Arial" charset="0"/>
              </a:rPr>
            </a:br>
            <a:r>
              <a:rPr lang="en-US" sz="2800" dirty="0">
                <a:latin typeface="Arial" charset="0"/>
              </a:rPr>
              <a:t>EUI-64 Process or Randomly Generated (cont.)</a:t>
            </a:r>
          </a:p>
        </p:txBody>
      </p:sp>
      <p:pic>
        <p:nvPicPr>
          <p:cNvPr id="11266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79742" y="1287766"/>
            <a:ext cx="7489098" cy="52349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575554714"/>
      </p:ext>
    </p:extLst>
  </p:cSld>
  <p:clrMapOvr>
    <a:masterClrMapping/>
  </p:clrMapOvr>
  <p:transition spd="med">
    <p:wipe dir="r"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69" name="Rectangle 2"/>
          <p:cNvSpPr>
            <a:spLocks noGrp="1" noChangeArrowheads="1"/>
          </p:cNvSpPr>
          <p:nvPr>
            <p:ph type="title"/>
          </p:nvPr>
        </p:nvSpPr>
        <p:spPr>
          <a:xfrm>
            <a:off x="1895844" y="394392"/>
            <a:ext cx="8772157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US" sz="1800" dirty="0">
                <a:latin typeface="Arial" charset="0"/>
              </a:rPr>
              <a:t>IPv6 Unicast Addresses</a:t>
            </a:r>
            <a:br>
              <a:rPr lang="en-US" dirty="0">
                <a:latin typeface="Arial" charset="0"/>
              </a:rPr>
            </a:br>
            <a:r>
              <a:rPr lang="en-US" sz="2800" dirty="0">
                <a:latin typeface="Arial" charset="0"/>
              </a:rPr>
              <a:t>EUI-64 Process or Randomly Generated (cont.)</a:t>
            </a:r>
          </a:p>
        </p:txBody>
      </p:sp>
      <p:sp>
        <p:nvSpPr>
          <p:cNvPr id="4" name="Rectangle 3"/>
          <p:cNvSpPr/>
          <p:nvPr/>
        </p:nvSpPr>
        <p:spPr>
          <a:xfrm>
            <a:off x="1847528" y="1484785"/>
            <a:ext cx="8399108" cy="261610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/>
            <a:r>
              <a:rPr lang="en-US" sz="2000" b="1" dirty="0"/>
              <a:t>Randomly Generated Interface IDs</a:t>
            </a:r>
          </a:p>
          <a:p>
            <a:pPr marL="236538" indent="-236538" defTabSz="814388">
              <a:lnSpc>
                <a:spcPct val="95000"/>
              </a:lnSpc>
              <a:spcBef>
                <a:spcPct val="50000"/>
              </a:spcBef>
              <a:buClr>
                <a:srgbClr val="708CA1"/>
              </a:buClr>
              <a:buFont typeface="Wingdings" charset="0"/>
              <a:buChar char="§"/>
            </a:pPr>
            <a:r>
              <a:rPr lang="en-US" sz="2000" dirty="0"/>
              <a:t>Depending upon the operating system, a device can use a randomly generated Interface ID instead of using the MAC address and the EUI-64 process.</a:t>
            </a:r>
          </a:p>
          <a:p>
            <a:pPr marL="236538" indent="-236538" defTabSz="814388">
              <a:lnSpc>
                <a:spcPct val="95000"/>
              </a:lnSpc>
              <a:spcBef>
                <a:spcPct val="50000"/>
              </a:spcBef>
              <a:buClr>
                <a:srgbClr val="708CA1"/>
              </a:buClr>
              <a:buFont typeface="Wingdings" charset="0"/>
              <a:buChar char="§"/>
            </a:pPr>
            <a:r>
              <a:rPr lang="en-US" sz="2000" dirty="0"/>
              <a:t>Beginning with Windows Vista, Windows uses a randomly generated Interface ID instead of one created with EUI-64.</a:t>
            </a:r>
          </a:p>
          <a:p>
            <a:pPr marL="236538" indent="-236538" defTabSz="814388">
              <a:lnSpc>
                <a:spcPct val="95000"/>
              </a:lnSpc>
              <a:spcBef>
                <a:spcPct val="50000"/>
              </a:spcBef>
              <a:buClr>
                <a:srgbClr val="708CA1"/>
              </a:buClr>
              <a:buFont typeface="Wingdings" charset="0"/>
              <a:buChar char="§"/>
            </a:pPr>
            <a:r>
              <a:rPr lang="en-US" sz="2000" dirty="0"/>
              <a:t>Windows XP (and previous Windows operating systems) used EUI-64.</a:t>
            </a:r>
          </a:p>
        </p:txBody>
      </p:sp>
    </p:spTree>
    <p:extLst>
      <p:ext uri="{BB962C8B-B14F-4D97-AF65-F5344CB8AC3E}">
        <p14:creationId xmlns:p14="http://schemas.microsoft.com/office/powerpoint/2010/main" val="196633220"/>
      </p:ext>
    </p:extLst>
  </p:cSld>
  <p:clrMapOvr>
    <a:masterClrMapping/>
  </p:clrMapOvr>
  <p:transition spd="med">
    <p:wipe dir="r"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69" name="Rectangle 2"/>
          <p:cNvSpPr>
            <a:spLocks noGrp="1" noChangeArrowheads="1"/>
          </p:cNvSpPr>
          <p:nvPr>
            <p:ph type="title"/>
          </p:nvPr>
        </p:nvSpPr>
        <p:spPr>
          <a:xfrm>
            <a:off x="1870269" y="394392"/>
            <a:ext cx="8772157" cy="838200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sz="1800" dirty="0">
                <a:latin typeface="Arial" charset="0"/>
              </a:rPr>
              <a:t>IPv6 Unicast Addresses</a:t>
            </a:r>
            <a:br>
              <a:rPr lang="en-US" dirty="0">
                <a:latin typeface="Arial" charset="0"/>
              </a:rPr>
            </a:br>
            <a:r>
              <a:rPr lang="en-US" dirty="0">
                <a:latin typeface="Arial" charset="0"/>
              </a:rPr>
              <a:t>Dynamic Link-local Addresses</a:t>
            </a:r>
          </a:p>
        </p:txBody>
      </p:sp>
      <p:sp>
        <p:nvSpPr>
          <p:cNvPr id="4" name="Rectangle 3"/>
          <p:cNvSpPr/>
          <p:nvPr/>
        </p:nvSpPr>
        <p:spPr>
          <a:xfrm>
            <a:off x="1858053" y="1572257"/>
            <a:ext cx="8230828" cy="445044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/>
            <a:r>
              <a:rPr lang="en-US" sz="2000" b="1" dirty="0"/>
              <a:t>Link-Local Address</a:t>
            </a:r>
          </a:p>
          <a:p>
            <a:pPr marL="236538" indent="-236538" defTabSz="814388">
              <a:lnSpc>
                <a:spcPct val="95000"/>
              </a:lnSpc>
              <a:spcBef>
                <a:spcPct val="50000"/>
              </a:spcBef>
              <a:buClr>
                <a:srgbClr val="708CA1"/>
              </a:buClr>
              <a:buFont typeface="Wingdings" charset="0"/>
              <a:buChar char="§"/>
            </a:pPr>
            <a:r>
              <a:rPr lang="en-US" sz="2000" dirty="0"/>
              <a:t>After a global unicast address is assigned to an interface, an IPv6-enabled device automatically generates its link-local address. </a:t>
            </a:r>
          </a:p>
          <a:p>
            <a:pPr marL="236538" indent="-236538" defTabSz="814388">
              <a:lnSpc>
                <a:spcPct val="95000"/>
              </a:lnSpc>
              <a:spcBef>
                <a:spcPct val="50000"/>
              </a:spcBef>
              <a:buClr>
                <a:srgbClr val="708CA1"/>
              </a:buClr>
              <a:buFont typeface="Wingdings" charset="0"/>
              <a:buChar char="§"/>
            </a:pPr>
            <a:r>
              <a:rPr lang="en-US" sz="2000" dirty="0"/>
              <a:t>Must have a link-local address that enables a device to communicate with other IPv6-enabled devices on the same subnet.</a:t>
            </a:r>
          </a:p>
          <a:p>
            <a:pPr marL="236538" indent="-236538" defTabSz="814388">
              <a:lnSpc>
                <a:spcPct val="95000"/>
              </a:lnSpc>
              <a:spcBef>
                <a:spcPct val="50000"/>
              </a:spcBef>
              <a:buClr>
                <a:srgbClr val="708CA1"/>
              </a:buClr>
              <a:buFont typeface="Wingdings" charset="0"/>
              <a:buChar char="§"/>
            </a:pPr>
            <a:r>
              <a:rPr lang="en-US" sz="2000" dirty="0"/>
              <a:t>Uses the link-local address of the local router for its default gateway IPv6 address.</a:t>
            </a:r>
          </a:p>
          <a:p>
            <a:pPr marL="236538" indent="-236538" defTabSz="814388">
              <a:lnSpc>
                <a:spcPct val="95000"/>
              </a:lnSpc>
              <a:spcBef>
                <a:spcPct val="50000"/>
              </a:spcBef>
              <a:buClr>
                <a:srgbClr val="708CA1"/>
              </a:buClr>
              <a:buFont typeface="Wingdings" charset="0"/>
              <a:buChar char="§"/>
            </a:pPr>
            <a:r>
              <a:rPr lang="en-US" sz="2000" dirty="0"/>
              <a:t>Routers exchange dynamic routing protocol messages using link-local addresses.</a:t>
            </a:r>
          </a:p>
          <a:p>
            <a:pPr marL="236538" indent="-236538" defTabSz="814388">
              <a:lnSpc>
                <a:spcPct val="95000"/>
              </a:lnSpc>
              <a:spcBef>
                <a:spcPct val="50000"/>
              </a:spcBef>
              <a:buClr>
                <a:srgbClr val="708CA1"/>
              </a:buClr>
              <a:buFont typeface="Wingdings" charset="0"/>
              <a:buChar char="§"/>
            </a:pPr>
            <a:r>
              <a:rPr lang="en-US" sz="2000" dirty="0"/>
              <a:t>Routers’ routing tables use the link-local address to identify the next-hop router when forwarding IPv6 packets.</a:t>
            </a:r>
          </a:p>
          <a:p>
            <a:pPr marL="342900" indent="-342900">
              <a:buFont typeface="Arial" pitchFamily="34" charset="0"/>
              <a:buChar char="•"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233449133"/>
      </p:ext>
    </p:extLst>
  </p:cSld>
  <p:clrMapOvr>
    <a:masterClrMapping/>
  </p:clrMapOvr>
  <p:transition spd="med">
    <p:wipe dir="r"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69" name="Rectangle 2"/>
          <p:cNvSpPr>
            <a:spLocks noGrp="1" noChangeArrowheads="1"/>
          </p:cNvSpPr>
          <p:nvPr>
            <p:ph type="title"/>
          </p:nvPr>
        </p:nvSpPr>
        <p:spPr>
          <a:xfrm>
            <a:off x="1895844" y="363912"/>
            <a:ext cx="8772157" cy="838200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sz="1800" dirty="0">
                <a:latin typeface="Arial" charset="0"/>
              </a:rPr>
              <a:t>IPv6 Unicast Addresses</a:t>
            </a:r>
            <a:br>
              <a:rPr lang="en-US" dirty="0">
                <a:latin typeface="Arial" charset="0"/>
              </a:rPr>
            </a:br>
            <a:r>
              <a:rPr lang="en-US" dirty="0">
                <a:latin typeface="Arial" charset="0"/>
              </a:rPr>
              <a:t>Dynamic Link-local Addresses (cont.)</a:t>
            </a:r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32816" y="3365383"/>
            <a:ext cx="7393784" cy="2963753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  <p:sp>
        <p:nvSpPr>
          <p:cNvPr id="5" name="Rectangle 4"/>
          <p:cNvSpPr/>
          <p:nvPr/>
        </p:nvSpPr>
        <p:spPr>
          <a:xfrm>
            <a:off x="1889035" y="1540691"/>
            <a:ext cx="8345715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/>
            <a:r>
              <a:rPr lang="en-US" sz="2000" b="1" dirty="0"/>
              <a:t>Dynamically Assigned </a:t>
            </a:r>
          </a:p>
          <a:p>
            <a:pPr algn="l"/>
            <a:endParaRPr lang="en-US" sz="2000" dirty="0"/>
          </a:p>
          <a:p>
            <a:pPr algn="l"/>
            <a:r>
              <a:rPr lang="en-US" sz="2000" dirty="0"/>
              <a:t>The link-local address is dynamically created using the FE80::/10 prefix and the Interface ID.</a:t>
            </a:r>
          </a:p>
        </p:txBody>
      </p:sp>
      <p:pic>
        <p:nvPicPr>
          <p:cNvPr id="12290" name="Picture 2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4634" y="3414914"/>
            <a:ext cx="1743075" cy="295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65503275"/>
      </p:ext>
    </p:extLst>
  </p:cSld>
  <p:clrMapOvr>
    <a:masterClrMapping/>
  </p:clrMapOvr>
  <p:transition spd="med">
    <p:wipe dir="r"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69" name="Rectangle 2"/>
          <p:cNvSpPr>
            <a:spLocks noGrp="1" noChangeArrowheads="1"/>
          </p:cNvSpPr>
          <p:nvPr>
            <p:ph type="title"/>
          </p:nvPr>
        </p:nvSpPr>
        <p:spPr>
          <a:xfrm>
            <a:off x="1895844" y="440112"/>
            <a:ext cx="8772157" cy="838200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sz="1800" dirty="0">
                <a:latin typeface="Arial" charset="0"/>
              </a:rPr>
              <a:t>IPv6 Unicast Addresses</a:t>
            </a:r>
            <a:br>
              <a:rPr lang="en-US" dirty="0">
                <a:latin typeface="Arial" charset="0"/>
              </a:rPr>
            </a:br>
            <a:r>
              <a:rPr lang="en-US" dirty="0">
                <a:latin typeface="Arial" charset="0"/>
              </a:rPr>
              <a:t>Static Link-local Addresses</a:t>
            </a:r>
          </a:p>
        </p:txBody>
      </p:sp>
      <p:pic>
        <p:nvPicPr>
          <p:cNvPr id="3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91502" y="2164536"/>
            <a:ext cx="7649335" cy="40776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Rectangle 3"/>
          <p:cNvSpPr/>
          <p:nvPr/>
        </p:nvSpPr>
        <p:spPr>
          <a:xfrm>
            <a:off x="4024990" y="1952170"/>
            <a:ext cx="417285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/>
            <a:r>
              <a:rPr lang="en-US" b="1" dirty="0"/>
              <a:t>Configuring Link-local</a:t>
            </a:r>
          </a:p>
        </p:txBody>
      </p:sp>
    </p:spTree>
    <p:extLst>
      <p:ext uri="{BB962C8B-B14F-4D97-AF65-F5344CB8AC3E}">
        <p14:creationId xmlns:p14="http://schemas.microsoft.com/office/powerpoint/2010/main" val="3727662802"/>
      </p:ext>
    </p:extLst>
  </p:cSld>
  <p:clrMapOvr>
    <a:masterClrMapping/>
  </p:clrMapOvr>
  <p:transition spd="med">
    <p:wipe dir="r"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69" name="Rectangle 2"/>
          <p:cNvSpPr>
            <a:spLocks noGrp="1" noChangeArrowheads="1"/>
          </p:cNvSpPr>
          <p:nvPr>
            <p:ph type="title"/>
          </p:nvPr>
        </p:nvSpPr>
        <p:spPr>
          <a:xfrm>
            <a:off x="1895844" y="455352"/>
            <a:ext cx="8772157" cy="838200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sz="1800" dirty="0">
                <a:latin typeface="Arial" charset="0"/>
              </a:rPr>
              <a:t>IPv6 Unicast Addresses</a:t>
            </a:r>
            <a:br>
              <a:rPr lang="en-US" dirty="0">
                <a:latin typeface="Arial" charset="0"/>
              </a:rPr>
            </a:br>
            <a:r>
              <a:rPr lang="en-US" dirty="0">
                <a:latin typeface="Arial" charset="0"/>
              </a:rPr>
              <a:t>Static Link-local Addresses (cont.)</a:t>
            </a:r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67872" y="2433638"/>
            <a:ext cx="7423842" cy="37195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Rectangle 5"/>
          <p:cNvSpPr/>
          <p:nvPr/>
        </p:nvSpPr>
        <p:spPr>
          <a:xfrm>
            <a:off x="4335286" y="1966311"/>
            <a:ext cx="368901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/>
            <a:r>
              <a:rPr lang="en-US" b="1" dirty="0"/>
              <a:t>Configuring Link-local</a:t>
            </a:r>
          </a:p>
        </p:txBody>
      </p:sp>
    </p:spTree>
    <p:extLst>
      <p:ext uri="{BB962C8B-B14F-4D97-AF65-F5344CB8AC3E}">
        <p14:creationId xmlns:p14="http://schemas.microsoft.com/office/powerpoint/2010/main" val="1066255083"/>
      </p:ext>
    </p:extLst>
  </p:cSld>
  <p:clrMapOvr>
    <a:masterClrMapping/>
  </p:clrMapOvr>
  <p:transition spd="med">
    <p:wipe dir="r"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69" name="Rectangle 2"/>
          <p:cNvSpPr>
            <a:spLocks noGrp="1" noChangeArrowheads="1"/>
          </p:cNvSpPr>
          <p:nvPr>
            <p:ph type="title"/>
          </p:nvPr>
        </p:nvSpPr>
        <p:spPr>
          <a:xfrm>
            <a:off x="1895844" y="424872"/>
            <a:ext cx="8772157" cy="838200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sz="1800" dirty="0">
                <a:latin typeface="Arial" charset="0"/>
              </a:rPr>
              <a:t>IPv6 Global Unicast Addresses</a:t>
            </a:r>
            <a:br>
              <a:rPr lang="en-US" dirty="0">
                <a:latin typeface="Arial" charset="0"/>
              </a:rPr>
            </a:br>
            <a:r>
              <a:rPr lang="en-US" dirty="0">
                <a:latin typeface="Arial" charset="0"/>
              </a:rPr>
              <a:t>Verifying IPv6 Address Configuration</a:t>
            </a:r>
          </a:p>
        </p:txBody>
      </p:sp>
      <p:pic>
        <p:nvPicPr>
          <p:cNvPr id="11267" name="Picture 3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81556" y="1717028"/>
            <a:ext cx="5354215" cy="431403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3" name="TextBox 2"/>
          <p:cNvSpPr txBox="1"/>
          <p:nvPr/>
        </p:nvSpPr>
        <p:spPr>
          <a:xfrm>
            <a:off x="1698171" y="1999684"/>
            <a:ext cx="312057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dirty="0"/>
              <a:t>Each interface has two IPv6 addresses - </a:t>
            </a:r>
          </a:p>
          <a:p>
            <a:pPr algn="l"/>
            <a:endParaRPr lang="en-US" dirty="0"/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global unicast address that was configured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one that begins with FE80 is automatically added as a link-local unicast address</a:t>
            </a:r>
          </a:p>
        </p:txBody>
      </p:sp>
    </p:spTree>
    <p:extLst>
      <p:ext uri="{BB962C8B-B14F-4D97-AF65-F5344CB8AC3E}">
        <p14:creationId xmlns:p14="http://schemas.microsoft.com/office/powerpoint/2010/main" val="2806082756"/>
      </p:ext>
    </p:extLst>
  </p:cSld>
  <p:clrMapOvr>
    <a:masterClrMapping/>
  </p:clrMapOvr>
  <p:transition spd="med">
    <p:wipe dir="r"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69" name="Rectangle 2"/>
          <p:cNvSpPr>
            <a:spLocks noGrp="1" noChangeArrowheads="1"/>
          </p:cNvSpPr>
          <p:nvPr>
            <p:ph type="title"/>
          </p:nvPr>
        </p:nvSpPr>
        <p:spPr>
          <a:xfrm>
            <a:off x="1895844" y="379152"/>
            <a:ext cx="8772157" cy="838200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sz="1800" dirty="0">
                <a:latin typeface="Arial" charset="0"/>
              </a:rPr>
              <a:t>IPv6 Global Unicast Addresses</a:t>
            </a:r>
            <a:br>
              <a:rPr lang="en-US" dirty="0">
                <a:latin typeface="Arial" charset="0"/>
              </a:rPr>
            </a:br>
            <a:r>
              <a:rPr lang="en-US" dirty="0">
                <a:latin typeface="Arial" charset="0"/>
              </a:rPr>
              <a:t>Verifying IPv6 Address Configuration (cont.)</a:t>
            </a: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98421" y="1600200"/>
            <a:ext cx="6160325" cy="4762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674939488"/>
      </p:ext>
    </p:extLst>
  </p:cSld>
  <p:clrMapOvr>
    <a:masterClrMapping/>
  </p:clrMapOvr>
  <p:transition spd="med">
    <p:wipe dir="r"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17" name="Rectangle 2"/>
          <p:cNvSpPr>
            <a:spLocks noGrp="1" noChangeArrowheads="1"/>
          </p:cNvSpPr>
          <p:nvPr>
            <p:ph type="title"/>
          </p:nvPr>
        </p:nvSpPr>
        <p:spPr>
          <a:xfrm>
            <a:off x="1895844" y="470592"/>
            <a:ext cx="8772157" cy="838200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sz="1800" dirty="0">
                <a:latin typeface="Arial" charset="0"/>
              </a:rPr>
              <a:t>IPv6 Multicast Addresses</a:t>
            </a:r>
            <a:br>
              <a:rPr lang="en-US" sz="1800" dirty="0">
                <a:latin typeface="Arial" charset="0"/>
              </a:rPr>
            </a:br>
            <a:r>
              <a:rPr lang="en-US" dirty="0">
                <a:latin typeface="Arial" charset="0"/>
              </a:rPr>
              <a:t>Assigned IPv6 Multicast Addresses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sz="quarter" idx="1"/>
          </p:nvPr>
        </p:nvSpPr>
        <p:spPr>
          <a:xfrm>
            <a:off x="1935956" y="1813560"/>
            <a:ext cx="8442485" cy="4907280"/>
          </a:xfrm>
        </p:spPr>
        <p:txBody>
          <a:bodyPr/>
          <a:lstStyle/>
          <a:p>
            <a:r>
              <a:rPr lang="en-US" sz="2000" dirty="0"/>
              <a:t>IPv6 multicast addresses have the prefix FF00::/8</a:t>
            </a:r>
          </a:p>
          <a:p>
            <a:r>
              <a:rPr lang="en-US" sz="2000" dirty="0"/>
              <a:t>There are two types of IPv6 multicast addresses:</a:t>
            </a: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en-US" dirty="0"/>
              <a:t>Assigned multicast</a:t>
            </a: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en-US" dirty="0"/>
              <a:t>Solicited node multicast</a:t>
            </a:r>
          </a:p>
        </p:txBody>
      </p:sp>
    </p:spTree>
    <p:extLst>
      <p:ext uri="{BB962C8B-B14F-4D97-AF65-F5344CB8AC3E}">
        <p14:creationId xmlns:p14="http://schemas.microsoft.com/office/powerpoint/2010/main" val="3273697252"/>
      </p:ext>
    </p:extLst>
  </p:cSld>
  <p:clrMapOvr>
    <a:masterClrMapping/>
  </p:clrMapOvr>
  <p:transition spd="med">
    <p:wipe dir="r"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17" name="Rectangle 2"/>
          <p:cNvSpPr>
            <a:spLocks noGrp="1" noChangeArrowheads="1"/>
          </p:cNvSpPr>
          <p:nvPr>
            <p:ph type="title"/>
          </p:nvPr>
        </p:nvSpPr>
        <p:spPr>
          <a:xfrm>
            <a:off x="1895844" y="485832"/>
            <a:ext cx="8772157" cy="838200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sz="1800" dirty="0">
                <a:latin typeface="Arial" charset="0"/>
              </a:rPr>
              <a:t>IPv6 Multicast Addresses</a:t>
            </a:r>
            <a:br>
              <a:rPr lang="en-US" sz="1800" dirty="0">
                <a:latin typeface="Arial" charset="0"/>
              </a:rPr>
            </a:br>
            <a:r>
              <a:rPr lang="en-US" dirty="0">
                <a:latin typeface="Arial" charset="0"/>
              </a:rPr>
              <a:t>Assigned IPv6 Multicast Addresses (cont.)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sz="quarter" idx="1"/>
          </p:nvPr>
        </p:nvSpPr>
        <p:spPr>
          <a:xfrm>
            <a:off x="1934324" y="1394732"/>
            <a:ext cx="8169797" cy="5086416"/>
          </a:xfrm>
        </p:spPr>
        <p:txBody>
          <a:bodyPr/>
          <a:lstStyle/>
          <a:p>
            <a:pPr marL="0" indent="0">
              <a:buNone/>
            </a:pPr>
            <a:r>
              <a:rPr lang="en-US" sz="2000" dirty="0"/>
              <a:t>Two common IPv6 assigned multicast groups include:</a:t>
            </a:r>
          </a:p>
          <a:p>
            <a:pPr marL="800100" lvl="1" indent="-342900">
              <a:buFont typeface="Wingdings" pitchFamily="2" charset="2"/>
              <a:buChar char="§"/>
            </a:pPr>
            <a:r>
              <a:rPr lang="en-US" b="1" dirty="0"/>
              <a:t>FF02::1 All-nodes multicast group</a:t>
            </a:r>
            <a:r>
              <a:rPr lang="en-US" dirty="0"/>
              <a:t> – </a:t>
            </a:r>
          </a:p>
          <a:p>
            <a:pPr marL="1139825" lvl="2" indent="-342900">
              <a:buFont typeface="Wingdings" panose="05000000000000000000" pitchFamily="2" charset="2"/>
              <a:buChar char="§"/>
            </a:pPr>
            <a:r>
              <a:rPr lang="en-US" dirty="0"/>
              <a:t>All IPv6-enabled devices join </a:t>
            </a:r>
          </a:p>
          <a:p>
            <a:pPr marL="1139825" lvl="2" indent="-342900">
              <a:buFont typeface="Wingdings" panose="05000000000000000000" pitchFamily="2" charset="2"/>
              <a:buChar char="§"/>
            </a:pPr>
            <a:r>
              <a:rPr lang="en-US" dirty="0"/>
              <a:t>Same effect as an IPv4 broadcast address </a:t>
            </a:r>
          </a:p>
          <a:p>
            <a:pPr marL="800100" lvl="1" indent="-342900">
              <a:buFont typeface="Wingdings" pitchFamily="2" charset="2"/>
              <a:buChar char="§"/>
            </a:pPr>
            <a:r>
              <a:rPr lang="en-US" b="1" dirty="0"/>
              <a:t>FF02::2 All-routers multicast group</a:t>
            </a:r>
            <a:r>
              <a:rPr lang="en-US" dirty="0"/>
              <a:t> </a:t>
            </a:r>
          </a:p>
          <a:p>
            <a:pPr marL="1139825" lvl="2" indent="-342900">
              <a:buFont typeface="Wingdings" panose="05000000000000000000" pitchFamily="2" charset="2"/>
              <a:buChar char="§"/>
            </a:pPr>
            <a:r>
              <a:rPr lang="en-US" dirty="0"/>
              <a:t>All IPv6 routers join</a:t>
            </a:r>
          </a:p>
          <a:p>
            <a:pPr marL="1139825" lvl="2" indent="-342900">
              <a:buFont typeface="Wingdings" panose="05000000000000000000" pitchFamily="2" charset="2"/>
              <a:buChar char="§"/>
            </a:pPr>
            <a:r>
              <a:rPr lang="en-US" dirty="0"/>
              <a:t>A router becomes a member of this group when it is enabled as an IPv6 router with the</a:t>
            </a:r>
            <a:r>
              <a:rPr lang="en-US" b="1" dirty="0"/>
              <a:t>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ipv6 unicast-routing </a:t>
            </a:r>
            <a:r>
              <a:rPr lang="en-US" dirty="0"/>
              <a:t>global configuration mode command.</a:t>
            </a:r>
          </a:p>
          <a:p>
            <a:pPr marL="1139825" lvl="2" indent="-342900">
              <a:buFont typeface="Wingdings" panose="05000000000000000000" pitchFamily="2" charset="2"/>
              <a:buChar char="§"/>
            </a:pPr>
            <a:r>
              <a:rPr lang="en-US" dirty="0"/>
              <a:t>A packet sent to this group is received and processed by all IPv6 routers on the link or network. </a:t>
            </a:r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836112511"/>
      </p:ext>
    </p:extLst>
  </p:cSld>
  <p:clrMapOvr>
    <a:masterClrMapping/>
  </p:clrMapOvr>
  <p:transition spd="med">
    <p:wipe dir="r"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17" name="Rectangle 2"/>
          <p:cNvSpPr>
            <a:spLocks noGrp="1" noChangeArrowheads="1"/>
          </p:cNvSpPr>
          <p:nvPr>
            <p:ph type="title"/>
          </p:nvPr>
        </p:nvSpPr>
        <p:spPr>
          <a:xfrm>
            <a:off x="1895844" y="409632"/>
            <a:ext cx="8772157" cy="838200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sz="1800" dirty="0">
                <a:latin typeface="Arial" charset="0"/>
              </a:rPr>
              <a:t>IPv6 Multicast Addresses</a:t>
            </a:r>
            <a:br>
              <a:rPr lang="en-US" sz="1800" dirty="0">
                <a:latin typeface="Arial" charset="0"/>
              </a:rPr>
            </a:br>
            <a:r>
              <a:rPr lang="en-US" dirty="0">
                <a:latin typeface="Arial" charset="0"/>
              </a:rPr>
              <a:t>Assigned IPv6 Multicast Addresses (cont.)</a:t>
            </a:r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32760" y="1377315"/>
            <a:ext cx="6150293" cy="522046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77770817"/>
      </p:ext>
    </p:extLst>
  </p:cSld>
  <p:clrMapOvr>
    <a:masterClrMapping/>
  </p:clrMapOvr>
  <p:transition spd="med">
    <p:wipe dir="r"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17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eaLnBrk="1" hangingPunct="1"/>
            <a:r>
              <a:rPr lang="en-US" sz="1800" dirty="0">
                <a:latin typeface="Arial" charset="0"/>
              </a:rPr>
              <a:t>IPv6 Multicast Addresses</a:t>
            </a:r>
            <a:br>
              <a:rPr lang="en-US" sz="1800" dirty="0">
                <a:latin typeface="Arial" charset="0"/>
              </a:rPr>
            </a:br>
            <a:r>
              <a:rPr lang="en-US" sz="3200" dirty="0">
                <a:latin typeface="Arial" charset="0"/>
              </a:rPr>
              <a:t>Solicited Node IPv6 Multicast Addresses</a:t>
            </a:r>
            <a:endParaRPr lang="en-US" dirty="0">
              <a:latin typeface="Arial" charset="0"/>
            </a:endParaRPr>
          </a:p>
        </p:txBody>
      </p:sp>
      <p:sp>
        <p:nvSpPr>
          <p:cNvPr id="6" name="Content Placeholder 1"/>
          <p:cNvSpPr txBox="1">
            <a:spLocks/>
          </p:cNvSpPr>
          <p:nvPr/>
        </p:nvSpPr>
        <p:spPr bwMode="auto">
          <a:xfrm>
            <a:off x="1737110" y="1379492"/>
            <a:ext cx="3444490" cy="508641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82124" tIns="41061" rIns="82124" bIns="41061" numCol="1" anchor="t" anchorCtr="0" compatLnSpc="1">
            <a:prstTxWarp prst="textNoShape">
              <a:avLst/>
            </a:prstTxWarp>
          </a:bodyPr>
          <a:lstStyle>
            <a:lvl1pPr marL="236538" indent="-236538" algn="l" defTabSz="814388" rtl="0" eaLnBrk="0" fontAlgn="base" hangingPunct="0">
              <a:lnSpc>
                <a:spcPct val="95000"/>
              </a:lnSpc>
              <a:spcBef>
                <a:spcPct val="50000"/>
              </a:spcBef>
              <a:spcAft>
                <a:spcPct val="0"/>
              </a:spcAft>
              <a:buClr>
                <a:srgbClr val="708CA1"/>
              </a:buClr>
              <a:buFont typeface="Wingdings" charset="0"/>
              <a:buChar char="§"/>
              <a:defRPr sz="2400">
                <a:solidFill>
                  <a:schemeClr val="tx1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574675" indent="-117475" algn="l" defTabSz="814388" rtl="0" eaLnBrk="0" fontAlgn="base" hangingPunct="0">
              <a:lnSpc>
                <a:spcPct val="95000"/>
              </a:lnSpc>
              <a:spcBef>
                <a:spcPct val="35000"/>
              </a:spcBef>
              <a:spcAft>
                <a:spcPct val="0"/>
              </a:spcAft>
              <a:buClr>
                <a:srgbClr val="708CA1"/>
              </a:buClr>
              <a:defRPr sz="2000">
                <a:solidFill>
                  <a:schemeClr val="tx1"/>
                </a:solidFill>
                <a:latin typeface="+mn-lt"/>
                <a:ea typeface="ＭＳ Ｐゴシック" charset="0"/>
              </a:defRPr>
            </a:lvl2pPr>
            <a:lvl3pPr marL="914400" algn="l" defTabSz="814388" rtl="0" eaLnBrk="0" fontAlgn="base" hangingPunct="0">
              <a:lnSpc>
                <a:spcPct val="95000"/>
              </a:lnSpc>
              <a:spcBef>
                <a:spcPct val="35000"/>
              </a:spcBef>
              <a:spcAft>
                <a:spcPct val="0"/>
              </a:spcAft>
              <a:buClr>
                <a:srgbClr val="708CA1"/>
              </a:buClr>
              <a:defRPr sz="2000">
                <a:solidFill>
                  <a:schemeClr val="tx1"/>
                </a:solidFill>
                <a:latin typeface="+mn-lt"/>
                <a:ea typeface="ＭＳ Ｐゴシック" charset="0"/>
              </a:defRPr>
            </a:lvl3pPr>
            <a:lvl4pPr marL="1254125" indent="117475" algn="l" defTabSz="814388" rtl="0" eaLnBrk="0" fontAlgn="base" hangingPunct="0">
              <a:lnSpc>
                <a:spcPct val="95000"/>
              </a:lnSpc>
              <a:spcBef>
                <a:spcPct val="35000"/>
              </a:spcBef>
              <a:spcAft>
                <a:spcPct val="0"/>
              </a:spcAft>
              <a:buClr>
                <a:srgbClr val="708CA1"/>
              </a:buClr>
              <a:defRPr sz="2000">
                <a:solidFill>
                  <a:schemeClr val="tx1"/>
                </a:solidFill>
                <a:latin typeface="+mn-lt"/>
                <a:ea typeface="ＭＳ Ｐゴシック" charset="0"/>
              </a:defRPr>
            </a:lvl4pPr>
            <a:lvl5pPr marL="1604963" indent="223838" algn="l" defTabSz="814388" rtl="0" eaLnBrk="0" fontAlgn="base" hangingPunct="0">
              <a:lnSpc>
                <a:spcPct val="95000"/>
              </a:lnSpc>
              <a:spcBef>
                <a:spcPct val="35000"/>
              </a:spcBef>
              <a:spcAft>
                <a:spcPct val="0"/>
              </a:spcAft>
              <a:buClr>
                <a:srgbClr val="708CA1"/>
              </a:buClr>
              <a:defRPr sz="2000">
                <a:solidFill>
                  <a:schemeClr val="tx1"/>
                </a:solidFill>
                <a:latin typeface="+mn-lt"/>
                <a:ea typeface="ＭＳ Ｐゴシック" charset="0"/>
              </a:defRPr>
            </a:lvl5pPr>
            <a:lvl6pPr marL="2062163" algn="l" defTabSz="814388" rtl="0" eaLnBrk="1" fontAlgn="base" hangingPunct="1">
              <a:lnSpc>
                <a:spcPct val="95000"/>
              </a:lnSpc>
              <a:spcBef>
                <a:spcPct val="35000"/>
              </a:spcBef>
              <a:spcAft>
                <a:spcPct val="0"/>
              </a:spcAft>
              <a:buClr>
                <a:srgbClr val="708CA1"/>
              </a:buClr>
              <a:defRPr sz="2000">
                <a:solidFill>
                  <a:schemeClr val="tx1"/>
                </a:solidFill>
                <a:latin typeface="+mn-lt"/>
              </a:defRPr>
            </a:lvl6pPr>
            <a:lvl7pPr marL="2519363" algn="l" defTabSz="814388" rtl="0" eaLnBrk="1" fontAlgn="base" hangingPunct="1">
              <a:lnSpc>
                <a:spcPct val="95000"/>
              </a:lnSpc>
              <a:spcBef>
                <a:spcPct val="35000"/>
              </a:spcBef>
              <a:spcAft>
                <a:spcPct val="0"/>
              </a:spcAft>
              <a:buClr>
                <a:srgbClr val="708CA1"/>
              </a:buClr>
              <a:defRPr sz="2000">
                <a:solidFill>
                  <a:schemeClr val="tx1"/>
                </a:solidFill>
                <a:latin typeface="+mn-lt"/>
              </a:defRPr>
            </a:lvl7pPr>
            <a:lvl8pPr marL="2976563" algn="l" defTabSz="814388" rtl="0" eaLnBrk="1" fontAlgn="base" hangingPunct="1">
              <a:lnSpc>
                <a:spcPct val="95000"/>
              </a:lnSpc>
              <a:spcBef>
                <a:spcPct val="35000"/>
              </a:spcBef>
              <a:spcAft>
                <a:spcPct val="0"/>
              </a:spcAft>
              <a:buClr>
                <a:srgbClr val="708CA1"/>
              </a:buClr>
              <a:defRPr sz="2000">
                <a:solidFill>
                  <a:schemeClr val="tx1"/>
                </a:solidFill>
                <a:latin typeface="+mn-lt"/>
              </a:defRPr>
            </a:lvl8pPr>
            <a:lvl9pPr marL="3433763" algn="l" defTabSz="814388" rtl="0" eaLnBrk="1" fontAlgn="base" hangingPunct="1">
              <a:lnSpc>
                <a:spcPct val="95000"/>
              </a:lnSpc>
              <a:spcBef>
                <a:spcPct val="35000"/>
              </a:spcBef>
              <a:spcAft>
                <a:spcPct val="0"/>
              </a:spcAft>
              <a:buClr>
                <a:srgbClr val="708CA1"/>
              </a:buClr>
              <a:defRPr sz="2000">
                <a:solidFill>
                  <a:schemeClr val="tx1"/>
                </a:solidFill>
                <a:latin typeface="+mn-lt"/>
              </a:defRPr>
            </a:lvl9pPr>
          </a:lstStyle>
          <a:p>
            <a:r>
              <a:rPr lang="en-US" sz="2000" dirty="0"/>
              <a:t>Similar to the all-nodes multicast address, matches only the last 24 bits of the IPv6 global unicast address of a device</a:t>
            </a:r>
          </a:p>
          <a:p>
            <a:r>
              <a:rPr lang="en-US" sz="2000" dirty="0"/>
              <a:t>Automatically created when the global unicast or link-local unicast addresses are assigned</a:t>
            </a:r>
          </a:p>
          <a:p>
            <a:r>
              <a:rPr lang="en-US" sz="2000" dirty="0"/>
              <a:t>Created by combining a special FF02:0:0:0:0:0:FF00::/104 prefix with the right-most 24 bits of its unicast address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81601" y="2007906"/>
            <a:ext cx="5087303" cy="3261342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76732044"/>
      </p:ext>
    </p:extLst>
  </p:cSld>
  <p:clrMapOvr>
    <a:masterClrMapping/>
  </p:clrMapOvr>
  <p:transition spd="med">
    <p:wipe dir="r"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17" name="Rectangle 2"/>
          <p:cNvSpPr>
            <a:spLocks noGrp="1" noChangeArrowheads="1"/>
          </p:cNvSpPr>
          <p:nvPr>
            <p:ph type="title"/>
          </p:nvPr>
        </p:nvSpPr>
        <p:spPr>
          <a:xfrm>
            <a:off x="1895844" y="402012"/>
            <a:ext cx="8772157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US" sz="1800" dirty="0">
                <a:latin typeface="Arial" charset="0"/>
              </a:rPr>
              <a:t>IPv6 Multicast Addresses</a:t>
            </a:r>
            <a:br>
              <a:rPr lang="en-US" sz="1800" dirty="0">
                <a:latin typeface="Arial" charset="0"/>
              </a:rPr>
            </a:br>
            <a:r>
              <a:rPr lang="en-US" sz="2800" dirty="0">
                <a:latin typeface="Arial" charset="0"/>
              </a:rPr>
              <a:t>Solicited Node IPv6 Multicast Addresses (cont.)</a:t>
            </a:r>
          </a:p>
        </p:txBody>
      </p:sp>
      <p:sp>
        <p:nvSpPr>
          <p:cNvPr id="6" name="Content Placeholder 1"/>
          <p:cNvSpPr>
            <a:spLocks noGrp="1"/>
          </p:cNvSpPr>
          <p:nvPr>
            <p:ph sz="quarter" idx="1"/>
          </p:nvPr>
        </p:nvSpPr>
        <p:spPr>
          <a:xfrm>
            <a:off x="1656590" y="1591290"/>
            <a:ext cx="3540251" cy="5266710"/>
          </a:xfrm>
        </p:spPr>
        <p:txBody>
          <a:bodyPr/>
          <a:lstStyle/>
          <a:p>
            <a:pPr marL="0" indent="0">
              <a:buNone/>
            </a:pPr>
            <a:r>
              <a:rPr lang="en-US" sz="2000" dirty="0"/>
              <a:t>The solicited node multicast address consists of two parts:</a:t>
            </a:r>
          </a:p>
          <a:p>
            <a:r>
              <a:rPr lang="en-US" sz="2000" b="1" dirty="0"/>
              <a:t>FF02:0:0:0:0:0:FF00::/104 multicast prefix </a:t>
            </a:r>
            <a:r>
              <a:rPr lang="en-US" sz="2000" dirty="0"/>
              <a:t>– First 104 bits of the all solicited node multicast address</a:t>
            </a:r>
          </a:p>
          <a:p>
            <a:r>
              <a:rPr lang="en-US" sz="2000" b="1" dirty="0"/>
              <a:t>Least significant 24-bits </a:t>
            </a:r>
            <a:r>
              <a:rPr lang="en-US" sz="2000" dirty="0"/>
              <a:t>– Copied from the right-most 24 bits of the global unicast or link-local unicast address of the device</a:t>
            </a: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72659" y="1874521"/>
            <a:ext cx="5096245" cy="32670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05492445"/>
      </p:ext>
    </p:extLst>
  </p:cSld>
  <p:clrMapOvr>
    <a:masterClrMapping/>
  </p:clrMapOvr>
  <p:transition spd="med">
    <p:wipe dir="r"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Recourses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b="1" dirty="0"/>
              <a:t>Cisco Networking Academy program , Introduction to Networks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986248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내용 개체 틀 3">
            <a:extLst>
              <a:ext uri="{FF2B5EF4-FFF2-40B4-BE49-F238E27FC236}">
                <a16:creationId xmlns:a16="http://schemas.microsoft.com/office/drawing/2014/main" id="{0DAACD52-55D1-4E14-B7D9-C6130BEF76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365" y="160141"/>
            <a:ext cx="12192000" cy="685800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813F477-2DB1-46A7-A670-FD7FD84B31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32831" y="6008009"/>
            <a:ext cx="1559169" cy="544641"/>
          </a:xfrm>
          <a:prstGeom prst="rect">
            <a:avLst/>
          </a:prstGeom>
        </p:spPr>
      </p:pic>
      <p:sp>
        <p:nvSpPr>
          <p:cNvPr id="8" name="제목 2">
            <a:extLst>
              <a:ext uri="{FF2B5EF4-FFF2-40B4-BE49-F238E27FC236}">
                <a16:creationId xmlns:a16="http://schemas.microsoft.com/office/drawing/2014/main" id="{49D22F77-1738-468D-B68F-1FAF4A79BE5B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764275"/>
          </a:xfrm>
          <a:prstGeom prst="rect">
            <a:avLst/>
          </a:prstGeom>
          <a:solidFill>
            <a:schemeClr val="accent2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ko-KR" altLang="en-US" dirty="0">
              <a:solidFill>
                <a:srgbClr val="002060"/>
              </a:solidFill>
              <a:latin typeface="Lucida Sans" pitchFamily="34" charset="0"/>
              <a:cs typeface="Times New Roman" pitchFamily="18" charset="0"/>
            </a:endParaRPr>
          </a:p>
        </p:txBody>
      </p:sp>
      <p:pic>
        <p:nvPicPr>
          <p:cNvPr id="12" name="그림 10">
            <a:extLst>
              <a:ext uri="{FF2B5EF4-FFF2-40B4-BE49-F238E27FC236}">
                <a16:creationId xmlns:a16="http://schemas.microsoft.com/office/drawing/2014/main" id="{AFE2FB4C-3BFB-4753-8331-D70E2FE926D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7264" y="5983069"/>
            <a:ext cx="1167014" cy="557858"/>
          </a:xfrm>
          <a:prstGeom prst="rect">
            <a:avLst/>
          </a:prstGeom>
        </p:spPr>
      </p:pic>
      <p:pic>
        <p:nvPicPr>
          <p:cNvPr id="13" name="Picture 2" descr="C:\Users\LENOVO\Downloads\EU.jpg.png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58" y="5826369"/>
            <a:ext cx="1099805" cy="11116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97734" y="4804005"/>
            <a:ext cx="1072091" cy="1136183"/>
          </a:xfrm>
          <a:prstGeom prst="rect">
            <a:avLst/>
          </a:prstGeom>
        </p:spPr>
      </p:pic>
      <p:sp>
        <p:nvSpPr>
          <p:cNvPr id="10" name="제목 2">
            <a:extLst>
              <a:ext uri="{FF2B5EF4-FFF2-40B4-BE49-F238E27FC236}">
                <a16:creationId xmlns:a16="http://schemas.microsoft.com/office/drawing/2014/main" id="{49D22F77-1738-468D-B68F-1FAF4A79BE5B}"/>
              </a:ext>
            </a:extLst>
          </p:cNvPr>
          <p:cNvSpPr txBox="1">
            <a:spLocks/>
          </p:cNvSpPr>
          <p:nvPr/>
        </p:nvSpPr>
        <p:spPr>
          <a:xfrm>
            <a:off x="152400" y="152400"/>
            <a:ext cx="12192000" cy="764275"/>
          </a:xfrm>
          <a:prstGeom prst="rect">
            <a:avLst/>
          </a:prstGeom>
          <a:solidFill>
            <a:schemeClr val="accent2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altLang="ko-KR" dirty="0">
                <a:solidFill>
                  <a:srgbClr val="002060"/>
                </a:solidFill>
                <a:latin typeface="Lucida Sans" pitchFamily="34" charset="0"/>
                <a:cs typeface="Times New Roman" pitchFamily="18" charset="0"/>
              </a:rPr>
              <a:t>IPV6</a:t>
            </a:r>
            <a:r>
              <a:rPr lang="ko-KR" altLang="en-US" dirty="0">
                <a:solidFill>
                  <a:srgbClr val="002060"/>
                </a:solidFill>
                <a:latin typeface="Lucida Sans" pitchFamily="34" charset="0"/>
                <a:cs typeface="Times New Roman" pitchFamily="18" charset="0"/>
              </a:rPr>
              <a:t>  </a:t>
            </a:r>
            <a:r>
              <a:rPr lang="en-GB" altLang="ko-KR" dirty="0">
                <a:solidFill>
                  <a:srgbClr val="002060"/>
                </a:solidFill>
                <a:latin typeface="Lucida Sans" pitchFamily="34" charset="0"/>
                <a:cs typeface="Times New Roman" pitchFamily="18" charset="0"/>
              </a:rPr>
              <a:t>Configuration in CISCO Router</a:t>
            </a:r>
            <a:endParaRPr lang="ko-KR" altLang="en-US" dirty="0">
              <a:solidFill>
                <a:srgbClr val="002060"/>
              </a:solidFill>
              <a:latin typeface="Lucida Sans" pitchFamily="34" charset="0"/>
              <a:cs typeface="Times New Roman" pitchFamily="18" charset="0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1215025"/>
            <a:ext cx="6886091" cy="2486644"/>
          </a:xfrm>
          <a:prstGeom prst="rect">
            <a:avLst/>
          </a:prstGeom>
        </p:spPr>
      </p:pic>
      <p:pic>
        <p:nvPicPr>
          <p:cNvPr id="14" name="Picture 2"/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61456" y="1129003"/>
            <a:ext cx="5561027" cy="46666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77269329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내용 개체 틀 3">
            <a:extLst>
              <a:ext uri="{FF2B5EF4-FFF2-40B4-BE49-F238E27FC236}">
                <a16:creationId xmlns:a16="http://schemas.microsoft.com/office/drawing/2014/main" id="{0DAACD52-55D1-4E14-B7D9-C6130BEF76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813F477-2DB1-46A7-A670-FD7FD84B31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32831" y="6008009"/>
            <a:ext cx="1559169" cy="544641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F827A84-49C5-4EB9-A922-F01E4D1EB4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0376" y="1064525"/>
            <a:ext cx="11191163" cy="4918544"/>
          </a:xfrm>
        </p:spPr>
        <p:txBody>
          <a:bodyPr>
            <a:normAutofit/>
          </a:bodyPr>
          <a:lstStyle/>
          <a:p>
            <a:endParaRPr lang="en-US" altLang="ko-KR" sz="22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8" name="제목 2">
            <a:extLst>
              <a:ext uri="{FF2B5EF4-FFF2-40B4-BE49-F238E27FC236}">
                <a16:creationId xmlns:a16="http://schemas.microsoft.com/office/drawing/2014/main" id="{49D22F77-1738-468D-B68F-1FAF4A79BE5B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764275"/>
          </a:xfrm>
          <a:prstGeom prst="rect">
            <a:avLst/>
          </a:prstGeom>
          <a:solidFill>
            <a:schemeClr val="accent2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ko-KR" altLang="en-US" dirty="0">
              <a:solidFill>
                <a:srgbClr val="002060"/>
              </a:solidFill>
              <a:latin typeface="Lucida Sans" pitchFamily="34" charset="0"/>
              <a:cs typeface="Times New Roman" pitchFamily="18" charset="0"/>
            </a:endParaRPr>
          </a:p>
        </p:txBody>
      </p:sp>
      <p:pic>
        <p:nvPicPr>
          <p:cNvPr id="12" name="그림 10">
            <a:extLst>
              <a:ext uri="{FF2B5EF4-FFF2-40B4-BE49-F238E27FC236}">
                <a16:creationId xmlns:a16="http://schemas.microsoft.com/office/drawing/2014/main" id="{AFE2FB4C-3BFB-4753-8331-D70E2FE926D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7264" y="5983069"/>
            <a:ext cx="1167014" cy="557858"/>
          </a:xfrm>
          <a:prstGeom prst="rect">
            <a:avLst/>
          </a:prstGeom>
        </p:spPr>
      </p:pic>
      <p:pic>
        <p:nvPicPr>
          <p:cNvPr id="13" name="Picture 2" descr="C:\Users\LENOVO\Downloads\EU.jpg.png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58" y="5826369"/>
            <a:ext cx="1099805" cy="11116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18" name="Picture 2" descr="Premium Vector | Little girl with a confused expression leaned against the  big question mark beside her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5766" y="1982339"/>
            <a:ext cx="4575128" cy="45751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Curved Down Ribbon 10"/>
          <p:cNvSpPr/>
          <p:nvPr/>
        </p:nvSpPr>
        <p:spPr>
          <a:xfrm>
            <a:off x="4895558" y="779305"/>
            <a:ext cx="7296442" cy="2269588"/>
          </a:xfrm>
          <a:prstGeom prst="ellipseRibbon">
            <a:avLst>
              <a:gd name="adj1" fmla="val 28803"/>
              <a:gd name="adj2" fmla="val 53342"/>
              <a:gd name="adj3" fmla="val 11489"/>
            </a:avLst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36576" rIns="73152" bIns="36576" spcCol="0" rtlCol="0" anchor="ctr"/>
          <a:lstStyle/>
          <a:p>
            <a:pPr algn="ctr"/>
            <a:r>
              <a:rPr lang="en-US" sz="3500" dirty="0">
                <a:latin typeface="Bernard MT Condensed" pitchFamily="18" charset="0"/>
              </a:rPr>
              <a:t>Thank You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r>
              <a:rPr lang="en-US" dirty="0">
                <a:latin typeface="Berlin Sans FB" pitchFamily="34" charset="0"/>
              </a:rPr>
              <a:t>It Feels Good When You can Design a Campus Network</a:t>
            </a:r>
          </a:p>
        </p:txBody>
      </p:sp>
      <p:pic>
        <p:nvPicPr>
          <p:cNvPr id="9220" name="Picture 4" descr="Ask Cartoon Vector Images (over 7,500)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5366" y="3445119"/>
            <a:ext cx="2266950" cy="2381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23" name="Picture 7"/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9581" y="1447235"/>
            <a:ext cx="2522380" cy="264524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2136546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1880</TotalTime>
  <Words>1947</Words>
  <Application>Microsoft Office PowerPoint</Application>
  <PresentationFormat>Widescreen</PresentationFormat>
  <Paragraphs>241</Paragraphs>
  <Slides>46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6" baseType="lpstr">
      <vt:lpstr>Arial</vt:lpstr>
      <vt:lpstr>Berlin Sans FB</vt:lpstr>
      <vt:lpstr>Bernard MT Condensed</vt:lpstr>
      <vt:lpstr>Calibri</vt:lpstr>
      <vt:lpstr>Calibri Light</vt:lpstr>
      <vt:lpstr>Courier New</vt:lpstr>
      <vt:lpstr>Lucida Sans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IPv4 Issues IPv4 and IPv6 Coexistence</vt:lpstr>
      <vt:lpstr>IPv4 Issues IPv4 and IPv6 Coexistence (cont.)</vt:lpstr>
      <vt:lpstr>IPv4 Issues IPv4 and IPv6 Coexistence (cont.)</vt:lpstr>
      <vt:lpstr>Types of IPv6 Addresses IPv6 Prefix Length</vt:lpstr>
      <vt:lpstr>Types of IPv6 Addresses IPv6 Address Types</vt:lpstr>
      <vt:lpstr>Types of IPv6 Addresses IPv6 Unicast Addresses</vt:lpstr>
      <vt:lpstr>Types of IPv6 Addresses IPv6 Unicast Addresses (cont.)</vt:lpstr>
      <vt:lpstr>Types of IPv6 Addresses IPv6 Unicast Addresses (cont.)</vt:lpstr>
      <vt:lpstr>Types of IPv6 Addresses IPv6 Unicast Addresses (cont.)</vt:lpstr>
      <vt:lpstr>Types of IPv6 Addresses IPv6 Unicast Addresses (cont.)</vt:lpstr>
      <vt:lpstr>Types of IPv6 Addresses IPv6 Link-Local Unicast Addresses</vt:lpstr>
      <vt:lpstr>Types of IPv6 Addresses IPv6 Link-Local Unicast Addresses (cont.)</vt:lpstr>
      <vt:lpstr>IPv6 Unicast Addresses Structure of an IPv6 Global Unicast Address</vt:lpstr>
      <vt:lpstr>IPv6 Unicast Addresses Structure of an IPv6 Global Unicast Address (cont.)</vt:lpstr>
      <vt:lpstr>IPv6 Unicast Addresses Structure of an IPv6 Global Unicast Address (cont.)</vt:lpstr>
      <vt:lpstr>IPv6 Unicast Addresses Static Configuration of a Global Unicast Address</vt:lpstr>
      <vt:lpstr>IPv6 Unicast Addresses Static Configuration of an IPv6 Global Unicast Address (cont.)</vt:lpstr>
      <vt:lpstr>IPv6 Unicast Addresses EUI-64 Process or Randomly Generated</vt:lpstr>
      <vt:lpstr>IPv6 Unicast Addresses EUI-64 Process or Randomly Generated (cont.)</vt:lpstr>
      <vt:lpstr>       IPv6 Unicast Addresses EUI-64 Process or Randomly Generated (cont.)</vt:lpstr>
      <vt:lpstr>IPv6 Unicast Addresses EUI-64 Process or Randomly Generated (cont.)</vt:lpstr>
      <vt:lpstr>IPv6 Unicast Addresses Dynamic Link-local Addresses</vt:lpstr>
      <vt:lpstr>IPv6 Unicast Addresses Dynamic Link-local Addresses (cont.)</vt:lpstr>
      <vt:lpstr>IPv6 Unicast Addresses Static Link-local Addresses</vt:lpstr>
      <vt:lpstr>IPv6 Unicast Addresses Static Link-local Addresses (cont.)</vt:lpstr>
      <vt:lpstr>IPv6 Global Unicast Addresses Verifying IPv6 Address Configuration</vt:lpstr>
      <vt:lpstr>IPv6 Global Unicast Addresses Verifying IPv6 Address Configuration (cont.)</vt:lpstr>
      <vt:lpstr>IPv6 Multicast Addresses Assigned IPv6 Multicast Addresses</vt:lpstr>
      <vt:lpstr>IPv6 Multicast Addresses Assigned IPv6 Multicast Addresses (cont.)</vt:lpstr>
      <vt:lpstr>IPv6 Multicast Addresses Assigned IPv6 Multicast Addresses (cont.)</vt:lpstr>
      <vt:lpstr>IPv6 Multicast Addresses Solicited Node IPv6 Multicast Addresses</vt:lpstr>
      <vt:lpstr>IPv6 Multicast Addresses Solicited Node IPv6 Multicast Addresses (cont.)</vt:lpstr>
      <vt:lpstr>Recourses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Network Planning and Design: Campus Network   Day-2</dc:title>
  <dc:creator>User</dc:creator>
  <cp:lastModifiedBy>Prosenjit mondol</cp:lastModifiedBy>
  <cp:revision>170</cp:revision>
  <dcterms:created xsi:type="dcterms:W3CDTF">2022-07-29T11:28:51Z</dcterms:created>
  <dcterms:modified xsi:type="dcterms:W3CDTF">2026-08-12T18:47:32Z</dcterms:modified>
</cp:coreProperties>
</file>