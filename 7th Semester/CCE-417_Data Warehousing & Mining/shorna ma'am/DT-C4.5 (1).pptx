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66" r:id="rId6"/>
    <p:sldId id="267" r:id="rId7"/>
    <p:sldId id="268" r:id="rId8"/>
    <p:sldId id="269" r:id="rId9"/>
    <p:sldId id="270" r:id="rId10"/>
    <p:sldId id="274" r:id="rId11"/>
    <p:sldId id="275" r:id="rId12"/>
    <p:sldId id="258" r:id="rId13"/>
    <p:sldId id="276" r:id="rId14"/>
    <p:sldId id="278" r:id="rId15"/>
    <p:sldId id="279" r:id="rId16"/>
    <p:sldId id="280" r:id="rId17"/>
    <p:sldId id="281" r:id="rId18"/>
    <p:sldId id="259" r:id="rId19"/>
    <p:sldId id="260" r:id="rId20"/>
    <p:sldId id="261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226" y="-13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C4.5 and CART</a:t>
            </a:r>
          </a:p>
        </p:txBody>
      </p:sp>
    </p:spTree>
    <p:extLst>
      <p:ext uri="{BB962C8B-B14F-4D97-AF65-F5344CB8AC3E}">
        <p14:creationId xmlns:p14="http://schemas.microsoft.com/office/powerpoint/2010/main" val="3656768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C4.5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905000"/>
            <a:ext cx="4686706" cy="1143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69" y="3535461"/>
            <a:ext cx="4930567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Table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212" y="1600200"/>
            <a:ext cx="459757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945" y="2400436"/>
            <a:ext cx="8154107" cy="571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76417"/>
            <a:ext cx="6881456" cy="4038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95800"/>
            <a:ext cx="7620660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9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1" y="1634827"/>
            <a:ext cx="1981200" cy="11964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656950"/>
            <a:ext cx="6599492" cy="7239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27" y="3070583"/>
            <a:ext cx="3741173" cy="2827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5265" y="3429000"/>
            <a:ext cx="5616427" cy="8458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265" y="4625936"/>
            <a:ext cx="5578323" cy="2514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5696" y="5078103"/>
            <a:ext cx="6035563" cy="43437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1020" y="5741928"/>
            <a:ext cx="4427604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91581"/>
            <a:ext cx="8229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4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Subtree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79070"/>
            <a:ext cx="8229600" cy="356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6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Subtree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15075"/>
            <a:ext cx="8229600" cy="369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87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final tree to classify the record:</a:t>
            </a:r>
          </a:p>
          <a:p>
            <a:pPr marL="0" indent="0">
              <a:buNone/>
            </a:pPr>
            <a:r>
              <a:rPr lang="en-US" dirty="0"/>
              <a:t>   age=youth, income=low, student=no,    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credit_rating</a:t>
            </a:r>
            <a:r>
              <a:rPr lang="en-US" dirty="0"/>
              <a:t>=excellent</a:t>
            </a:r>
          </a:p>
          <a:p>
            <a:pPr marL="0" indent="0">
              <a:buNone/>
            </a:pPr>
            <a:r>
              <a:rPr lang="en-US" dirty="0"/>
              <a:t>So, </a:t>
            </a:r>
            <a:r>
              <a:rPr lang="en-US" dirty="0" err="1"/>
              <a:t>buys_computer</a:t>
            </a:r>
            <a:r>
              <a:rPr lang="en-US" dirty="0"/>
              <a:t>=no</a:t>
            </a:r>
          </a:p>
        </p:txBody>
      </p:sp>
    </p:spTree>
    <p:extLst>
      <p:ext uri="{BB962C8B-B14F-4D97-AF65-F5344CB8AC3E}">
        <p14:creationId xmlns:p14="http://schemas.microsoft.com/office/powerpoint/2010/main" val="337660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8987"/>
          </a:xfrm>
        </p:spPr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3625"/>
            <a:ext cx="8686800" cy="473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372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1524000"/>
            <a:ext cx="3482642" cy="12574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788" y="2887771"/>
            <a:ext cx="6500423" cy="9144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27725"/>
            <a:ext cx="7391400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89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22350"/>
            <a:ext cx="8686800" cy="537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534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684" y="2011361"/>
            <a:ext cx="6134632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5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131" y="1600201"/>
            <a:ext cx="8013737" cy="36575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257800"/>
            <a:ext cx="7162800" cy="144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05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0469" y="1600201"/>
            <a:ext cx="7263061" cy="3429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058748"/>
            <a:ext cx="6781800" cy="136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43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618" y="1938965"/>
            <a:ext cx="7658764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40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84966"/>
            <a:ext cx="8229600" cy="2956431"/>
          </a:xfrm>
        </p:spPr>
      </p:pic>
    </p:spTree>
    <p:extLst>
      <p:ext uri="{BB962C8B-B14F-4D97-AF65-F5344CB8AC3E}">
        <p14:creationId xmlns:p14="http://schemas.microsoft.com/office/powerpoint/2010/main" val="2052235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36800"/>
            <a:ext cx="8788400" cy="218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4442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924800" cy="412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1635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74750"/>
            <a:ext cx="8458200" cy="484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300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4095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50</Words>
  <Application>Microsoft Office PowerPoint</Application>
  <PresentationFormat>On-screen Show (4:3)</PresentationFormat>
  <Paragraphs>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C4.5 and CART</vt:lpstr>
      <vt:lpstr>C4.5</vt:lpstr>
      <vt:lpstr>Example Table</vt:lpstr>
      <vt:lpstr>PowerPoint Presentation</vt:lpstr>
      <vt:lpstr>PowerPoint Presentation</vt:lpstr>
      <vt:lpstr>PowerPoint Presentation</vt:lpstr>
      <vt:lpstr>Left Subtree</vt:lpstr>
      <vt:lpstr>Right Subtree</vt:lpstr>
      <vt:lpstr>PowerPoint Presentation</vt:lpstr>
      <vt:lpstr>Assignment</vt:lpstr>
      <vt:lpstr>CART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Shishir Bhuiyan</cp:lastModifiedBy>
  <cp:revision>54</cp:revision>
  <dcterms:created xsi:type="dcterms:W3CDTF">2006-08-16T00:00:00Z</dcterms:created>
  <dcterms:modified xsi:type="dcterms:W3CDTF">2025-04-12T21:34:04Z</dcterms:modified>
</cp:coreProperties>
</file>