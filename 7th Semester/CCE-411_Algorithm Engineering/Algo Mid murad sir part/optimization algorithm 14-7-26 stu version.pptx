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5" r:id="rId3"/>
    <p:sldId id="276" r:id="rId4"/>
    <p:sldId id="277" r:id="rId5"/>
    <p:sldId id="256" r:id="rId6"/>
    <p:sldId id="257" r:id="rId7"/>
    <p:sldId id="258" r:id="rId8"/>
    <p:sldId id="278" r:id="rId9"/>
    <p:sldId id="262" r:id="rId10"/>
    <p:sldId id="263" r:id="rId11"/>
    <p:sldId id="279" r:id="rId12"/>
    <p:sldId id="267" r:id="rId13"/>
    <p:sldId id="264" r:id="rId14"/>
    <p:sldId id="265" r:id="rId15"/>
    <p:sldId id="266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0446D-3114-4B29-93A0-424C0DADEEA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E9FB4-766D-41AC-A33E-A445F4F39DC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814" y="-4762"/>
            <a:ext cx="9939785" cy="68627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021830" cy="34905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55813"/>
            <a:ext cx="5190265" cy="43750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683" y="4757701"/>
            <a:ext cx="2200582" cy="5239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223" y="93614"/>
            <a:ext cx="5683777" cy="56829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201" y="9525"/>
            <a:ext cx="6439799" cy="66112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Optimization algorithms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79" y="259618"/>
            <a:ext cx="11816948" cy="62027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74242" y="5942568"/>
            <a:ext cx="38331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s-IN" dirty="0"/>
              <a:t>লজিস্টিকস বা পণ্য পরিবহনের ক্ষেত্রে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8899"/>
            <a:ext cx="6200775" cy="67691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5" y="0"/>
            <a:ext cx="6573145" cy="6753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8899"/>
            <a:ext cx="6200775" cy="67691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675" y="1622425"/>
            <a:ext cx="6449325" cy="4959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13798"/>
            <a:ext cx="5525271" cy="47631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486" y="3372368"/>
            <a:ext cx="4096322" cy="30674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431" y="1325563"/>
            <a:ext cx="6435969" cy="544906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2725615" y="1325563"/>
            <a:ext cx="4906108" cy="1320922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300" y="662781"/>
            <a:ext cx="4171949" cy="21572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518" y="2821197"/>
            <a:ext cx="6144482" cy="819264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7343775" y="2733675"/>
            <a:ext cx="2952750" cy="352425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300" y="3767231"/>
            <a:ext cx="2629267" cy="8859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664" y="4653180"/>
            <a:ext cx="5744189" cy="1876687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 flipH="1" flipV="1">
            <a:off x="5038725" y="5734050"/>
            <a:ext cx="2695575" cy="6096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88338" y="952499"/>
            <a:ext cx="5533885" cy="6143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31" y="1325563"/>
            <a:ext cx="6435969" cy="5449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324" y="1276764"/>
            <a:ext cx="7220958" cy="5449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309" y="957601"/>
            <a:ext cx="4410691" cy="56300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131" y="1227939"/>
            <a:ext cx="4410691" cy="56300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702" y="765912"/>
            <a:ext cx="6573167" cy="32770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775" y="4695548"/>
            <a:ext cx="5449060" cy="1981477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6787662" y="2294792"/>
            <a:ext cx="3121269" cy="3231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7648575" y="2705100"/>
            <a:ext cx="1609725" cy="3371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61" y="1316038"/>
            <a:ext cx="5070963" cy="55419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024" y="567531"/>
            <a:ext cx="6928934" cy="61531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3" y="1757742"/>
            <a:ext cx="6547339" cy="4839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282" y="678875"/>
            <a:ext cx="4348443" cy="3235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322" y="4162049"/>
            <a:ext cx="5229955" cy="26959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-190500"/>
            <a:ext cx="10515600" cy="1325563"/>
          </a:xfrm>
        </p:spPr>
        <p:txBody>
          <a:bodyPr/>
          <a:lstStyle/>
          <a:p>
            <a:r>
              <a:rPr lang="en-US" b="1" dirty="0"/>
              <a:t>real-life incident-based example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70400"/>
            <a:ext cx="6753225" cy="58923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685" y="638175"/>
            <a:ext cx="5237315" cy="61245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real-life incident-based example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85716"/>
            <a:ext cx="5418290" cy="30863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430" y="1143659"/>
            <a:ext cx="5934803" cy="52476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real-life incident-based example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97" y="1030288"/>
            <a:ext cx="5934803" cy="52476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867" y="1030287"/>
            <a:ext cx="5952782" cy="51466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</a:t>
            </a:r>
            <a:r>
              <a:rPr lang="en-US" b="1" dirty="0"/>
              <a:t>20,000 iterations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99083"/>
            <a:ext cx="5639289" cy="4789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050" y="1499083"/>
            <a:ext cx="5646241" cy="43513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</Words>
  <Application>WPS Presentation</Application>
  <PresentationFormat>Widescreen</PresentationFormat>
  <Paragraphs>26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Kalpurush</vt:lpstr>
      <vt:lpstr>Vrinda</vt:lpstr>
      <vt:lpstr>Siyam Rupali</vt:lpstr>
      <vt:lpstr>Office Theme</vt:lpstr>
      <vt:lpstr>PowerPoint 演示文稿</vt:lpstr>
      <vt:lpstr>PowerPoint 演示文稿</vt:lpstr>
      <vt:lpstr>PowerPoint 演示文稿</vt:lpstr>
      <vt:lpstr>Optimization algorithms</vt:lpstr>
      <vt:lpstr>PowerPoint 演示文稿</vt:lpstr>
      <vt:lpstr>PowerPoint 演示文稿</vt:lpstr>
      <vt:lpstr>PowerPoint 演示文稿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real-life incident-based example </vt:lpstr>
      <vt:lpstr>real-life incident-based example </vt:lpstr>
      <vt:lpstr>real-life incident-based example </vt:lpstr>
      <vt:lpstr>After 20,000 iterations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algorithms</dc:title>
  <dc:creator>Lenovo</dc:creator>
  <cp:lastModifiedBy>PROSENJIT MONDOL</cp:lastModifiedBy>
  <cp:revision>28</cp:revision>
  <dcterms:created xsi:type="dcterms:W3CDTF">2025-07-14T09:46:00Z</dcterms:created>
  <dcterms:modified xsi:type="dcterms:W3CDTF">2026-09-17T01:55:17Z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9787F309930B459DA7CD17B9CE92F43C_12</vt:lpwstr>
  </property>
  <property fmtid="{D5CDD505-2E9C-101B-9397-08002B2CF9AE}" pid="3" name="KSOProductBuildVer">
    <vt:lpwstr>1033-12.2.0.20323</vt:lpwstr>
  </property>
</Properties>
</file>