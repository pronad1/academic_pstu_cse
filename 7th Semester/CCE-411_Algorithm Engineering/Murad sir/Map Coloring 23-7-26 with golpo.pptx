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63" r:id="rId3"/>
    <p:sldId id="264" r:id="rId4"/>
    <p:sldId id="265" r:id="rId5"/>
    <p:sldId id="257" r:id="rId6"/>
    <p:sldId id="266" r:id="rId7"/>
    <p:sldId id="267" r:id="rId8"/>
    <p:sldId id="268" r:id="rId9"/>
    <p:sldId id="269" r:id="rId10"/>
    <p:sldId id="270" r:id="rId11"/>
    <p:sldId id="258" r:id="rId12"/>
    <p:sldId id="259" r:id="rId13"/>
    <p:sldId id="260" r:id="rId14"/>
    <p:sldId id="26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274F3AB-09A5-4D84-A978-B654AE9107F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D1853A-1DAD-4242-81C2-6B164924BF87}" type="slidenum">
              <a:rPr lang="en-US" smtClean="0"/>
              <a:t>‹#›</a:t>
            </a:fld>
            <a:endParaRPr lang="en-US"/>
          </a:p>
        </p:txBody>
      </p:sp>
    </p:spTree>
    <p:extLst>
      <p:ext uri="{BB962C8B-B14F-4D97-AF65-F5344CB8AC3E}">
        <p14:creationId xmlns:p14="http://schemas.microsoft.com/office/powerpoint/2010/main" val="9554567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74F3AB-09A5-4D84-A978-B654AE9107F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D1853A-1DAD-4242-81C2-6B164924BF87}" type="slidenum">
              <a:rPr lang="en-US" smtClean="0"/>
              <a:t>‹#›</a:t>
            </a:fld>
            <a:endParaRPr lang="en-US"/>
          </a:p>
        </p:txBody>
      </p:sp>
    </p:spTree>
    <p:extLst>
      <p:ext uri="{BB962C8B-B14F-4D97-AF65-F5344CB8AC3E}">
        <p14:creationId xmlns:p14="http://schemas.microsoft.com/office/powerpoint/2010/main" val="42378737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274F3AB-09A5-4D84-A978-B654AE9107F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D1853A-1DAD-4242-81C2-6B164924BF87}" type="slidenum">
              <a:rPr lang="en-US" smtClean="0"/>
              <a:t>‹#›</a:t>
            </a:fld>
            <a:endParaRPr lang="en-US"/>
          </a:p>
        </p:txBody>
      </p:sp>
    </p:spTree>
    <p:extLst>
      <p:ext uri="{BB962C8B-B14F-4D97-AF65-F5344CB8AC3E}">
        <p14:creationId xmlns:p14="http://schemas.microsoft.com/office/powerpoint/2010/main" val="3959129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274F3AB-09A5-4D84-A978-B654AE9107F4}" type="datetimeFigureOut">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D1853A-1DAD-4242-81C2-6B164924BF87}" type="slidenum">
              <a:rPr lang="en-US" smtClean="0"/>
              <a:t>‹#›</a:t>
            </a:fld>
            <a:endParaRPr lang="en-US"/>
          </a:p>
        </p:txBody>
      </p:sp>
    </p:spTree>
    <p:extLst>
      <p:ext uri="{BB962C8B-B14F-4D97-AF65-F5344CB8AC3E}">
        <p14:creationId xmlns:p14="http://schemas.microsoft.com/office/powerpoint/2010/main" val="1234622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274F3AB-09A5-4D84-A978-B654AE9107F4}" type="datetimeFigureOut">
              <a:rPr lang="en-US" smtClean="0"/>
              <a:t>7/22/2026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BD1853A-1DAD-4242-81C2-6B164924BF87}" type="slidenum">
              <a:rPr lang="en-US" smtClean="0"/>
              <a:t>‹#›</a:t>
            </a:fld>
            <a:endParaRPr lang="en-US"/>
          </a:p>
        </p:txBody>
      </p:sp>
    </p:spTree>
    <p:extLst>
      <p:ext uri="{BB962C8B-B14F-4D97-AF65-F5344CB8AC3E}">
        <p14:creationId xmlns:p14="http://schemas.microsoft.com/office/powerpoint/2010/main" val="22603528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274F3AB-09A5-4D84-A978-B654AE9107F4}" type="datetimeFigureOut">
              <a:rPr lang="en-US" smtClean="0"/>
              <a:t>7/22/2026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BD1853A-1DAD-4242-81C2-6B164924BF87}" type="slidenum">
              <a:rPr lang="en-US" smtClean="0"/>
              <a:t>‹#›</a:t>
            </a:fld>
            <a:endParaRPr lang="en-US"/>
          </a:p>
        </p:txBody>
      </p:sp>
    </p:spTree>
    <p:extLst>
      <p:ext uri="{BB962C8B-B14F-4D97-AF65-F5344CB8AC3E}">
        <p14:creationId xmlns:p14="http://schemas.microsoft.com/office/powerpoint/2010/main" val="398593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74F3AB-09A5-4D84-A978-B654AE9107F4}" type="datetimeFigureOut">
              <a:rPr lang="en-US" smtClean="0"/>
              <a:t>7/22/2026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BD1853A-1DAD-4242-81C2-6B164924BF87}" type="slidenum">
              <a:rPr lang="en-US" smtClean="0"/>
              <a:t>‹#›</a:t>
            </a:fld>
            <a:endParaRPr lang="en-US"/>
          </a:p>
        </p:txBody>
      </p:sp>
    </p:spTree>
    <p:extLst>
      <p:ext uri="{BB962C8B-B14F-4D97-AF65-F5344CB8AC3E}">
        <p14:creationId xmlns:p14="http://schemas.microsoft.com/office/powerpoint/2010/main" val="31825271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274F3AB-09A5-4D84-A978-B654AE9107F4}" type="datetimeFigureOut">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D1853A-1DAD-4242-81C2-6B164924BF87}" type="slidenum">
              <a:rPr lang="en-US" smtClean="0"/>
              <a:t>‹#›</a:t>
            </a:fld>
            <a:endParaRPr lang="en-US"/>
          </a:p>
        </p:txBody>
      </p:sp>
    </p:spTree>
    <p:extLst>
      <p:ext uri="{BB962C8B-B14F-4D97-AF65-F5344CB8AC3E}">
        <p14:creationId xmlns:p14="http://schemas.microsoft.com/office/powerpoint/2010/main" val="15006975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274F3AB-09A5-4D84-A978-B654AE9107F4}" type="datetimeFigureOut">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D1853A-1DAD-4242-81C2-6B164924BF87}" type="slidenum">
              <a:rPr lang="en-US" smtClean="0"/>
              <a:t>‹#›</a:t>
            </a:fld>
            <a:endParaRPr lang="en-US"/>
          </a:p>
        </p:txBody>
      </p:sp>
    </p:spTree>
    <p:extLst>
      <p:ext uri="{BB962C8B-B14F-4D97-AF65-F5344CB8AC3E}">
        <p14:creationId xmlns:p14="http://schemas.microsoft.com/office/powerpoint/2010/main" val="3057920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74F3AB-09A5-4D84-A978-B654AE9107F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D1853A-1DAD-4242-81C2-6B164924BF87}" type="slidenum">
              <a:rPr lang="en-US" smtClean="0"/>
              <a:t>‹#›</a:t>
            </a:fld>
            <a:endParaRPr lang="en-US"/>
          </a:p>
        </p:txBody>
      </p:sp>
    </p:spTree>
    <p:extLst>
      <p:ext uri="{BB962C8B-B14F-4D97-AF65-F5344CB8AC3E}">
        <p14:creationId xmlns:p14="http://schemas.microsoft.com/office/powerpoint/2010/main" val="799948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74F3AB-09A5-4D84-A978-B654AE9107F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D1853A-1DAD-4242-81C2-6B164924BF87}" type="slidenum">
              <a:rPr lang="en-US" smtClean="0"/>
              <a:t>‹#›</a:t>
            </a:fld>
            <a:endParaRPr lang="en-US"/>
          </a:p>
        </p:txBody>
      </p:sp>
    </p:spTree>
    <p:extLst>
      <p:ext uri="{BB962C8B-B14F-4D97-AF65-F5344CB8AC3E}">
        <p14:creationId xmlns:p14="http://schemas.microsoft.com/office/powerpoint/2010/main" val="35693012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74F3AB-09A5-4D84-A978-B654AE9107F4}" type="datetimeFigureOut">
              <a:rPr lang="en-US" smtClean="0"/>
              <a:t>7/22/2026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D1853A-1DAD-4242-81C2-6B164924BF87}" type="slidenum">
              <a:rPr lang="en-US" smtClean="0"/>
              <a:t>‹#›</a:t>
            </a:fld>
            <a:endParaRPr lang="en-US"/>
          </a:p>
        </p:txBody>
      </p:sp>
    </p:spTree>
    <p:extLst>
      <p:ext uri="{BB962C8B-B14F-4D97-AF65-F5344CB8AC3E}">
        <p14:creationId xmlns:p14="http://schemas.microsoft.com/office/powerpoint/2010/main" val="25679164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DC8B5-18C1-590C-CC9C-50DA40BDF9C3}"/>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56A0E96A-F312-1B6A-FC46-681D7A9B6622}"/>
              </a:ext>
            </a:extLst>
          </p:cNvPr>
          <p:cNvSpPr>
            <a:spLocks noGrp="1"/>
          </p:cNvSpPr>
          <p:nvPr>
            <p:ph type="subTitle" idx="1"/>
          </p:nvPr>
        </p:nvSpPr>
        <p:spPr/>
        <p:txBody>
          <a:bodyPr/>
          <a:lstStyle/>
          <a:p>
            <a:endParaRPr lang="en-US"/>
          </a:p>
        </p:txBody>
      </p:sp>
      <p:pic>
        <p:nvPicPr>
          <p:cNvPr id="5" name="Picture 4">
            <a:extLst>
              <a:ext uri="{FF2B5EF4-FFF2-40B4-BE49-F238E27FC236}">
                <a16:creationId xmlns:a16="http://schemas.microsoft.com/office/drawing/2014/main" id="{707F51BC-E371-397E-B0E1-CDFD00D519FF}"/>
              </a:ext>
            </a:extLst>
          </p:cNvPr>
          <p:cNvPicPr>
            <a:picLocks noChangeAspect="1"/>
          </p:cNvPicPr>
          <p:nvPr/>
        </p:nvPicPr>
        <p:blipFill>
          <a:blip r:embed="rId2"/>
          <a:stretch>
            <a:fillRect/>
          </a:stretch>
        </p:blipFill>
        <p:spPr>
          <a:xfrm>
            <a:off x="228234" y="1122363"/>
            <a:ext cx="11300078" cy="3576263"/>
          </a:xfrm>
          <a:prstGeom prst="rect">
            <a:avLst/>
          </a:prstGeom>
        </p:spPr>
      </p:pic>
    </p:spTree>
    <p:extLst>
      <p:ext uri="{BB962C8B-B14F-4D97-AF65-F5344CB8AC3E}">
        <p14:creationId xmlns:p14="http://schemas.microsoft.com/office/powerpoint/2010/main" val="34646567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7BD0B-352B-E564-475A-DC622546198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AE3B1EA-8EE6-63DB-31E0-BA1D5BCE61DA}"/>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DF7562EF-1433-4270-176E-1228F63E734E}"/>
              </a:ext>
            </a:extLst>
          </p:cNvPr>
          <p:cNvPicPr>
            <a:picLocks noChangeAspect="1"/>
          </p:cNvPicPr>
          <p:nvPr/>
        </p:nvPicPr>
        <p:blipFill>
          <a:blip r:embed="rId2"/>
          <a:stretch>
            <a:fillRect/>
          </a:stretch>
        </p:blipFill>
        <p:spPr>
          <a:xfrm>
            <a:off x="203563" y="26696"/>
            <a:ext cx="5010849" cy="3206750"/>
          </a:xfrm>
          <a:prstGeom prst="rect">
            <a:avLst/>
          </a:prstGeom>
        </p:spPr>
      </p:pic>
      <p:pic>
        <p:nvPicPr>
          <p:cNvPr id="7" name="Picture 6">
            <a:extLst>
              <a:ext uri="{FF2B5EF4-FFF2-40B4-BE49-F238E27FC236}">
                <a16:creationId xmlns:a16="http://schemas.microsoft.com/office/drawing/2014/main" id="{C819D1DC-EF27-56EA-F1C5-C1AF871CFF96}"/>
              </a:ext>
            </a:extLst>
          </p:cNvPr>
          <p:cNvPicPr>
            <a:picLocks noChangeAspect="1"/>
          </p:cNvPicPr>
          <p:nvPr/>
        </p:nvPicPr>
        <p:blipFill>
          <a:blip r:embed="rId3"/>
          <a:stretch>
            <a:fillRect/>
          </a:stretch>
        </p:blipFill>
        <p:spPr>
          <a:xfrm>
            <a:off x="1298840" y="3325615"/>
            <a:ext cx="10893159" cy="3505689"/>
          </a:xfrm>
          <a:prstGeom prst="rect">
            <a:avLst/>
          </a:prstGeom>
        </p:spPr>
      </p:pic>
    </p:spTree>
    <p:extLst>
      <p:ext uri="{BB962C8B-B14F-4D97-AF65-F5344CB8AC3E}">
        <p14:creationId xmlns:p14="http://schemas.microsoft.com/office/powerpoint/2010/main" val="12651607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DD1BB-04AE-A0CD-0511-FC52D411785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A682FBC-96EA-3F92-BBF7-C182719635C5}"/>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23A28C65-4E51-2742-C88B-1BB52E75C6E6}"/>
              </a:ext>
            </a:extLst>
          </p:cNvPr>
          <p:cNvPicPr>
            <a:picLocks noChangeAspect="1"/>
          </p:cNvPicPr>
          <p:nvPr/>
        </p:nvPicPr>
        <p:blipFill>
          <a:blip r:embed="rId2"/>
          <a:stretch>
            <a:fillRect/>
          </a:stretch>
        </p:blipFill>
        <p:spPr>
          <a:xfrm>
            <a:off x="838200" y="839755"/>
            <a:ext cx="8716591" cy="4172532"/>
          </a:xfrm>
          <a:prstGeom prst="rect">
            <a:avLst/>
          </a:prstGeom>
        </p:spPr>
      </p:pic>
    </p:spTree>
    <p:extLst>
      <p:ext uri="{BB962C8B-B14F-4D97-AF65-F5344CB8AC3E}">
        <p14:creationId xmlns:p14="http://schemas.microsoft.com/office/powerpoint/2010/main" val="41925441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DCEBE-A134-77AE-AEA2-DAB381CE1E6E}"/>
              </a:ext>
            </a:extLst>
          </p:cNvPr>
          <p:cNvSpPr>
            <a:spLocks noGrp="1"/>
          </p:cNvSpPr>
          <p:nvPr>
            <p:ph type="title"/>
          </p:nvPr>
        </p:nvSpPr>
        <p:spPr/>
        <p:txBody>
          <a:bodyPr/>
          <a:lstStyle/>
          <a:p>
            <a:r>
              <a:rPr lang="en-US" dirty="0"/>
              <a:t>Bonus Knowledge</a:t>
            </a:r>
          </a:p>
        </p:txBody>
      </p:sp>
      <p:sp>
        <p:nvSpPr>
          <p:cNvPr id="3" name="Content Placeholder 2">
            <a:extLst>
              <a:ext uri="{FF2B5EF4-FFF2-40B4-BE49-F238E27FC236}">
                <a16:creationId xmlns:a16="http://schemas.microsoft.com/office/drawing/2014/main" id="{B817DF58-1769-5EA4-6828-6E41C077C28D}"/>
              </a:ext>
            </a:extLst>
          </p:cNvPr>
          <p:cNvSpPr>
            <a:spLocks noGrp="1"/>
          </p:cNvSpPr>
          <p:nvPr>
            <p:ph idx="1"/>
          </p:nvPr>
        </p:nvSpPr>
        <p:spPr/>
        <p:txBody>
          <a:bodyPr/>
          <a:lstStyle/>
          <a:p>
            <a:r>
              <a:rPr lang="en-US" b="1" dirty="0"/>
              <a:t>Four Color Theorem (</a:t>
            </a:r>
            <a:r>
              <a:rPr lang="en-US" b="1" dirty="0" err="1"/>
              <a:t>চার</a:t>
            </a:r>
            <a:r>
              <a:rPr lang="en-US" b="1" dirty="0"/>
              <a:t> </a:t>
            </a:r>
            <a:r>
              <a:rPr lang="en-US" b="1" dirty="0" err="1"/>
              <a:t>রঙ</a:t>
            </a:r>
            <a:r>
              <a:rPr lang="en-US" b="1" dirty="0"/>
              <a:t> </a:t>
            </a:r>
            <a:r>
              <a:rPr lang="en-US" b="1" dirty="0" err="1"/>
              <a:t>থিওরেম</a:t>
            </a:r>
            <a:r>
              <a:rPr lang="en-US" b="1" dirty="0"/>
              <a:t>):</a:t>
            </a:r>
            <a:r>
              <a:rPr lang="en-US" dirty="0"/>
              <a:t> </a:t>
            </a:r>
            <a:r>
              <a:rPr lang="en-US" dirty="0" err="1"/>
              <a:t>গণিতে</a:t>
            </a:r>
            <a:r>
              <a:rPr lang="en-US" dirty="0"/>
              <a:t> </a:t>
            </a:r>
            <a:r>
              <a:rPr lang="en-US" dirty="0" err="1"/>
              <a:t>প্রমাণিত</a:t>
            </a:r>
            <a:r>
              <a:rPr lang="en-US" dirty="0"/>
              <a:t> </a:t>
            </a:r>
            <a:r>
              <a:rPr lang="en-US" dirty="0" err="1"/>
              <a:t>হয়েছে</a:t>
            </a:r>
            <a:r>
              <a:rPr lang="en-US" dirty="0"/>
              <a:t> </a:t>
            </a:r>
            <a:r>
              <a:rPr lang="en-US" dirty="0" err="1"/>
              <a:t>যে</a:t>
            </a:r>
            <a:r>
              <a:rPr lang="en-US" dirty="0"/>
              <a:t>, </a:t>
            </a:r>
            <a:r>
              <a:rPr lang="en-US" dirty="0" err="1"/>
              <a:t>মানচিত্র</a:t>
            </a:r>
            <a:r>
              <a:rPr lang="en-US" dirty="0"/>
              <a:t> </a:t>
            </a:r>
            <a:r>
              <a:rPr lang="en-US" dirty="0" err="1"/>
              <a:t>যত</a:t>
            </a:r>
            <a:r>
              <a:rPr lang="en-US" dirty="0"/>
              <a:t> </a:t>
            </a:r>
            <a:r>
              <a:rPr lang="en-US" dirty="0" err="1"/>
              <a:t>বড়</a:t>
            </a:r>
            <a:r>
              <a:rPr lang="en-US" dirty="0"/>
              <a:t> </a:t>
            </a:r>
            <a:r>
              <a:rPr lang="en-US" dirty="0" err="1"/>
              <a:t>বা</a:t>
            </a:r>
            <a:r>
              <a:rPr lang="en-US" dirty="0"/>
              <a:t> </a:t>
            </a:r>
            <a:r>
              <a:rPr lang="en-US" dirty="0" err="1"/>
              <a:t>জটিলই</a:t>
            </a:r>
            <a:r>
              <a:rPr lang="en-US" dirty="0"/>
              <a:t> </a:t>
            </a:r>
            <a:r>
              <a:rPr lang="en-US" dirty="0" err="1"/>
              <a:t>হোক</a:t>
            </a:r>
            <a:r>
              <a:rPr lang="en-US" dirty="0"/>
              <a:t> </a:t>
            </a:r>
            <a:r>
              <a:rPr lang="en-US" dirty="0" err="1"/>
              <a:t>না</a:t>
            </a:r>
            <a:r>
              <a:rPr lang="en-US" dirty="0"/>
              <a:t> </a:t>
            </a:r>
            <a:r>
              <a:rPr lang="en-US" dirty="0" err="1"/>
              <a:t>কেন</a:t>
            </a:r>
            <a:r>
              <a:rPr lang="en-US" dirty="0"/>
              <a:t>, </a:t>
            </a:r>
            <a:r>
              <a:rPr lang="en-US" dirty="0" err="1">
                <a:solidFill>
                  <a:srgbClr val="FF0000"/>
                </a:solidFill>
              </a:rPr>
              <a:t>যেকোনো</a:t>
            </a:r>
            <a:r>
              <a:rPr lang="en-US" dirty="0">
                <a:solidFill>
                  <a:srgbClr val="FF0000"/>
                </a:solidFill>
              </a:rPr>
              <a:t> </a:t>
            </a:r>
            <a:r>
              <a:rPr lang="en-US" dirty="0" err="1">
                <a:solidFill>
                  <a:srgbClr val="FF0000"/>
                </a:solidFill>
              </a:rPr>
              <a:t>সমতল</a:t>
            </a:r>
            <a:r>
              <a:rPr lang="en-US" dirty="0">
                <a:solidFill>
                  <a:srgbClr val="FF0000"/>
                </a:solidFill>
              </a:rPr>
              <a:t> </a:t>
            </a:r>
            <a:r>
              <a:rPr lang="en-US" dirty="0" err="1">
                <a:solidFill>
                  <a:srgbClr val="FF0000"/>
                </a:solidFill>
              </a:rPr>
              <a:t>মানচিত্রকে</a:t>
            </a:r>
            <a:r>
              <a:rPr lang="en-US" dirty="0">
                <a:solidFill>
                  <a:srgbClr val="FF0000"/>
                </a:solidFill>
              </a:rPr>
              <a:t> </a:t>
            </a:r>
            <a:r>
              <a:rPr lang="en-US" dirty="0" err="1">
                <a:solidFill>
                  <a:srgbClr val="FF0000"/>
                </a:solidFill>
              </a:rPr>
              <a:t>এই</a:t>
            </a:r>
            <a:r>
              <a:rPr lang="en-US" dirty="0">
                <a:solidFill>
                  <a:srgbClr val="FF0000"/>
                </a:solidFill>
              </a:rPr>
              <a:t> </a:t>
            </a:r>
            <a:r>
              <a:rPr lang="en-US" dirty="0" err="1">
                <a:solidFill>
                  <a:srgbClr val="FF0000"/>
                </a:solidFill>
              </a:rPr>
              <a:t>শর্ত</a:t>
            </a:r>
            <a:r>
              <a:rPr lang="en-US" dirty="0">
                <a:solidFill>
                  <a:srgbClr val="FF0000"/>
                </a:solidFill>
              </a:rPr>
              <a:t> </a:t>
            </a:r>
            <a:r>
              <a:rPr lang="en-US" dirty="0" err="1">
                <a:solidFill>
                  <a:srgbClr val="FF0000"/>
                </a:solidFill>
              </a:rPr>
              <a:t>মেনে</a:t>
            </a:r>
            <a:r>
              <a:rPr lang="en-US" dirty="0">
                <a:solidFill>
                  <a:srgbClr val="FF0000"/>
                </a:solidFill>
              </a:rPr>
              <a:t> </a:t>
            </a:r>
            <a:r>
              <a:rPr lang="en-US" dirty="0" err="1">
                <a:solidFill>
                  <a:srgbClr val="FF0000"/>
                </a:solidFill>
              </a:rPr>
              <a:t>সাজাতে</a:t>
            </a:r>
            <a:r>
              <a:rPr lang="en-US" dirty="0">
                <a:solidFill>
                  <a:srgbClr val="FF0000"/>
                </a:solidFill>
              </a:rPr>
              <a:t> </a:t>
            </a:r>
            <a:r>
              <a:rPr lang="en-US" b="1" dirty="0" err="1">
                <a:solidFill>
                  <a:srgbClr val="FF0000"/>
                </a:solidFill>
              </a:rPr>
              <a:t>সর্বোচ্চ</a:t>
            </a:r>
            <a:r>
              <a:rPr lang="en-US" b="1" dirty="0">
                <a:solidFill>
                  <a:srgbClr val="FF0000"/>
                </a:solidFill>
              </a:rPr>
              <a:t> ৪টি </a:t>
            </a:r>
            <a:r>
              <a:rPr lang="en-US" b="1" dirty="0" err="1">
                <a:solidFill>
                  <a:srgbClr val="FF0000"/>
                </a:solidFill>
              </a:rPr>
              <a:t>রঙই</a:t>
            </a:r>
            <a:r>
              <a:rPr lang="en-US" b="1" dirty="0">
                <a:solidFill>
                  <a:srgbClr val="FF0000"/>
                </a:solidFill>
              </a:rPr>
              <a:t> </a:t>
            </a:r>
            <a:r>
              <a:rPr lang="en-US" b="1" dirty="0" err="1">
                <a:solidFill>
                  <a:srgbClr val="FF0000"/>
                </a:solidFill>
              </a:rPr>
              <a:t>যথেষ্ট</a:t>
            </a:r>
            <a:r>
              <a:rPr lang="en-US" dirty="0"/>
              <a:t>!</a:t>
            </a:r>
          </a:p>
          <a:p>
            <a:endParaRPr lang="en-US" dirty="0"/>
          </a:p>
          <a:p>
            <a:r>
              <a:rPr lang="en-US" b="1" dirty="0" err="1"/>
              <a:t>বাস্তব</a:t>
            </a:r>
            <a:r>
              <a:rPr lang="en-US" b="1" dirty="0"/>
              <a:t> </a:t>
            </a:r>
            <a:r>
              <a:rPr lang="en-US" b="1" dirty="0" err="1"/>
              <a:t>জীবনের</a:t>
            </a:r>
            <a:r>
              <a:rPr lang="en-US" b="1" dirty="0"/>
              <a:t> </a:t>
            </a:r>
            <a:r>
              <a:rPr lang="en-US" b="1" dirty="0" err="1"/>
              <a:t>ব্যবহার</a:t>
            </a:r>
            <a:r>
              <a:rPr lang="en-US" b="1" dirty="0"/>
              <a:t>:</a:t>
            </a:r>
            <a:r>
              <a:rPr lang="en-US" dirty="0"/>
              <a:t> </a:t>
            </a:r>
            <a:r>
              <a:rPr lang="en-US" dirty="0" err="1"/>
              <a:t>এই</a:t>
            </a:r>
            <a:r>
              <a:rPr lang="en-US" dirty="0"/>
              <a:t> Map Coloring </a:t>
            </a:r>
            <a:r>
              <a:rPr lang="en-US" dirty="0" err="1"/>
              <a:t>ধারণা</a:t>
            </a:r>
            <a:r>
              <a:rPr lang="en-US" dirty="0"/>
              <a:t> </a:t>
            </a:r>
            <a:r>
              <a:rPr lang="en-US" dirty="0" err="1"/>
              <a:t>কেবল</a:t>
            </a:r>
            <a:r>
              <a:rPr lang="en-US" dirty="0"/>
              <a:t> </a:t>
            </a:r>
            <a:r>
              <a:rPr lang="en-US" dirty="0" err="1"/>
              <a:t>ম্যাপ</a:t>
            </a:r>
            <a:r>
              <a:rPr lang="en-US" dirty="0"/>
              <a:t> </a:t>
            </a:r>
            <a:r>
              <a:rPr lang="en-US" dirty="0" err="1"/>
              <a:t>আঁকতেই</a:t>
            </a:r>
            <a:r>
              <a:rPr lang="en-US" dirty="0"/>
              <a:t> </a:t>
            </a:r>
            <a:r>
              <a:rPr lang="en-US" dirty="0" err="1"/>
              <a:t>লাগে</a:t>
            </a:r>
            <a:r>
              <a:rPr lang="en-US" dirty="0"/>
              <a:t> </a:t>
            </a:r>
            <a:r>
              <a:rPr lang="en-US" dirty="0" err="1"/>
              <a:t>না</a:t>
            </a:r>
            <a:r>
              <a:rPr lang="en-US" dirty="0"/>
              <a:t>—</a:t>
            </a:r>
            <a:r>
              <a:rPr lang="en-US" dirty="0" err="1">
                <a:solidFill>
                  <a:srgbClr val="FF0000"/>
                </a:solidFill>
              </a:rPr>
              <a:t>বিশ্ববিদ্যালয়ের</a:t>
            </a:r>
            <a:r>
              <a:rPr lang="en-US" dirty="0">
                <a:solidFill>
                  <a:srgbClr val="FF0000"/>
                </a:solidFill>
              </a:rPr>
              <a:t> </a:t>
            </a:r>
            <a:r>
              <a:rPr lang="en-US" dirty="0" err="1">
                <a:solidFill>
                  <a:srgbClr val="FF0000"/>
                </a:solidFill>
              </a:rPr>
              <a:t>পরীক্ষার</a:t>
            </a:r>
            <a:r>
              <a:rPr lang="en-US" dirty="0">
                <a:solidFill>
                  <a:srgbClr val="FF0000"/>
                </a:solidFill>
              </a:rPr>
              <a:t> </a:t>
            </a:r>
            <a:r>
              <a:rPr lang="en-US" dirty="0" err="1">
                <a:solidFill>
                  <a:srgbClr val="FF0000"/>
                </a:solidFill>
              </a:rPr>
              <a:t>রুটিন</a:t>
            </a:r>
            <a:r>
              <a:rPr lang="en-US" dirty="0">
                <a:solidFill>
                  <a:srgbClr val="FF0000"/>
                </a:solidFill>
              </a:rPr>
              <a:t> </a:t>
            </a:r>
            <a:r>
              <a:rPr lang="en-US" dirty="0" err="1">
                <a:solidFill>
                  <a:srgbClr val="FF0000"/>
                </a:solidFill>
              </a:rPr>
              <a:t>তৈরি</a:t>
            </a:r>
            <a:r>
              <a:rPr lang="en-US" dirty="0">
                <a:solidFill>
                  <a:srgbClr val="FF0000"/>
                </a:solidFill>
              </a:rPr>
              <a:t> </a:t>
            </a:r>
            <a:r>
              <a:rPr lang="en-US" dirty="0" err="1">
                <a:solidFill>
                  <a:srgbClr val="FF0000"/>
                </a:solidFill>
              </a:rPr>
              <a:t>করা</a:t>
            </a:r>
            <a:r>
              <a:rPr lang="en-US" dirty="0">
                <a:solidFill>
                  <a:srgbClr val="FF0000"/>
                </a:solidFill>
              </a:rPr>
              <a:t> (</a:t>
            </a:r>
            <a:r>
              <a:rPr lang="en-US" dirty="0" err="1">
                <a:solidFill>
                  <a:srgbClr val="FF0000"/>
                </a:solidFill>
              </a:rPr>
              <a:t>একই</a:t>
            </a:r>
            <a:r>
              <a:rPr lang="en-US" dirty="0">
                <a:solidFill>
                  <a:srgbClr val="FF0000"/>
                </a:solidFill>
              </a:rPr>
              <a:t> </a:t>
            </a:r>
            <a:r>
              <a:rPr lang="en-US" dirty="0" err="1">
                <a:solidFill>
                  <a:srgbClr val="FF0000"/>
                </a:solidFill>
              </a:rPr>
              <a:t>শিক্ষার্থীর</a:t>
            </a:r>
            <a:r>
              <a:rPr lang="en-US" dirty="0">
                <a:solidFill>
                  <a:srgbClr val="FF0000"/>
                </a:solidFill>
              </a:rPr>
              <a:t> </a:t>
            </a:r>
            <a:r>
              <a:rPr lang="en-US" dirty="0" err="1">
                <a:solidFill>
                  <a:srgbClr val="FF0000"/>
                </a:solidFill>
              </a:rPr>
              <a:t>যেন</a:t>
            </a:r>
            <a:r>
              <a:rPr lang="en-US" dirty="0">
                <a:solidFill>
                  <a:srgbClr val="FF0000"/>
                </a:solidFill>
              </a:rPr>
              <a:t> </a:t>
            </a:r>
            <a:r>
              <a:rPr lang="en-US" dirty="0" err="1">
                <a:solidFill>
                  <a:srgbClr val="FF0000"/>
                </a:solidFill>
              </a:rPr>
              <a:t>একই</a:t>
            </a:r>
            <a:r>
              <a:rPr lang="en-US" dirty="0">
                <a:solidFill>
                  <a:srgbClr val="FF0000"/>
                </a:solidFill>
              </a:rPr>
              <a:t> </a:t>
            </a:r>
            <a:r>
              <a:rPr lang="en-US" dirty="0" err="1">
                <a:solidFill>
                  <a:srgbClr val="FF0000"/>
                </a:solidFill>
              </a:rPr>
              <a:t>সময়ে</a:t>
            </a:r>
            <a:r>
              <a:rPr lang="en-US" dirty="0">
                <a:solidFill>
                  <a:srgbClr val="FF0000"/>
                </a:solidFill>
              </a:rPr>
              <a:t> </a:t>
            </a:r>
            <a:r>
              <a:rPr lang="en-US" dirty="0" err="1">
                <a:solidFill>
                  <a:srgbClr val="FF0000"/>
                </a:solidFill>
              </a:rPr>
              <a:t>দুটি</a:t>
            </a:r>
            <a:r>
              <a:rPr lang="en-US" dirty="0">
                <a:solidFill>
                  <a:srgbClr val="FF0000"/>
                </a:solidFill>
              </a:rPr>
              <a:t> </a:t>
            </a:r>
            <a:r>
              <a:rPr lang="en-US" dirty="0" err="1">
                <a:solidFill>
                  <a:srgbClr val="FF0000"/>
                </a:solidFill>
              </a:rPr>
              <a:t>পরীক্ষা</a:t>
            </a:r>
            <a:r>
              <a:rPr lang="en-US" dirty="0">
                <a:solidFill>
                  <a:srgbClr val="FF0000"/>
                </a:solidFill>
              </a:rPr>
              <a:t> </a:t>
            </a:r>
            <a:r>
              <a:rPr lang="en-US" dirty="0" err="1">
                <a:solidFill>
                  <a:srgbClr val="FF0000"/>
                </a:solidFill>
              </a:rPr>
              <a:t>না</a:t>
            </a:r>
            <a:r>
              <a:rPr lang="en-US" dirty="0">
                <a:solidFill>
                  <a:srgbClr val="FF0000"/>
                </a:solidFill>
              </a:rPr>
              <a:t> </a:t>
            </a:r>
            <a:r>
              <a:rPr lang="en-US" dirty="0" err="1">
                <a:solidFill>
                  <a:srgbClr val="FF0000"/>
                </a:solidFill>
              </a:rPr>
              <a:t>পড়ে</a:t>
            </a:r>
            <a:r>
              <a:rPr lang="en-US" dirty="0">
                <a:solidFill>
                  <a:srgbClr val="FF0000"/>
                </a:solidFill>
              </a:rPr>
              <a:t>) </a:t>
            </a:r>
            <a:r>
              <a:rPr lang="en-US" dirty="0" err="1">
                <a:solidFill>
                  <a:srgbClr val="FF0000"/>
                </a:solidFill>
              </a:rPr>
              <a:t>বা</a:t>
            </a:r>
            <a:r>
              <a:rPr lang="en-US" dirty="0">
                <a:solidFill>
                  <a:srgbClr val="FF0000"/>
                </a:solidFill>
              </a:rPr>
              <a:t> </a:t>
            </a:r>
            <a:r>
              <a:rPr lang="en-US" dirty="0" err="1">
                <a:solidFill>
                  <a:srgbClr val="FF0000"/>
                </a:solidFill>
              </a:rPr>
              <a:t>মোবাইলের</a:t>
            </a:r>
            <a:r>
              <a:rPr lang="en-US" dirty="0">
                <a:solidFill>
                  <a:srgbClr val="FF0000"/>
                </a:solidFill>
              </a:rPr>
              <a:t> </a:t>
            </a:r>
            <a:r>
              <a:rPr lang="en-US" dirty="0" err="1">
                <a:solidFill>
                  <a:srgbClr val="FF0000"/>
                </a:solidFill>
              </a:rPr>
              <a:t>টাওয়ারের</a:t>
            </a:r>
            <a:r>
              <a:rPr lang="en-US" dirty="0">
                <a:solidFill>
                  <a:srgbClr val="FF0000"/>
                </a:solidFill>
              </a:rPr>
              <a:t> </a:t>
            </a:r>
            <a:r>
              <a:rPr lang="en-US" dirty="0" err="1">
                <a:solidFill>
                  <a:srgbClr val="FF0000"/>
                </a:solidFill>
              </a:rPr>
              <a:t>ফ্রিকোয়েন্সি</a:t>
            </a:r>
            <a:r>
              <a:rPr lang="en-US" dirty="0">
                <a:solidFill>
                  <a:srgbClr val="FF0000"/>
                </a:solidFill>
              </a:rPr>
              <a:t> </a:t>
            </a:r>
            <a:r>
              <a:rPr lang="en-US" dirty="0" err="1">
                <a:solidFill>
                  <a:srgbClr val="FF0000"/>
                </a:solidFill>
              </a:rPr>
              <a:t>সেট</a:t>
            </a:r>
            <a:r>
              <a:rPr lang="en-US" dirty="0">
                <a:solidFill>
                  <a:srgbClr val="FF0000"/>
                </a:solidFill>
              </a:rPr>
              <a:t> </a:t>
            </a:r>
            <a:r>
              <a:rPr lang="en-US" dirty="0" err="1">
                <a:solidFill>
                  <a:srgbClr val="FF0000"/>
                </a:solidFill>
              </a:rPr>
              <a:t>করার</a:t>
            </a:r>
            <a:r>
              <a:rPr lang="en-US" dirty="0">
                <a:solidFill>
                  <a:srgbClr val="FF0000"/>
                </a:solidFill>
              </a:rPr>
              <a:t> </a:t>
            </a:r>
            <a:r>
              <a:rPr lang="en-US" dirty="0" err="1">
                <a:solidFill>
                  <a:srgbClr val="FF0000"/>
                </a:solidFill>
              </a:rPr>
              <a:t>কাজেও</a:t>
            </a:r>
            <a:r>
              <a:rPr lang="en-US" dirty="0"/>
              <a:t> </a:t>
            </a:r>
            <a:r>
              <a:rPr lang="en-US" dirty="0" err="1"/>
              <a:t>এই</a:t>
            </a:r>
            <a:r>
              <a:rPr lang="en-US" dirty="0"/>
              <a:t> </a:t>
            </a:r>
            <a:r>
              <a:rPr lang="en-US" dirty="0" err="1"/>
              <a:t>অ্যালগরিদম</a:t>
            </a:r>
            <a:r>
              <a:rPr lang="en-US" dirty="0"/>
              <a:t> </a:t>
            </a:r>
            <a:r>
              <a:rPr lang="en-US" dirty="0" err="1"/>
              <a:t>ব্যবহৃত</a:t>
            </a:r>
            <a:r>
              <a:rPr lang="en-US" dirty="0"/>
              <a:t> </a:t>
            </a:r>
            <a:r>
              <a:rPr lang="en-US" dirty="0" err="1"/>
              <a:t>হয়</a:t>
            </a:r>
            <a:r>
              <a:rPr lang="en-US" dirty="0"/>
              <a:t>।</a:t>
            </a:r>
          </a:p>
          <a:p>
            <a:endParaRPr lang="en-US" dirty="0"/>
          </a:p>
        </p:txBody>
      </p:sp>
    </p:spTree>
    <p:extLst>
      <p:ext uri="{BB962C8B-B14F-4D97-AF65-F5344CB8AC3E}">
        <p14:creationId xmlns:p14="http://schemas.microsoft.com/office/powerpoint/2010/main" val="27718728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 Coloring</a:t>
            </a:r>
            <a:endParaRPr lang="en-IN" dirty="0"/>
          </a:p>
        </p:txBody>
      </p:sp>
      <p:sp>
        <p:nvSpPr>
          <p:cNvPr id="3" name="Content Placeholder 2"/>
          <p:cNvSpPr>
            <a:spLocks noGrp="1"/>
          </p:cNvSpPr>
          <p:nvPr>
            <p:ph idx="1"/>
          </p:nvPr>
        </p:nvSpPr>
        <p:spPr/>
        <p:txBody>
          <a:bodyPr/>
          <a:lstStyle/>
          <a:p>
            <a:r>
              <a:rPr lang="en-US" b="1" dirty="0"/>
              <a:t>Map coloring</a:t>
            </a:r>
            <a:r>
              <a:rPr lang="en-US" dirty="0"/>
              <a:t> is a classic </a:t>
            </a:r>
            <a:r>
              <a:rPr lang="en-US" b="1" dirty="0">
                <a:solidFill>
                  <a:srgbClr val="FF0000"/>
                </a:solidFill>
              </a:rPr>
              <a:t>graph coloring problem</a:t>
            </a:r>
            <a:r>
              <a:rPr lang="en-US" dirty="0">
                <a:solidFill>
                  <a:srgbClr val="FF0000"/>
                </a:solidFill>
              </a:rPr>
              <a:t> </a:t>
            </a:r>
            <a:r>
              <a:rPr lang="en-US" dirty="0"/>
              <a:t>in computer science and mathematics. </a:t>
            </a:r>
          </a:p>
          <a:p>
            <a:r>
              <a:rPr lang="en-US" dirty="0"/>
              <a:t>The goal is to assign </a:t>
            </a:r>
            <a:r>
              <a:rPr lang="en-US" b="1" dirty="0">
                <a:solidFill>
                  <a:srgbClr val="FF0000"/>
                </a:solidFill>
              </a:rPr>
              <a:t>colors to regions on a map</a:t>
            </a:r>
            <a:r>
              <a:rPr lang="en-US" dirty="0">
                <a:solidFill>
                  <a:srgbClr val="FF0000"/>
                </a:solidFill>
              </a:rPr>
              <a:t> so that </a:t>
            </a:r>
            <a:r>
              <a:rPr lang="en-US" b="1" dirty="0">
                <a:solidFill>
                  <a:srgbClr val="FF0000"/>
                </a:solidFill>
              </a:rPr>
              <a:t>no two adjacent regions share the same color</a:t>
            </a:r>
            <a:r>
              <a:rPr lang="en-US" dirty="0"/>
              <a:t>.</a:t>
            </a:r>
            <a:endParaRPr lang="en-IN" dirty="0"/>
          </a:p>
        </p:txBody>
      </p:sp>
    </p:spTree>
    <p:extLst>
      <p:ext uri="{BB962C8B-B14F-4D97-AF65-F5344CB8AC3E}">
        <p14:creationId xmlns:p14="http://schemas.microsoft.com/office/powerpoint/2010/main" val="380125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93C41-5EDA-7EC9-FFB8-487510936DFE}"/>
              </a:ext>
            </a:extLst>
          </p:cNvPr>
          <p:cNvSpPr>
            <a:spLocks noGrp="1"/>
          </p:cNvSpPr>
          <p:nvPr>
            <p:ph type="title"/>
          </p:nvPr>
        </p:nvSpPr>
        <p:spPr>
          <a:xfrm>
            <a:off x="419878" y="365125"/>
            <a:ext cx="10933922" cy="1325563"/>
          </a:xfrm>
        </p:spPr>
        <p:txBody>
          <a:bodyPr>
            <a:noAutofit/>
          </a:bodyPr>
          <a:lstStyle/>
          <a:p>
            <a:r>
              <a:rPr lang="en-US" sz="2800" b="1" dirty="0"/>
              <a:t>৪টি </a:t>
            </a:r>
            <a:r>
              <a:rPr lang="en-US" sz="2800" b="1" dirty="0" err="1"/>
              <a:t>রঙই</a:t>
            </a:r>
            <a:r>
              <a:rPr lang="en-US" sz="2800" b="1" dirty="0"/>
              <a:t> </a:t>
            </a:r>
            <a:r>
              <a:rPr lang="en-US" sz="2800" b="1" dirty="0" err="1"/>
              <a:t>যে</a:t>
            </a:r>
            <a:r>
              <a:rPr lang="en-US" sz="2800" b="1" dirty="0"/>
              <a:t> </a:t>
            </a:r>
            <a:r>
              <a:rPr lang="en-US" sz="2800" b="1" dirty="0" err="1"/>
              <a:t>সর্বোচ্চ</a:t>
            </a:r>
            <a:r>
              <a:rPr lang="en-US" sz="2800" b="1" dirty="0"/>
              <a:t> </a:t>
            </a:r>
            <a:r>
              <a:rPr lang="en-US" sz="2800" b="1" dirty="0" err="1"/>
              <a:t>যথেষ্ট</a:t>
            </a:r>
            <a:r>
              <a:rPr lang="en-US" sz="2800" b="1" dirty="0"/>
              <a:t>—</a:t>
            </a:r>
            <a:r>
              <a:rPr lang="en-US" sz="2800" b="1" dirty="0" err="1"/>
              <a:t>এটি</a:t>
            </a:r>
            <a:r>
              <a:rPr lang="en-US" sz="2800" b="1" dirty="0"/>
              <a:t> </a:t>
            </a:r>
            <a:r>
              <a:rPr lang="en-US" sz="2800" b="1" dirty="0" err="1"/>
              <a:t>বোঝার</a:t>
            </a:r>
            <a:r>
              <a:rPr lang="en-US" sz="2800" b="1" dirty="0"/>
              <a:t> </a:t>
            </a:r>
            <a:r>
              <a:rPr lang="en-US" sz="2800" b="1" dirty="0" err="1"/>
              <a:t>সেরা</a:t>
            </a:r>
            <a:r>
              <a:rPr lang="en-US" sz="2800" b="1" dirty="0"/>
              <a:t> </a:t>
            </a:r>
            <a:r>
              <a:rPr lang="en-US" sz="2800" b="1" dirty="0" err="1"/>
              <a:t>উপায়</a:t>
            </a:r>
            <a:r>
              <a:rPr lang="en-US" sz="2800" b="1" dirty="0"/>
              <a:t> </a:t>
            </a:r>
            <a:r>
              <a:rPr lang="en-US" sz="2800" b="1" dirty="0" err="1"/>
              <a:t>হলো</a:t>
            </a:r>
            <a:r>
              <a:rPr lang="en-US" sz="2800" b="1" dirty="0"/>
              <a:t> </a:t>
            </a:r>
            <a:r>
              <a:rPr lang="en-US" sz="2800" b="1" dirty="0" err="1"/>
              <a:t>একটি</a:t>
            </a:r>
            <a:r>
              <a:rPr lang="en-US" sz="2800" b="1" dirty="0"/>
              <a:t> </a:t>
            </a:r>
            <a:r>
              <a:rPr lang="en-US" sz="2800" b="1" dirty="0" err="1"/>
              <a:t>ছোট</a:t>
            </a:r>
            <a:r>
              <a:rPr lang="en-US" sz="2800" b="1" dirty="0"/>
              <a:t> </a:t>
            </a:r>
            <a:r>
              <a:rPr lang="en-US" sz="2800" b="1" dirty="0" err="1"/>
              <a:t>মানচিত্রের</a:t>
            </a:r>
            <a:r>
              <a:rPr lang="en-US" sz="2800" b="1" dirty="0"/>
              <a:t> </a:t>
            </a:r>
            <a:r>
              <a:rPr lang="en-US" sz="2800" b="1" dirty="0" err="1"/>
              <a:t>উদাহরণ</a:t>
            </a:r>
            <a:r>
              <a:rPr lang="en-US" sz="2800" b="1" dirty="0"/>
              <a:t> </a:t>
            </a:r>
            <a:r>
              <a:rPr lang="en-US" sz="2800" b="1" dirty="0" err="1"/>
              <a:t>দেওয়া</a:t>
            </a:r>
            <a:r>
              <a:rPr lang="en-US" sz="2800" b="1" dirty="0"/>
              <a:t> </a:t>
            </a:r>
            <a:r>
              <a:rPr lang="en-US" sz="2800" b="1" dirty="0" err="1"/>
              <a:t>এবং</a:t>
            </a:r>
            <a:r>
              <a:rPr lang="en-US" sz="2800" b="1" dirty="0"/>
              <a:t> </a:t>
            </a:r>
            <a:r>
              <a:rPr lang="en-US" sz="2800" b="1" dirty="0" err="1"/>
              <a:t>দেখা</a:t>
            </a:r>
            <a:r>
              <a:rPr lang="en-US" sz="2800" b="1" dirty="0"/>
              <a:t> </a:t>
            </a:r>
            <a:r>
              <a:rPr lang="en-US" sz="2800" b="1" dirty="0" err="1"/>
              <a:t>কেন</a:t>
            </a:r>
            <a:r>
              <a:rPr lang="en-US" sz="2800" b="1" dirty="0"/>
              <a:t> ৩টি </a:t>
            </a:r>
            <a:r>
              <a:rPr lang="en-US" sz="2800" b="1" dirty="0" err="1"/>
              <a:t>রঙ</a:t>
            </a:r>
            <a:r>
              <a:rPr lang="en-US" sz="2800" b="1" dirty="0"/>
              <a:t> </a:t>
            </a:r>
            <a:r>
              <a:rPr lang="en-US" sz="2800" b="1" dirty="0" err="1"/>
              <a:t>দিয়ে</a:t>
            </a:r>
            <a:r>
              <a:rPr lang="en-US" sz="2800" b="1" dirty="0"/>
              <a:t> </a:t>
            </a:r>
            <a:r>
              <a:rPr lang="en-US" sz="2800" b="1" dirty="0" err="1"/>
              <a:t>কাজ</a:t>
            </a:r>
            <a:r>
              <a:rPr lang="en-US" sz="2800" b="1" dirty="0"/>
              <a:t> </a:t>
            </a:r>
            <a:r>
              <a:rPr lang="en-US" sz="2800" b="1" dirty="0" err="1"/>
              <a:t>চলে</a:t>
            </a:r>
            <a:r>
              <a:rPr lang="en-US" sz="2800" b="1" dirty="0"/>
              <a:t> </a:t>
            </a:r>
            <a:r>
              <a:rPr lang="en-US" sz="2800" b="1" dirty="0" err="1"/>
              <a:t>না</a:t>
            </a:r>
            <a:r>
              <a:rPr lang="en-US" sz="2800" b="1" dirty="0"/>
              <a:t>, </a:t>
            </a:r>
            <a:r>
              <a:rPr lang="en-US" sz="2800" b="1" dirty="0" err="1"/>
              <a:t>আবার</a:t>
            </a:r>
            <a:r>
              <a:rPr lang="en-US" sz="2800" b="1" dirty="0"/>
              <a:t> </a:t>
            </a:r>
            <a:r>
              <a:rPr lang="en-US" sz="2800" b="1" dirty="0" err="1"/>
              <a:t>কেন</a:t>
            </a:r>
            <a:r>
              <a:rPr lang="en-US" sz="2800" b="1" dirty="0"/>
              <a:t> ৫ম </a:t>
            </a:r>
            <a:r>
              <a:rPr lang="en-US" sz="2800" b="1" dirty="0" err="1"/>
              <a:t>রঙ</a:t>
            </a:r>
            <a:r>
              <a:rPr lang="en-US" sz="2800" b="1" dirty="0"/>
              <a:t> </a:t>
            </a:r>
            <a:r>
              <a:rPr lang="en-US" sz="2800" b="1" dirty="0" err="1"/>
              <a:t>কখনো</a:t>
            </a:r>
            <a:r>
              <a:rPr lang="en-US" sz="2800" b="1" dirty="0"/>
              <a:t> </a:t>
            </a:r>
            <a:r>
              <a:rPr lang="en-US" sz="2800" b="1" dirty="0" err="1"/>
              <a:t>দরকারই</a:t>
            </a:r>
            <a:r>
              <a:rPr lang="en-US" sz="2800" b="1" dirty="0"/>
              <a:t> </a:t>
            </a:r>
            <a:r>
              <a:rPr lang="en-US" sz="2800" b="1" dirty="0" err="1"/>
              <a:t>পড়ে</a:t>
            </a:r>
            <a:r>
              <a:rPr lang="en-US" sz="2800" b="1" dirty="0"/>
              <a:t> </a:t>
            </a:r>
            <a:r>
              <a:rPr lang="en-US" sz="2800" b="1" dirty="0" err="1"/>
              <a:t>না</a:t>
            </a:r>
            <a:r>
              <a:rPr lang="en-US" sz="2800" b="1" dirty="0"/>
              <a:t>!</a:t>
            </a:r>
          </a:p>
        </p:txBody>
      </p:sp>
      <p:sp>
        <p:nvSpPr>
          <p:cNvPr id="3" name="Content Placeholder 2">
            <a:extLst>
              <a:ext uri="{FF2B5EF4-FFF2-40B4-BE49-F238E27FC236}">
                <a16:creationId xmlns:a16="http://schemas.microsoft.com/office/drawing/2014/main" id="{39459397-93F7-DCC8-1DBC-40B43E1B3DAB}"/>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17F2BFFC-5211-2193-59B5-563DAE1D06D2}"/>
              </a:ext>
            </a:extLst>
          </p:cNvPr>
          <p:cNvPicPr>
            <a:picLocks noChangeAspect="1"/>
          </p:cNvPicPr>
          <p:nvPr/>
        </p:nvPicPr>
        <p:blipFill>
          <a:blip r:embed="rId2"/>
          <a:stretch>
            <a:fillRect/>
          </a:stretch>
        </p:blipFill>
        <p:spPr>
          <a:xfrm>
            <a:off x="625151" y="1647098"/>
            <a:ext cx="10728649" cy="5210902"/>
          </a:xfrm>
          <a:prstGeom prst="rect">
            <a:avLst/>
          </a:prstGeom>
        </p:spPr>
      </p:pic>
    </p:spTree>
    <p:extLst>
      <p:ext uri="{BB962C8B-B14F-4D97-AF65-F5344CB8AC3E}">
        <p14:creationId xmlns:p14="http://schemas.microsoft.com/office/powerpoint/2010/main" val="17454856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76B12-5545-9662-5C82-E1BCF961F9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A7D056-65E6-68D3-8276-CD0DAF0CE82B}"/>
              </a:ext>
            </a:extLst>
          </p:cNvPr>
          <p:cNvSpPr>
            <a:spLocks noGrp="1"/>
          </p:cNvSpPr>
          <p:nvPr>
            <p:ph type="title"/>
          </p:nvPr>
        </p:nvSpPr>
        <p:spPr>
          <a:xfrm>
            <a:off x="419878" y="365125"/>
            <a:ext cx="10933922" cy="1325563"/>
          </a:xfrm>
        </p:spPr>
        <p:txBody>
          <a:bodyPr>
            <a:noAutofit/>
          </a:bodyPr>
          <a:lstStyle/>
          <a:p>
            <a:r>
              <a:rPr lang="en-US" sz="2800" b="1" dirty="0"/>
              <a:t>৪টি </a:t>
            </a:r>
            <a:r>
              <a:rPr lang="en-US" sz="2800" b="1" dirty="0" err="1"/>
              <a:t>রঙই</a:t>
            </a:r>
            <a:r>
              <a:rPr lang="en-US" sz="2800" b="1" dirty="0"/>
              <a:t> </a:t>
            </a:r>
            <a:r>
              <a:rPr lang="en-US" sz="2800" b="1" dirty="0" err="1"/>
              <a:t>যে</a:t>
            </a:r>
            <a:r>
              <a:rPr lang="en-US" sz="2800" b="1" dirty="0"/>
              <a:t> </a:t>
            </a:r>
            <a:r>
              <a:rPr lang="en-US" sz="2800" b="1" dirty="0" err="1"/>
              <a:t>সর্বোচ্চ</a:t>
            </a:r>
            <a:r>
              <a:rPr lang="en-US" sz="2800" b="1" dirty="0"/>
              <a:t> </a:t>
            </a:r>
            <a:r>
              <a:rPr lang="en-US" sz="2800" b="1" dirty="0" err="1"/>
              <a:t>যথেষ্ট</a:t>
            </a:r>
            <a:r>
              <a:rPr lang="en-US" sz="2800" b="1" dirty="0"/>
              <a:t>—</a:t>
            </a:r>
            <a:r>
              <a:rPr lang="en-US" sz="2800" b="1" dirty="0" err="1"/>
              <a:t>এটি</a:t>
            </a:r>
            <a:r>
              <a:rPr lang="en-US" sz="2800" b="1" dirty="0"/>
              <a:t> </a:t>
            </a:r>
            <a:r>
              <a:rPr lang="en-US" sz="2800" b="1" dirty="0" err="1"/>
              <a:t>বোঝার</a:t>
            </a:r>
            <a:r>
              <a:rPr lang="en-US" sz="2800" b="1" dirty="0"/>
              <a:t> </a:t>
            </a:r>
            <a:r>
              <a:rPr lang="en-US" sz="2800" b="1" dirty="0" err="1"/>
              <a:t>সেরা</a:t>
            </a:r>
            <a:r>
              <a:rPr lang="en-US" sz="2800" b="1" dirty="0"/>
              <a:t> </a:t>
            </a:r>
            <a:r>
              <a:rPr lang="en-US" sz="2800" b="1" dirty="0" err="1"/>
              <a:t>উপায়</a:t>
            </a:r>
            <a:r>
              <a:rPr lang="en-US" sz="2800" b="1" dirty="0"/>
              <a:t> </a:t>
            </a:r>
            <a:r>
              <a:rPr lang="en-US" sz="2800" b="1" dirty="0" err="1"/>
              <a:t>হলো</a:t>
            </a:r>
            <a:r>
              <a:rPr lang="en-US" sz="2800" b="1" dirty="0"/>
              <a:t> </a:t>
            </a:r>
            <a:r>
              <a:rPr lang="en-US" sz="2800" b="1" dirty="0" err="1"/>
              <a:t>একটি</a:t>
            </a:r>
            <a:r>
              <a:rPr lang="en-US" sz="2800" b="1" dirty="0"/>
              <a:t> </a:t>
            </a:r>
            <a:r>
              <a:rPr lang="en-US" sz="2800" b="1" dirty="0" err="1"/>
              <a:t>ছোট</a:t>
            </a:r>
            <a:r>
              <a:rPr lang="en-US" sz="2800" b="1" dirty="0"/>
              <a:t> </a:t>
            </a:r>
            <a:r>
              <a:rPr lang="en-US" sz="2800" b="1" dirty="0" err="1"/>
              <a:t>মানচিত্রের</a:t>
            </a:r>
            <a:r>
              <a:rPr lang="en-US" sz="2800" b="1" dirty="0"/>
              <a:t> </a:t>
            </a:r>
            <a:r>
              <a:rPr lang="en-US" sz="2800" b="1" dirty="0" err="1"/>
              <a:t>উদাহরণ</a:t>
            </a:r>
            <a:r>
              <a:rPr lang="en-US" sz="2800" b="1" dirty="0"/>
              <a:t> </a:t>
            </a:r>
            <a:r>
              <a:rPr lang="en-US" sz="2800" b="1" dirty="0" err="1"/>
              <a:t>দেওয়া</a:t>
            </a:r>
            <a:r>
              <a:rPr lang="en-US" sz="2800" b="1" dirty="0"/>
              <a:t> </a:t>
            </a:r>
            <a:r>
              <a:rPr lang="en-US" sz="2800" b="1" dirty="0" err="1"/>
              <a:t>এবং</a:t>
            </a:r>
            <a:r>
              <a:rPr lang="en-US" sz="2800" b="1" dirty="0"/>
              <a:t> </a:t>
            </a:r>
            <a:r>
              <a:rPr lang="en-US" sz="2800" b="1" dirty="0" err="1"/>
              <a:t>দেখা</a:t>
            </a:r>
            <a:r>
              <a:rPr lang="en-US" sz="2800" b="1" dirty="0"/>
              <a:t> </a:t>
            </a:r>
            <a:r>
              <a:rPr lang="en-US" sz="2800" b="1" dirty="0" err="1"/>
              <a:t>কেন</a:t>
            </a:r>
            <a:r>
              <a:rPr lang="en-US" sz="2800" b="1" dirty="0"/>
              <a:t> ৩টি </a:t>
            </a:r>
            <a:r>
              <a:rPr lang="en-US" sz="2800" b="1" dirty="0" err="1"/>
              <a:t>রঙ</a:t>
            </a:r>
            <a:r>
              <a:rPr lang="en-US" sz="2800" b="1" dirty="0"/>
              <a:t> </a:t>
            </a:r>
            <a:r>
              <a:rPr lang="en-US" sz="2800" b="1" dirty="0" err="1"/>
              <a:t>দিয়ে</a:t>
            </a:r>
            <a:r>
              <a:rPr lang="en-US" sz="2800" b="1" dirty="0"/>
              <a:t> </a:t>
            </a:r>
            <a:r>
              <a:rPr lang="en-US" sz="2800" b="1" dirty="0" err="1"/>
              <a:t>কাজ</a:t>
            </a:r>
            <a:r>
              <a:rPr lang="en-US" sz="2800" b="1" dirty="0"/>
              <a:t> </a:t>
            </a:r>
            <a:r>
              <a:rPr lang="en-US" sz="2800" b="1" dirty="0" err="1"/>
              <a:t>চলে</a:t>
            </a:r>
            <a:r>
              <a:rPr lang="en-US" sz="2800" b="1" dirty="0"/>
              <a:t> </a:t>
            </a:r>
            <a:r>
              <a:rPr lang="en-US" sz="2800" b="1" dirty="0" err="1"/>
              <a:t>না</a:t>
            </a:r>
            <a:r>
              <a:rPr lang="en-US" sz="2800" b="1" dirty="0"/>
              <a:t>, </a:t>
            </a:r>
            <a:r>
              <a:rPr lang="en-US" sz="2800" b="1" dirty="0" err="1"/>
              <a:t>আবার</a:t>
            </a:r>
            <a:r>
              <a:rPr lang="en-US" sz="2800" b="1" dirty="0"/>
              <a:t> </a:t>
            </a:r>
            <a:r>
              <a:rPr lang="en-US" sz="2800" b="1" dirty="0" err="1"/>
              <a:t>কেন</a:t>
            </a:r>
            <a:r>
              <a:rPr lang="en-US" sz="2800" b="1" dirty="0"/>
              <a:t> ৫ম </a:t>
            </a:r>
            <a:r>
              <a:rPr lang="en-US" sz="2800" b="1" dirty="0" err="1"/>
              <a:t>রঙ</a:t>
            </a:r>
            <a:r>
              <a:rPr lang="en-US" sz="2800" b="1" dirty="0"/>
              <a:t> </a:t>
            </a:r>
            <a:r>
              <a:rPr lang="en-US" sz="2800" b="1" dirty="0" err="1"/>
              <a:t>কখনো</a:t>
            </a:r>
            <a:r>
              <a:rPr lang="en-US" sz="2800" b="1" dirty="0"/>
              <a:t> </a:t>
            </a:r>
            <a:r>
              <a:rPr lang="en-US" sz="2800" b="1" dirty="0" err="1"/>
              <a:t>দরকারই</a:t>
            </a:r>
            <a:r>
              <a:rPr lang="en-US" sz="2800" b="1" dirty="0"/>
              <a:t> </a:t>
            </a:r>
            <a:r>
              <a:rPr lang="en-US" sz="2800" b="1" dirty="0" err="1"/>
              <a:t>পড়ে</a:t>
            </a:r>
            <a:r>
              <a:rPr lang="en-US" sz="2800" b="1" dirty="0"/>
              <a:t> </a:t>
            </a:r>
            <a:r>
              <a:rPr lang="en-US" sz="2800" b="1" dirty="0" err="1"/>
              <a:t>না</a:t>
            </a:r>
            <a:r>
              <a:rPr lang="en-US" sz="2800" b="1" dirty="0"/>
              <a:t>!</a:t>
            </a:r>
          </a:p>
        </p:txBody>
      </p:sp>
      <p:sp>
        <p:nvSpPr>
          <p:cNvPr id="3" name="Content Placeholder 2">
            <a:extLst>
              <a:ext uri="{FF2B5EF4-FFF2-40B4-BE49-F238E27FC236}">
                <a16:creationId xmlns:a16="http://schemas.microsoft.com/office/drawing/2014/main" id="{434D65BA-D8C2-846B-B414-7233218FEB77}"/>
              </a:ext>
            </a:extLst>
          </p:cNvPr>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D66449A7-48DD-DAF1-F640-2ABDB6FB6A5D}"/>
              </a:ext>
            </a:extLst>
          </p:cNvPr>
          <p:cNvPicPr>
            <a:picLocks noChangeAspect="1"/>
          </p:cNvPicPr>
          <p:nvPr/>
        </p:nvPicPr>
        <p:blipFill>
          <a:blip r:embed="rId2"/>
          <a:stretch>
            <a:fillRect/>
          </a:stretch>
        </p:blipFill>
        <p:spPr>
          <a:xfrm>
            <a:off x="714600" y="1825625"/>
            <a:ext cx="9307224" cy="3781953"/>
          </a:xfrm>
          <a:prstGeom prst="rect">
            <a:avLst/>
          </a:prstGeom>
        </p:spPr>
      </p:pic>
    </p:spTree>
    <p:extLst>
      <p:ext uri="{BB962C8B-B14F-4D97-AF65-F5344CB8AC3E}">
        <p14:creationId xmlns:p14="http://schemas.microsoft.com/office/powerpoint/2010/main" val="31226776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BA52E-10DD-5EC9-AA4E-57FC3597AB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E336A7-EBF2-6CAC-8AC7-6F7D09124AAD}"/>
              </a:ext>
            </a:extLst>
          </p:cNvPr>
          <p:cNvSpPr>
            <a:spLocks noGrp="1"/>
          </p:cNvSpPr>
          <p:nvPr>
            <p:ph type="title"/>
          </p:nvPr>
        </p:nvSpPr>
        <p:spPr>
          <a:xfrm>
            <a:off x="419878" y="365125"/>
            <a:ext cx="10933922" cy="1325563"/>
          </a:xfrm>
        </p:spPr>
        <p:txBody>
          <a:bodyPr>
            <a:noAutofit/>
          </a:bodyPr>
          <a:lstStyle/>
          <a:p>
            <a:r>
              <a:rPr lang="en-US" sz="2800" b="1" dirty="0"/>
              <a:t>৪টি </a:t>
            </a:r>
            <a:r>
              <a:rPr lang="en-US" sz="2800" b="1" dirty="0" err="1"/>
              <a:t>রঙই</a:t>
            </a:r>
            <a:r>
              <a:rPr lang="en-US" sz="2800" b="1" dirty="0"/>
              <a:t> </a:t>
            </a:r>
            <a:r>
              <a:rPr lang="en-US" sz="2800" b="1" dirty="0" err="1"/>
              <a:t>যে</a:t>
            </a:r>
            <a:r>
              <a:rPr lang="en-US" sz="2800" b="1" dirty="0"/>
              <a:t> </a:t>
            </a:r>
            <a:r>
              <a:rPr lang="en-US" sz="2800" b="1" dirty="0" err="1"/>
              <a:t>সর্বোচ্চ</a:t>
            </a:r>
            <a:r>
              <a:rPr lang="en-US" sz="2800" b="1" dirty="0"/>
              <a:t> </a:t>
            </a:r>
            <a:r>
              <a:rPr lang="en-US" sz="2800" b="1" dirty="0" err="1"/>
              <a:t>যথেষ্ট</a:t>
            </a:r>
            <a:r>
              <a:rPr lang="en-US" sz="2800" b="1" dirty="0"/>
              <a:t>—</a:t>
            </a:r>
            <a:r>
              <a:rPr lang="en-US" sz="2800" b="1" dirty="0" err="1"/>
              <a:t>এটি</a:t>
            </a:r>
            <a:r>
              <a:rPr lang="en-US" sz="2800" b="1" dirty="0"/>
              <a:t> </a:t>
            </a:r>
            <a:r>
              <a:rPr lang="en-US" sz="2800" b="1" dirty="0" err="1"/>
              <a:t>বোঝার</a:t>
            </a:r>
            <a:r>
              <a:rPr lang="en-US" sz="2800" b="1" dirty="0"/>
              <a:t> </a:t>
            </a:r>
            <a:r>
              <a:rPr lang="en-US" sz="2800" b="1" dirty="0" err="1"/>
              <a:t>সেরা</a:t>
            </a:r>
            <a:r>
              <a:rPr lang="en-US" sz="2800" b="1" dirty="0"/>
              <a:t> </a:t>
            </a:r>
            <a:r>
              <a:rPr lang="en-US" sz="2800" b="1" dirty="0" err="1"/>
              <a:t>উপায়</a:t>
            </a:r>
            <a:r>
              <a:rPr lang="en-US" sz="2800" b="1" dirty="0"/>
              <a:t> </a:t>
            </a:r>
            <a:r>
              <a:rPr lang="en-US" sz="2800" b="1" dirty="0" err="1"/>
              <a:t>হলো</a:t>
            </a:r>
            <a:r>
              <a:rPr lang="en-US" sz="2800" b="1" dirty="0"/>
              <a:t> </a:t>
            </a:r>
            <a:r>
              <a:rPr lang="en-US" sz="2800" b="1" dirty="0" err="1"/>
              <a:t>একটি</a:t>
            </a:r>
            <a:r>
              <a:rPr lang="en-US" sz="2800" b="1" dirty="0"/>
              <a:t> </a:t>
            </a:r>
            <a:r>
              <a:rPr lang="en-US" sz="2800" b="1" dirty="0" err="1"/>
              <a:t>ছোট</a:t>
            </a:r>
            <a:r>
              <a:rPr lang="en-US" sz="2800" b="1" dirty="0"/>
              <a:t> </a:t>
            </a:r>
            <a:r>
              <a:rPr lang="en-US" sz="2800" b="1" dirty="0" err="1"/>
              <a:t>মানচিত্রের</a:t>
            </a:r>
            <a:r>
              <a:rPr lang="en-US" sz="2800" b="1" dirty="0"/>
              <a:t> </a:t>
            </a:r>
            <a:r>
              <a:rPr lang="en-US" sz="2800" b="1" dirty="0" err="1"/>
              <a:t>উদাহরণ</a:t>
            </a:r>
            <a:r>
              <a:rPr lang="en-US" sz="2800" b="1" dirty="0"/>
              <a:t> </a:t>
            </a:r>
            <a:r>
              <a:rPr lang="en-US" sz="2800" b="1" dirty="0" err="1"/>
              <a:t>দেওয়া</a:t>
            </a:r>
            <a:r>
              <a:rPr lang="en-US" sz="2800" b="1" dirty="0"/>
              <a:t> </a:t>
            </a:r>
            <a:r>
              <a:rPr lang="en-US" sz="2800" b="1" dirty="0" err="1"/>
              <a:t>এবং</a:t>
            </a:r>
            <a:r>
              <a:rPr lang="en-US" sz="2800" b="1" dirty="0"/>
              <a:t> </a:t>
            </a:r>
            <a:r>
              <a:rPr lang="en-US" sz="2800" b="1" dirty="0" err="1"/>
              <a:t>দেখা</a:t>
            </a:r>
            <a:r>
              <a:rPr lang="en-US" sz="2800" b="1" dirty="0"/>
              <a:t> </a:t>
            </a:r>
            <a:r>
              <a:rPr lang="en-US" sz="2800" b="1" dirty="0" err="1"/>
              <a:t>কেন</a:t>
            </a:r>
            <a:r>
              <a:rPr lang="en-US" sz="2800" b="1" dirty="0"/>
              <a:t> ৩টি </a:t>
            </a:r>
            <a:r>
              <a:rPr lang="en-US" sz="2800" b="1" dirty="0" err="1"/>
              <a:t>রঙ</a:t>
            </a:r>
            <a:r>
              <a:rPr lang="en-US" sz="2800" b="1" dirty="0"/>
              <a:t> </a:t>
            </a:r>
            <a:r>
              <a:rPr lang="en-US" sz="2800" b="1" dirty="0" err="1"/>
              <a:t>দিয়ে</a:t>
            </a:r>
            <a:r>
              <a:rPr lang="en-US" sz="2800" b="1" dirty="0"/>
              <a:t> </a:t>
            </a:r>
            <a:r>
              <a:rPr lang="en-US" sz="2800" b="1" dirty="0" err="1"/>
              <a:t>কাজ</a:t>
            </a:r>
            <a:r>
              <a:rPr lang="en-US" sz="2800" b="1" dirty="0"/>
              <a:t> </a:t>
            </a:r>
            <a:r>
              <a:rPr lang="en-US" sz="2800" b="1" dirty="0" err="1"/>
              <a:t>চলে</a:t>
            </a:r>
            <a:r>
              <a:rPr lang="en-US" sz="2800" b="1" dirty="0"/>
              <a:t> </a:t>
            </a:r>
            <a:r>
              <a:rPr lang="en-US" sz="2800" b="1" dirty="0" err="1"/>
              <a:t>না</a:t>
            </a:r>
            <a:r>
              <a:rPr lang="en-US" sz="2800" b="1" dirty="0"/>
              <a:t>, </a:t>
            </a:r>
            <a:r>
              <a:rPr lang="en-US" sz="2800" b="1" dirty="0" err="1"/>
              <a:t>আবার</a:t>
            </a:r>
            <a:r>
              <a:rPr lang="en-US" sz="2800" b="1" dirty="0"/>
              <a:t> </a:t>
            </a:r>
            <a:r>
              <a:rPr lang="en-US" sz="2800" b="1" dirty="0" err="1"/>
              <a:t>কেন</a:t>
            </a:r>
            <a:r>
              <a:rPr lang="en-US" sz="2800" b="1" dirty="0"/>
              <a:t> ৫ম </a:t>
            </a:r>
            <a:r>
              <a:rPr lang="en-US" sz="2800" b="1" dirty="0" err="1"/>
              <a:t>রঙ</a:t>
            </a:r>
            <a:r>
              <a:rPr lang="en-US" sz="2800" b="1" dirty="0"/>
              <a:t> </a:t>
            </a:r>
            <a:r>
              <a:rPr lang="en-US" sz="2800" b="1" dirty="0" err="1"/>
              <a:t>কখনো</a:t>
            </a:r>
            <a:r>
              <a:rPr lang="en-US" sz="2800" b="1" dirty="0"/>
              <a:t> </a:t>
            </a:r>
            <a:r>
              <a:rPr lang="en-US" sz="2800" b="1" dirty="0" err="1"/>
              <a:t>দরকারই</a:t>
            </a:r>
            <a:r>
              <a:rPr lang="en-US" sz="2800" b="1" dirty="0"/>
              <a:t> </a:t>
            </a:r>
            <a:r>
              <a:rPr lang="en-US" sz="2800" b="1" dirty="0" err="1"/>
              <a:t>পড়ে</a:t>
            </a:r>
            <a:r>
              <a:rPr lang="en-US" sz="2800" b="1" dirty="0"/>
              <a:t> </a:t>
            </a:r>
            <a:r>
              <a:rPr lang="en-US" sz="2800" b="1" dirty="0" err="1"/>
              <a:t>না</a:t>
            </a:r>
            <a:r>
              <a:rPr lang="en-US" sz="2800" b="1" dirty="0"/>
              <a:t>!</a:t>
            </a:r>
          </a:p>
        </p:txBody>
      </p:sp>
      <p:sp>
        <p:nvSpPr>
          <p:cNvPr id="3" name="Content Placeholder 2">
            <a:extLst>
              <a:ext uri="{FF2B5EF4-FFF2-40B4-BE49-F238E27FC236}">
                <a16:creationId xmlns:a16="http://schemas.microsoft.com/office/drawing/2014/main" id="{5F8AE348-A7A8-2392-53C9-7D3972513BDE}"/>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3E37FEA7-210A-1DC8-4D03-F6DF0CC13AD7}"/>
              </a:ext>
            </a:extLst>
          </p:cNvPr>
          <p:cNvPicPr>
            <a:picLocks noChangeAspect="1"/>
          </p:cNvPicPr>
          <p:nvPr/>
        </p:nvPicPr>
        <p:blipFill>
          <a:blip r:embed="rId2"/>
          <a:stretch>
            <a:fillRect/>
          </a:stretch>
        </p:blipFill>
        <p:spPr>
          <a:xfrm>
            <a:off x="838200" y="1690688"/>
            <a:ext cx="9173855" cy="4829849"/>
          </a:xfrm>
          <a:prstGeom prst="rect">
            <a:avLst/>
          </a:prstGeom>
        </p:spPr>
      </p:pic>
    </p:spTree>
    <p:extLst>
      <p:ext uri="{BB962C8B-B14F-4D97-AF65-F5344CB8AC3E}">
        <p14:creationId xmlns:p14="http://schemas.microsoft.com/office/powerpoint/2010/main" val="18456538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BD1B9-90D9-A76F-9857-BAD86B2308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0099B8-A00B-8860-6DC0-63DAEEB192F3}"/>
              </a:ext>
            </a:extLst>
          </p:cNvPr>
          <p:cNvSpPr>
            <a:spLocks noGrp="1"/>
          </p:cNvSpPr>
          <p:nvPr>
            <p:ph type="title"/>
          </p:nvPr>
        </p:nvSpPr>
        <p:spPr>
          <a:xfrm>
            <a:off x="419878" y="365125"/>
            <a:ext cx="10933922" cy="1325563"/>
          </a:xfrm>
        </p:spPr>
        <p:txBody>
          <a:bodyPr>
            <a:noAutofit/>
          </a:bodyPr>
          <a:lstStyle/>
          <a:p>
            <a:r>
              <a:rPr lang="en-US" sz="2800" b="1" dirty="0"/>
              <a:t>৪টি </a:t>
            </a:r>
            <a:r>
              <a:rPr lang="en-US" sz="2800" b="1" dirty="0" err="1"/>
              <a:t>রঙই</a:t>
            </a:r>
            <a:r>
              <a:rPr lang="en-US" sz="2800" b="1" dirty="0"/>
              <a:t> </a:t>
            </a:r>
            <a:r>
              <a:rPr lang="en-US" sz="2800" b="1" dirty="0" err="1"/>
              <a:t>যে</a:t>
            </a:r>
            <a:r>
              <a:rPr lang="en-US" sz="2800" b="1" dirty="0"/>
              <a:t> </a:t>
            </a:r>
            <a:r>
              <a:rPr lang="en-US" sz="2800" b="1" dirty="0" err="1"/>
              <a:t>সর্বোচ্চ</a:t>
            </a:r>
            <a:r>
              <a:rPr lang="en-US" sz="2800" b="1" dirty="0"/>
              <a:t> </a:t>
            </a:r>
            <a:r>
              <a:rPr lang="en-US" sz="2800" b="1" dirty="0" err="1"/>
              <a:t>যথেষ্ট</a:t>
            </a:r>
            <a:r>
              <a:rPr lang="en-US" sz="2800" b="1" dirty="0"/>
              <a:t>—</a:t>
            </a:r>
            <a:r>
              <a:rPr lang="en-US" sz="2800" b="1" dirty="0" err="1"/>
              <a:t>এটি</a:t>
            </a:r>
            <a:r>
              <a:rPr lang="en-US" sz="2800" b="1" dirty="0"/>
              <a:t> </a:t>
            </a:r>
            <a:r>
              <a:rPr lang="en-US" sz="2800" b="1" dirty="0" err="1"/>
              <a:t>বোঝার</a:t>
            </a:r>
            <a:r>
              <a:rPr lang="en-US" sz="2800" b="1" dirty="0"/>
              <a:t> </a:t>
            </a:r>
            <a:r>
              <a:rPr lang="en-US" sz="2800" b="1" dirty="0" err="1"/>
              <a:t>সেরা</a:t>
            </a:r>
            <a:r>
              <a:rPr lang="en-US" sz="2800" b="1" dirty="0"/>
              <a:t> </a:t>
            </a:r>
            <a:r>
              <a:rPr lang="en-US" sz="2800" b="1" dirty="0" err="1"/>
              <a:t>উপায়</a:t>
            </a:r>
            <a:r>
              <a:rPr lang="en-US" sz="2800" b="1" dirty="0"/>
              <a:t> </a:t>
            </a:r>
            <a:r>
              <a:rPr lang="en-US" sz="2800" b="1" dirty="0" err="1"/>
              <a:t>হলো</a:t>
            </a:r>
            <a:r>
              <a:rPr lang="en-US" sz="2800" b="1" dirty="0"/>
              <a:t> </a:t>
            </a:r>
            <a:r>
              <a:rPr lang="en-US" sz="2800" b="1" dirty="0" err="1"/>
              <a:t>একটি</a:t>
            </a:r>
            <a:r>
              <a:rPr lang="en-US" sz="2800" b="1" dirty="0"/>
              <a:t> </a:t>
            </a:r>
            <a:r>
              <a:rPr lang="en-US" sz="2800" b="1" dirty="0" err="1"/>
              <a:t>ছোট</a:t>
            </a:r>
            <a:r>
              <a:rPr lang="en-US" sz="2800" b="1" dirty="0"/>
              <a:t> </a:t>
            </a:r>
            <a:r>
              <a:rPr lang="en-US" sz="2800" b="1" dirty="0" err="1"/>
              <a:t>মানচিত্রের</a:t>
            </a:r>
            <a:r>
              <a:rPr lang="en-US" sz="2800" b="1" dirty="0"/>
              <a:t> </a:t>
            </a:r>
            <a:r>
              <a:rPr lang="en-US" sz="2800" b="1" dirty="0" err="1"/>
              <a:t>উদাহরণ</a:t>
            </a:r>
            <a:r>
              <a:rPr lang="en-US" sz="2800" b="1" dirty="0"/>
              <a:t> </a:t>
            </a:r>
            <a:r>
              <a:rPr lang="en-US" sz="2800" b="1" dirty="0" err="1"/>
              <a:t>দেওয়া</a:t>
            </a:r>
            <a:r>
              <a:rPr lang="en-US" sz="2800" b="1" dirty="0"/>
              <a:t> </a:t>
            </a:r>
            <a:r>
              <a:rPr lang="en-US" sz="2800" b="1" dirty="0" err="1"/>
              <a:t>এবং</a:t>
            </a:r>
            <a:r>
              <a:rPr lang="en-US" sz="2800" b="1" dirty="0"/>
              <a:t> </a:t>
            </a:r>
            <a:r>
              <a:rPr lang="en-US" sz="2800" b="1" dirty="0" err="1"/>
              <a:t>দেখা</a:t>
            </a:r>
            <a:r>
              <a:rPr lang="en-US" sz="2800" b="1" dirty="0"/>
              <a:t> </a:t>
            </a:r>
            <a:r>
              <a:rPr lang="en-US" sz="2800" b="1" dirty="0" err="1"/>
              <a:t>কেন</a:t>
            </a:r>
            <a:r>
              <a:rPr lang="en-US" sz="2800" b="1" dirty="0"/>
              <a:t> ৩টি </a:t>
            </a:r>
            <a:r>
              <a:rPr lang="en-US" sz="2800" b="1" dirty="0" err="1"/>
              <a:t>রঙ</a:t>
            </a:r>
            <a:r>
              <a:rPr lang="en-US" sz="2800" b="1" dirty="0"/>
              <a:t> </a:t>
            </a:r>
            <a:r>
              <a:rPr lang="en-US" sz="2800" b="1" dirty="0" err="1"/>
              <a:t>দিয়ে</a:t>
            </a:r>
            <a:r>
              <a:rPr lang="en-US" sz="2800" b="1" dirty="0"/>
              <a:t> </a:t>
            </a:r>
            <a:r>
              <a:rPr lang="en-US" sz="2800" b="1" dirty="0" err="1"/>
              <a:t>কাজ</a:t>
            </a:r>
            <a:r>
              <a:rPr lang="en-US" sz="2800" b="1" dirty="0"/>
              <a:t> </a:t>
            </a:r>
            <a:r>
              <a:rPr lang="en-US" sz="2800" b="1" dirty="0" err="1"/>
              <a:t>চলে</a:t>
            </a:r>
            <a:r>
              <a:rPr lang="en-US" sz="2800" b="1" dirty="0"/>
              <a:t> </a:t>
            </a:r>
            <a:r>
              <a:rPr lang="en-US" sz="2800" b="1" dirty="0" err="1"/>
              <a:t>না</a:t>
            </a:r>
            <a:r>
              <a:rPr lang="en-US" sz="2800" b="1" dirty="0"/>
              <a:t>, </a:t>
            </a:r>
            <a:r>
              <a:rPr lang="en-US" sz="2800" b="1" dirty="0" err="1"/>
              <a:t>আবার</a:t>
            </a:r>
            <a:r>
              <a:rPr lang="en-US" sz="2800" b="1" dirty="0"/>
              <a:t> </a:t>
            </a:r>
            <a:r>
              <a:rPr lang="en-US" sz="2800" b="1" dirty="0" err="1"/>
              <a:t>কেন</a:t>
            </a:r>
            <a:r>
              <a:rPr lang="en-US" sz="2800" b="1" dirty="0"/>
              <a:t> ৫ম </a:t>
            </a:r>
            <a:r>
              <a:rPr lang="en-US" sz="2800" b="1" dirty="0" err="1"/>
              <a:t>রঙ</a:t>
            </a:r>
            <a:r>
              <a:rPr lang="en-US" sz="2800" b="1" dirty="0"/>
              <a:t> </a:t>
            </a:r>
            <a:r>
              <a:rPr lang="en-US" sz="2800" b="1" dirty="0" err="1"/>
              <a:t>কখনো</a:t>
            </a:r>
            <a:r>
              <a:rPr lang="en-US" sz="2800" b="1" dirty="0"/>
              <a:t> </a:t>
            </a:r>
            <a:r>
              <a:rPr lang="en-US" sz="2800" b="1" dirty="0" err="1"/>
              <a:t>দরকারই</a:t>
            </a:r>
            <a:r>
              <a:rPr lang="en-US" sz="2800" b="1" dirty="0"/>
              <a:t> </a:t>
            </a:r>
            <a:r>
              <a:rPr lang="en-US" sz="2800" b="1" dirty="0" err="1"/>
              <a:t>পড়ে</a:t>
            </a:r>
            <a:r>
              <a:rPr lang="en-US" sz="2800" b="1" dirty="0"/>
              <a:t> </a:t>
            </a:r>
            <a:r>
              <a:rPr lang="en-US" sz="2800" b="1" dirty="0" err="1"/>
              <a:t>না</a:t>
            </a:r>
            <a:r>
              <a:rPr lang="en-US" sz="2800" b="1" dirty="0"/>
              <a:t>!</a:t>
            </a:r>
          </a:p>
        </p:txBody>
      </p:sp>
      <p:sp>
        <p:nvSpPr>
          <p:cNvPr id="3" name="Content Placeholder 2">
            <a:extLst>
              <a:ext uri="{FF2B5EF4-FFF2-40B4-BE49-F238E27FC236}">
                <a16:creationId xmlns:a16="http://schemas.microsoft.com/office/drawing/2014/main" id="{4246AF71-AAD6-C45B-3BA1-D377A02B4D3C}"/>
              </a:ext>
            </a:extLst>
          </p:cNvPr>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7B29297A-0F25-D64B-2A2D-7448BB458541}"/>
              </a:ext>
            </a:extLst>
          </p:cNvPr>
          <p:cNvPicPr>
            <a:picLocks noChangeAspect="1"/>
          </p:cNvPicPr>
          <p:nvPr/>
        </p:nvPicPr>
        <p:blipFill>
          <a:blip r:embed="rId2"/>
          <a:stretch>
            <a:fillRect/>
          </a:stretch>
        </p:blipFill>
        <p:spPr>
          <a:xfrm>
            <a:off x="1428517" y="1825625"/>
            <a:ext cx="8916644" cy="5106113"/>
          </a:xfrm>
          <a:prstGeom prst="rect">
            <a:avLst/>
          </a:prstGeom>
        </p:spPr>
      </p:pic>
    </p:spTree>
    <p:extLst>
      <p:ext uri="{BB962C8B-B14F-4D97-AF65-F5344CB8AC3E}">
        <p14:creationId xmlns:p14="http://schemas.microsoft.com/office/powerpoint/2010/main" val="15890405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1084E-6D41-FC93-D67B-FD1010162D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F048BE-85BE-9BC3-9A34-AB2BAA14424F}"/>
              </a:ext>
            </a:extLst>
          </p:cNvPr>
          <p:cNvSpPr>
            <a:spLocks noGrp="1"/>
          </p:cNvSpPr>
          <p:nvPr>
            <p:ph type="title"/>
          </p:nvPr>
        </p:nvSpPr>
        <p:spPr>
          <a:xfrm>
            <a:off x="419878" y="365125"/>
            <a:ext cx="10933922" cy="1325563"/>
          </a:xfrm>
        </p:spPr>
        <p:txBody>
          <a:bodyPr>
            <a:noAutofit/>
          </a:bodyPr>
          <a:lstStyle/>
          <a:p>
            <a:r>
              <a:rPr lang="en-US" sz="2800" b="1" dirty="0"/>
              <a:t>৪টি </a:t>
            </a:r>
            <a:r>
              <a:rPr lang="en-US" sz="2800" b="1" dirty="0" err="1"/>
              <a:t>রঙই</a:t>
            </a:r>
            <a:r>
              <a:rPr lang="en-US" sz="2800" b="1" dirty="0"/>
              <a:t> </a:t>
            </a:r>
            <a:r>
              <a:rPr lang="en-US" sz="2800" b="1" dirty="0" err="1"/>
              <a:t>যে</a:t>
            </a:r>
            <a:r>
              <a:rPr lang="en-US" sz="2800" b="1" dirty="0"/>
              <a:t> </a:t>
            </a:r>
            <a:r>
              <a:rPr lang="en-US" sz="2800" b="1" dirty="0" err="1"/>
              <a:t>সর্বোচ্চ</a:t>
            </a:r>
            <a:r>
              <a:rPr lang="en-US" sz="2800" b="1" dirty="0"/>
              <a:t> </a:t>
            </a:r>
            <a:r>
              <a:rPr lang="en-US" sz="2800" b="1" dirty="0" err="1"/>
              <a:t>যথেষ্ট</a:t>
            </a:r>
            <a:r>
              <a:rPr lang="en-US" sz="2800" b="1" dirty="0"/>
              <a:t>—</a:t>
            </a:r>
            <a:r>
              <a:rPr lang="en-US" sz="2800" b="1" dirty="0" err="1"/>
              <a:t>এটি</a:t>
            </a:r>
            <a:r>
              <a:rPr lang="en-US" sz="2800" b="1" dirty="0"/>
              <a:t> </a:t>
            </a:r>
            <a:r>
              <a:rPr lang="en-US" sz="2800" b="1" dirty="0" err="1"/>
              <a:t>বোঝার</a:t>
            </a:r>
            <a:r>
              <a:rPr lang="en-US" sz="2800" b="1" dirty="0"/>
              <a:t> </a:t>
            </a:r>
            <a:r>
              <a:rPr lang="en-US" sz="2800" b="1" dirty="0" err="1"/>
              <a:t>সেরা</a:t>
            </a:r>
            <a:r>
              <a:rPr lang="en-US" sz="2800" b="1" dirty="0"/>
              <a:t> </a:t>
            </a:r>
            <a:r>
              <a:rPr lang="en-US" sz="2800" b="1" dirty="0" err="1"/>
              <a:t>উপায়</a:t>
            </a:r>
            <a:r>
              <a:rPr lang="en-US" sz="2800" b="1" dirty="0"/>
              <a:t> </a:t>
            </a:r>
            <a:r>
              <a:rPr lang="en-US" sz="2800" b="1" dirty="0" err="1"/>
              <a:t>হলো</a:t>
            </a:r>
            <a:r>
              <a:rPr lang="en-US" sz="2800" b="1" dirty="0"/>
              <a:t> </a:t>
            </a:r>
            <a:r>
              <a:rPr lang="en-US" sz="2800" b="1" dirty="0" err="1"/>
              <a:t>একটি</a:t>
            </a:r>
            <a:r>
              <a:rPr lang="en-US" sz="2800" b="1" dirty="0"/>
              <a:t> </a:t>
            </a:r>
            <a:r>
              <a:rPr lang="en-US" sz="2800" b="1" dirty="0" err="1"/>
              <a:t>ছোট</a:t>
            </a:r>
            <a:r>
              <a:rPr lang="en-US" sz="2800" b="1" dirty="0"/>
              <a:t> </a:t>
            </a:r>
            <a:r>
              <a:rPr lang="en-US" sz="2800" b="1" dirty="0" err="1"/>
              <a:t>মানচিত্রের</a:t>
            </a:r>
            <a:r>
              <a:rPr lang="en-US" sz="2800" b="1" dirty="0"/>
              <a:t> </a:t>
            </a:r>
            <a:r>
              <a:rPr lang="en-US" sz="2800" b="1" dirty="0" err="1"/>
              <a:t>উদাহরণ</a:t>
            </a:r>
            <a:r>
              <a:rPr lang="en-US" sz="2800" b="1" dirty="0"/>
              <a:t> </a:t>
            </a:r>
            <a:r>
              <a:rPr lang="en-US" sz="2800" b="1" dirty="0" err="1"/>
              <a:t>দেওয়া</a:t>
            </a:r>
            <a:r>
              <a:rPr lang="en-US" sz="2800" b="1" dirty="0"/>
              <a:t> </a:t>
            </a:r>
            <a:r>
              <a:rPr lang="en-US" sz="2800" b="1" dirty="0" err="1"/>
              <a:t>এবং</a:t>
            </a:r>
            <a:r>
              <a:rPr lang="en-US" sz="2800" b="1" dirty="0"/>
              <a:t> </a:t>
            </a:r>
            <a:r>
              <a:rPr lang="en-US" sz="2800" b="1" dirty="0" err="1"/>
              <a:t>দেখা</a:t>
            </a:r>
            <a:r>
              <a:rPr lang="en-US" sz="2800" b="1" dirty="0"/>
              <a:t> </a:t>
            </a:r>
            <a:r>
              <a:rPr lang="en-US" sz="2800" b="1" dirty="0" err="1"/>
              <a:t>কেন</a:t>
            </a:r>
            <a:r>
              <a:rPr lang="en-US" sz="2800" b="1" dirty="0"/>
              <a:t> ৩টি </a:t>
            </a:r>
            <a:r>
              <a:rPr lang="en-US" sz="2800" b="1" dirty="0" err="1"/>
              <a:t>রঙ</a:t>
            </a:r>
            <a:r>
              <a:rPr lang="en-US" sz="2800" b="1" dirty="0"/>
              <a:t> </a:t>
            </a:r>
            <a:r>
              <a:rPr lang="en-US" sz="2800" b="1" dirty="0" err="1"/>
              <a:t>দিয়ে</a:t>
            </a:r>
            <a:r>
              <a:rPr lang="en-US" sz="2800" b="1" dirty="0"/>
              <a:t> </a:t>
            </a:r>
            <a:r>
              <a:rPr lang="en-US" sz="2800" b="1" dirty="0" err="1"/>
              <a:t>কাজ</a:t>
            </a:r>
            <a:r>
              <a:rPr lang="en-US" sz="2800" b="1" dirty="0"/>
              <a:t> </a:t>
            </a:r>
            <a:r>
              <a:rPr lang="en-US" sz="2800" b="1" dirty="0" err="1"/>
              <a:t>চলে</a:t>
            </a:r>
            <a:r>
              <a:rPr lang="en-US" sz="2800" b="1" dirty="0"/>
              <a:t> </a:t>
            </a:r>
            <a:r>
              <a:rPr lang="en-US" sz="2800" b="1" dirty="0" err="1"/>
              <a:t>না</a:t>
            </a:r>
            <a:r>
              <a:rPr lang="en-US" sz="2800" b="1" dirty="0"/>
              <a:t>, </a:t>
            </a:r>
            <a:r>
              <a:rPr lang="en-US" sz="2800" b="1" dirty="0" err="1"/>
              <a:t>আবার</a:t>
            </a:r>
            <a:r>
              <a:rPr lang="en-US" sz="2800" b="1" dirty="0"/>
              <a:t> </a:t>
            </a:r>
            <a:r>
              <a:rPr lang="en-US" sz="2800" b="1" dirty="0" err="1"/>
              <a:t>কেন</a:t>
            </a:r>
            <a:r>
              <a:rPr lang="en-US" sz="2800" b="1" dirty="0"/>
              <a:t> ৫ম </a:t>
            </a:r>
            <a:r>
              <a:rPr lang="en-US" sz="2800" b="1" dirty="0" err="1"/>
              <a:t>রঙ</a:t>
            </a:r>
            <a:r>
              <a:rPr lang="en-US" sz="2800" b="1" dirty="0"/>
              <a:t> </a:t>
            </a:r>
            <a:r>
              <a:rPr lang="en-US" sz="2800" b="1" dirty="0" err="1"/>
              <a:t>কখনো</a:t>
            </a:r>
            <a:r>
              <a:rPr lang="en-US" sz="2800" b="1" dirty="0"/>
              <a:t> </a:t>
            </a:r>
            <a:r>
              <a:rPr lang="en-US" sz="2800" b="1" dirty="0" err="1"/>
              <a:t>দরকারই</a:t>
            </a:r>
            <a:r>
              <a:rPr lang="en-US" sz="2800" b="1" dirty="0"/>
              <a:t> </a:t>
            </a:r>
            <a:r>
              <a:rPr lang="en-US" sz="2800" b="1" dirty="0" err="1"/>
              <a:t>পড়ে</a:t>
            </a:r>
            <a:r>
              <a:rPr lang="en-US" sz="2800" b="1" dirty="0"/>
              <a:t> </a:t>
            </a:r>
            <a:r>
              <a:rPr lang="en-US" sz="2800" b="1" dirty="0" err="1"/>
              <a:t>না</a:t>
            </a:r>
            <a:r>
              <a:rPr lang="en-US" sz="2800" b="1" dirty="0"/>
              <a:t>!</a:t>
            </a:r>
          </a:p>
        </p:txBody>
      </p:sp>
      <p:sp>
        <p:nvSpPr>
          <p:cNvPr id="3" name="Content Placeholder 2">
            <a:extLst>
              <a:ext uri="{FF2B5EF4-FFF2-40B4-BE49-F238E27FC236}">
                <a16:creationId xmlns:a16="http://schemas.microsoft.com/office/drawing/2014/main" id="{D33013AA-A4D1-BFBE-8BC1-95307E682AE1}"/>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66BA9637-D0A5-F79D-3A0E-43159F182BDC}"/>
              </a:ext>
            </a:extLst>
          </p:cNvPr>
          <p:cNvPicPr>
            <a:picLocks noChangeAspect="1"/>
          </p:cNvPicPr>
          <p:nvPr/>
        </p:nvPicPr>
        <p:blipFill>
          <a:blip r:embed="rId2"/>
          <a:stretch>
            <a:fillRect/>
          </a:stretch>
        </p:blipFill>
        <p:spPr>
          <a:xfrm>
            <a:off x="930575" y="1600142"/>
            <a:ext cx="9173855" cy="5001323"/>
          </a:xfrm>
          <a:prstGeom prst="rect">
            <a:avLst/>
          </a:prstGeom>
        </p:spPr>
      </p:pic>
    </p:spTree>
    <p:extLst>
      <p:ext uri="{BB962C8B-B14F-4D97-AF65-F5344CB8AC3E}">
        <p14:creationId xmlns:p14="http://schemas.microsoft.com/office/powerpoint/2010/main" val="34219307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 Coloring</a:t>
            </a:r>
            <a:endParaRPr lang="en-IN" dirty="0"/>
          </a:p>
        </p:txBody>
      </p:sp>
      <p:pic>
        <p:nvPicPr>
          <p:cNvPr id="1026" name="Picture 2"/>
          <p:cNvPicPr>
            <a:picLocks noGrp="1" noChangeAspect="1" noChangeArrowheads="1"/>
          </p:cNvPicPr>
          <p:nvPr>
            <p:ph idx="1"/>
          </p:nvPr>
        </p:nvPicPr>
        <p:blipFill>
          <a:blip r:embed="rId2"/>
          <a:srcRect/>
          <a:stretch>
            <a:fillRect/>
          </a:stretch>
        </p:blipFill>
        <p:spPr bwMode="auto">
          <a:xfrm>
            <a:off x="391886" y="1886744"/>
            <a:ext cx="9418320" cy="4229100"/>
          </a:xfrm>
          <a:prstGeom prst="rect">
            <a:avLst/>
          </a:prstGeom>
          <a:noFill/>
          <a:ln w="9525">
            <a:noFill/>
            <a:miter lim="800000"/>
            <a:headEnd/>
            <a:tailEnd/>
          </a:ln>
          <a:effectLst/>
        </p:spPr>
      </p:pic>
    </p:spTree>
    <p:extLst>
      <p:ext uri="{BB962C8B-B14F-4D97-AF65-F5344CB8AC3E}">
        <p14:creationId xmlns:p14="http://schemas.microsoft.com/office/powerpoint/2010/main" val="17146405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 Coloring</a:t>
            </a:r>
            <a:endParaRPr lang="en-IN" dirty="0"/>
          </a:p>
        </p:txBody>
      </p:sp>
      <p:sp>
        <p:nvSpPr>
          <p:cNvPr id="4" name="Content Placeholder 3"/>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a:srcRect/>
          <a:stretch>
            <a:fillRect/>
          </a:stretch>
        </p:blipFill>
        <p:spPr bwMode="auto">
          <a:xfrm>
            <a:off x="418011" y="1662113"/>
            <a:ext cx="10476412" cy="4759123"/>
          </a:xfrm>
          <a:prstGeom prst="rect">
            <a:avLst/>
          </a:prstGeom>
          <a:noFill/>
          <a:ln w="9525">
            <a:noFill/>
            <a:miter lim="800000"/>
            <a:headEnd/>
            <a:tailEnd/>
          </a:ln>
          <a:effectLst/>
        </p:spPr>
      </p:pic>
    </p:spTree>
    <p:extLst>
      <p:ext uri="{BB962C8B-B14F-4D97-AF65-F5344CB8AC3E}">
        <p14:creationId xmlns:p14="http://schemas.microsoft.com/office/powerpoint/2010/main" val="21693711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 Coloring</a:t>
            </a:r>
            <a:endParaRPr lang="en-IN" dirty="0"/>
          </a:p>
        </p:txBody>
      </p:sp>
      <p:sp>
        <p:nvSpPr>
          <p:cNvPr id="4" name="Content Placeholder 3"/>
          <p:cNvSpPr>
            <a:spLocks noGrp="1"/>
          </p:cNvSpPr>
          <p:nvPr>
            <p:ph idx="1"/>
          </p:nvPr>
        </p:nvSpPr>
        <p:spPr/>
        <p:txBody>
          <a:bodyPr/>
          <a:lstStyle/>
          <a:p>
            <a:endParaRPr lang="en-US" dirty="0"/>
          </a:p>
        </p:txBody>
      </p:sp>
      <p:pic>
        <p:nvPicPr>
          <p:cNvPr id="3074" name="Picture 2"/>
          <p:cNvPicPr>
            <a:picLocks noChangeAspect="1" noChangeArrowheads="1"/>
          </p:cNvPicPr>
          <p:nvPr/>
        </p:nvPicPr>
        <p:blipFill>
          <a:blip r:embed="rId2"/>
          <a:srcRect/>
          <a:stretch>
            <a:fillRect/>
          </a:stretch>
        </p:blipFill>
        <p:spPr bwMode="auto">
          <a:xfrm>
            <a:off x="600891" y="1482930"/>
            <a:ext cx="5878285" cy="4146036"/>
          </a:xfrm>
          <a:prstGeom prst="rect">
            <a:avLst/>
          </a:prstGeom>
          <a:noFill/>
          <a:ln w="9525">
            <a:noFill/>
            <a:miter lim="800000"/>
            <a:headEnd/>
            <a:tailEnd/>
          </a:ln>
          <a:effectLst/>
        </p:spPr>
      </p:pic>
    </p:spTree>
    <p:extLst>
      <p:ext uri="{BB962C8B-B14F-4D97-AF65-F5344CB8AC3E}">
        <p14:creationId xmlns:p14="http://schemas.microsoft.com/office/powerpoint/2010/main" val="24453069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439615" y="278683"/>
            <a:ext cx="8751269" cy="5384617"/>
          </a:xfrm>
          <a:prstGeom prst="rect">
            <a:avLst/>
          </a:prstGeom>
        </p:spPr>
      </p:pic>
    </p:spTree>
    <p:extLst>
      <p:ext uri="{BB962C8B-B14F-4D97-AF65-F5344CB8AC3E}">
        <p14:creationId xmlns:p14="http://schemas.microsoft.com/office/powerpoint/2010/main" val="14919150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TotalTime>
  <Words>297</Words>
  <Application>Microsoft Office PowerPoint</Application>
  <PresentationFormat>Widescreen</PresentationFormat>
  <Paragraphs>15</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PowerPoint Presentation</vt:lpstr>
      <vt:lpstr>PowerPoint Presentation</vt:lpstr>
      <vt:lpstr>PowerPoint Presentation</vt:lpstr>
      <vt:lpstr>Bonus Knowledge</vt:lpstr>
      <vt:lpstr>Map Coloring</vt:lpstr>
      <vt:lpstr>৪টি রঙই যে সর্বোচ্চ যথেষ্ট—এটি বোঝার সেরা উপায় হলো একটি ছোট মানচিত্রের উদাহরণ দেওয়া এবং দেখা কেন ৩টি রঙ দিয়ে কাজ চলে না, আবার কেন ৫ম রঙ কখনো দরকারই পড়ে না!</vt:lpstr>
      <vt:lpstr>৪টি রঙই যে সর্বোচ্চ যথেষ্ট—এটি বোঝার সেরা উপায় হলো একটি ছোট মানচিত্রের উদাহরণ দেওয়া এবং দেখা কেন ৩টি রঙ দিয়ে কাজ চলে না, আবার কেন ৫ম রঙ কখনো দরকারই পড়ে না!</vt:lpstr>
      <vt:lpstr>৪টি রঙই যে সর্বোচ্চ যথেষ্ট—এটি বোঝার সেরা উপায় হলো একটি ছোট মানচিত্রের উদাহরণ দেওয়া এবং দেখা কেন ৩টি রঙ দিয়ে কাজ চলে না, আবার কেন ৫ম রঙ কখনো দরকারই পড়ে না!</vt:lpstr>
      <vt:lpstr>৪টি রঙই যে সর্বোচ্চ যথেষ্ট—এটি বোঝার সেরা উপায় হলো একটি ছোট মানচিত্রের উদাহরণ দেওয়া এবং দেখা কেন ৩টি রঙ দিয়ে কাজ চলে না, আবার কেন ৫ম রঙ কখনো দরকারই পড়ে না!</vt:lpstr>
      <vt:lpstr>৪টি রঙই যে সর্বোচ্চ যথেষ্ট—এটি বোঝার সেরা উপায় হলো একটি ছোট মানচিত্রের উদাহরণ দেওয়া এবং দেখা কেন ৩টি রঙ দিয়ে কাজ চলে না, আবার কেন ৫ম রঙ কখনো দরকারই পড়ে না!</vt:lpstr>
      <vt:lpstr>Map Coloring</vt:lpstr>
      <vt:lpstr>Map Coloring</vt:lpstr>
      <vt:lpstr>Map Coloring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Map Coloring</dc:title>
  <dc:creator>Lenovo</dc:creator>
  <cp:lastModifiedBy>cce sen</cp:lastModifiedBy>
  <cp:revision>5</cp:revision>
  <dcterms:created xsi:type="dcterms:W3CDTF">2025-07-13T10:34:00Z</dcterms:created>
  <dcterms:modified xsi:type="dcterms:W3CDTF">2026-07-22T10:00:27Z</dcterms:modified>
</cp:coreProperties>
</file>