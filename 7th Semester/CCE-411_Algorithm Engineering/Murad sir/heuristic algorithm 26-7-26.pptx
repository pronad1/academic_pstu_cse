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68" r:id="rId10"/>
    <p:sldId id="257" r:id="rId11"/>
    <p:sldId id="258" r:id="rId12"/>
    <p:sldId id="259" r:id="rId13"/>
    <p:sldId id="260" r:id="rId14"/>
    <p:sldId id="263" r:id="rId15"/>
    <p:sldId id="273" r:id="rId16"/>
    <p:sldId id="274" r:id="rId17"/>
    <p:sldId id="264" r:id="rId18"/>
    <p:sldId id="265" r:id="rId19"/>
    <p:sldId id="275" r:id="rId20"/>
    <p:sldId id="276" r:id="rId21"/>
    <p:sldId id="286" r:id="rId22"/>
    <p:sldId id="287" r:id="rId23"/>
    <p:sldId id="288" r:id="rId24"/>
    <p:sldId id="285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A42qLb3/vQfTkaRMijrD8wJt8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833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626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Understanding Heuristic Algorithms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sz="3600" dirty="0"/>
              <a:t>Balancing Speed, Practicality, and Optimality in Computer Science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2597-A31B-F5C3-23BD-8E183CF9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The Hook – An Everyday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C9CD5-5E80-C8FB-BC16-3ECD1E83B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348DF-7B1E-97FA-1038-95AF28B6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125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35E3-825C-30D7-8F5A-D9DB071C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17C8-DD8E-85BC-C7DF-F7030665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Formal Definition &amp; Core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7FE6-A8AE-DC29-7675-3C3799880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F7B1E-1F58-472C-82C1-350E7D22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23575"/>
            <a:ext cx="10121412" cy="54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7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2681-DC6D-8D42-6343-3E0A05051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FA5AE-4D12-6956-4CB0-51254856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B809B-73A0-6A65-F726-82DE2008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6782747" cy="601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E8502-2EB4-8D87-D149-B00DD475F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0938"/>
            <a:ext cx="5791200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6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1CE5-AC95-D23A-61B6-C2988FE1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F482-D9C7-A817-5594-2E046F1E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3991-CC3E-5DB0-10F9-4F581693E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A5F7B-3AAA-05AA-8FBB-F5CE3F91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9" y="1600200"/>
            <a:ext cx="885948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58E1-4529-7AF1-A709-B060AA3C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Heuristic vs. Exact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54601-E83F-3934-D84D-E6AF61B5E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D934A-37EB-59C0-E130-43BFA5525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23628"/>
            <a:ext cx="10972800" cy="49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2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10C8-24F6-D1BA-CBCC-04C99BB5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B1579-7CD4-C42B-1C42-D9BD2CF62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361FF-F578-2777-26C1-7F1AEE5E5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5940"/>
            <a:ext cx="9154803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4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6AB6-70A3-1356-B60B-04498A52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8AFAE-221D-F61D-8C0E-3E8EBCE0F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3886199"/>
            <a:ext cx="11963400" cy="22907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"Fast and good enough is usually better than perfect and infinite."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DB7C6-643C-0BB0-DE68-45541027B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63649"/>
            <a:ext cx="877374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4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Algorithm With Real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200"/>
            <a:ext cx="1131882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08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Heuristic function in artificial intelligence</a:t>
            </a:r>
            <a:br>
              <a:rPr lang="en-US" dirty="0"/>
            </a:br>
            <a:endParaRPr dirty="0"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4582" y="1953133"/>
            <a:ext cx="11168743" cy="4096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Heuristic function in artificial intelligence</a:t>
            </a:r>
            <a:br>
              <a:rPr lang="en-US"/>
            </a:br>
            <a:endParaRPr/>
          </a:p>
        </p:txBody>
      </p:sp>
      <p:pic>
        <p:nvPicPr>
          <p:cNvPr id="97" name="Google Shape;97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447800"/>
            <a:ext cx="10439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Heuristic function in artificial intelligence</a:t>
            </a:r>
            <a:br>
              <a:rPr lang="en-US"/>
            </a:b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668135"/>
            <a:ext cx="10009808" cy="321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Heuristic function in artificial intelligence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https://www.youtube.com/watch?v=4LtQHKuR-LI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sp>
        <p:nvSpPr>
          <p:cNvPr id="129" name="Google Shape;12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An algorithm is a </a:t>
            </a:r>
            <a:r>
              <a:rPr lang="en-US" dirty="0">
                <a:solidFill>
                  <a:srgbClr val="FF0000"/>
                </a:solidFill>
              </a:rPr>
              <a:t>step-wise procedure for solving a specific problem in a finite number of steps</a:t>
            </a:r>
            <a:r>
              <a:rPr lang="en-US" dirty="0"/>
              <a:t>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result (output) of an algorithm is predictable and reproducible given the same parameters (input).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heuristic is an educated guess </a:t>
            </a:r>
            <a:r>
              <a:rPr lang="en-US" dirty="0">
                <a:solidFill>
                  <a:srgbClr val="FF0000"/>
                </a:solidFill>
              </a:rPr>
              <a:t>which serves as a guide for subsequent explorations</a:t>
            </a:r>
            <a:r>
              <a:rPr lang="en-US" dirty="0"/>
              <a:t>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504851"/>
              </p:ext>
            </p:extLst>
          </p:nvPr>
        </p:nvGraphicFramePr>
        <p:xfrm>
          <a:off x="152400" y="1295400"/>
          <a:ext cx="12039600" cy="602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56042" imgH="3651302" progId="Word.Document.12">
                  <p:embed/>
                </p:oleObj>
              </mc:Choice>
              <mc:Fallback>
                <p:oleObj name="Document" r:id="rId3" imgW="5956042" imgH="3651302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12039600" cy="60242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3134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05955"/>
            <a:ext cx="1090038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5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Are algorithms better than heuristics?</a:t>
            </a:r>
            <a:br>
              <a:rPr lang="en-US"/>
            </a:br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While algorithms provide step-by-step procedures that can guarantee solutions, </a:t>
            </a:r>
            <a:r>
              <a:rPr lang="en-US" sz="3600" b="1" dirty="0"/>
              <a:t>heuristics are faster and provide shortcuts for getting to solutions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0000"/>
                </a:solidFill>
              </a:rPr>
              <a:t>though this has the potential to cause errors.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latin typeface="+mj-lt"/>
              </a:rPr>
              <a:t>Is an algorithm a type of heuristic?</a:t>
            </a:r>
            <a:br>
              <a:rPr lang="en-US" b="1" dirty="0">
                <a:latin typeface="+mj-lt"/>
              </a:rPr>
            </a:br>
            <a:endParaRPr b="1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976438"/>
            <a:ext cx="11887200" cy="32051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8600"/>
            <a:ext cx="10515600" cy="1325563"/>
          </a:xfrm>
        </p:spPr>
        <p:txBody>
          <a:bodyPr/>
          <a:lstStyle/>
          <a:p>
            <a:r>
              <a:rPr lang="en-US" b="1" dirty="0">
                <a:latin typeface="+mj-lt"/>
              </a:rPr>
              <a:t>Well-known Heuristic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3962400" cy="5995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85545"/>
            <a:ext cx="6873008" cy="336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41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415A1-A3BE-B4AD-7C77-791AA18A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2448"/>
            <a:ext cx="991690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02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539A-340C-398E-AACF-45C7513A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2B29-F5E7-5118-0E7C-D5A7232F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5EAE6-4F30-FD9E-FD2C-81877BCC5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E6EC8-ADC0-9021-A722-B7E7F427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5625"/>
            <a:ext cx="9050013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96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73D8-37E2-0415-6481-C7675226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2450-A9BC-AB1D-CC12-255A383A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9A906-99FF-1E3F-F5F6-265A40B1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79ED-9F3F-0B22-659C-E3E258F1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600"/>
            <a:ext cx="5611008" cy="601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AA7232-67A5-65E4-9C26-E36FD461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2000"/>
            <a:ext cx="5277587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0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39B9-7B2A-FDAE-47C1-316DCA2D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971E-55C8-9BB3-F0B3-F3879161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FBB80-14FD-0F63-4C6F-556A3F92D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8D5CF-5E0C-52C9-7AD1-2B6C91EB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929769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E606-0051-EC17-843E-C6800F1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4CC0-ACF7-6D39-2216-BE2BB374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D5978-520F-DC27-A72B-7607D8E3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36D2F-6606-2613-6567-59F3CEC9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651"/>
            <a:ext cx="5791200" cy="4786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658B9-834B-0F7B-13D6-CA7FC2EA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499" y="1392206"/>
            <a:ext cx="6378493" cy="4122777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C15DF77-16B4-D0A2-850B-AE43E2B98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2590800"/>
            <a:ext cx="421466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86528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152081"/>
            <a:ext cx="11658600" cy="477319"/>
          </a:xfrm>
        </p:spPr>
        <p:txBody>
          <a:bodyPr>
            <a:normAutofit fontScale="92500"/>
          </a:bodyPr>
          <a:lstStyle/>
          <a:p>
            <a:r>
              <a:rPr lang="en-US" sz="1600" b="1" dirty="0">
                <a:latin typeface="+mj-lt"/>
              </a:rPr>
              <a:t>Shortest path found in 4 moves, and we didn’t check every single cell blindly — the heuristic guided us toward the goal.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87230"/>
            <a:ext cx="6172200" cy="486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71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288</Words>
  <Application>Microsoft Office PowerPoint</Application>
  <PresentationFormat>Widescreen</PresentationFormat>
  <Paragraphs>33</Paragraphs>
  <Slides>25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Office Theme</vt:lpstr>
      <vt:lpstr>Document</vt:lpstr>
      <vt:lpstr>Understanding Heuristic Algorithms</vt:lpstr>
      <vt:lpstr>The Hook – An Everyday Story</vt:lpstr>
      <vt:lpstr>Formal Definition &amp; Core Concept</vt:lpstr>
      <vt:lpstr>Mathematical Example – The Knapsack Problem</vt:lpstr>
      <vt:lpstr>Mathematical Example – The Knapsack Problem</vt:lpstr>
      <vt:lpstr>Heuristic vs. Exact Algorithms</vt:lpstr>
      <vt:lpstr>Real-World Applications</vt:lpstr>
      <vt:lpstr>Summary &amp; Takeaways</vt:lpstr>
      <vt:lpstr>Heuristic Algorithm With Real Example</vt:lpstr>
      <vt:lpstr>Heuristic function in artificial intelligence </vt:lpstr>
      <vt:lpstr>Heuristic function in artificial intelligence </vt:lpstr>
      <vt:lpstr>Heuristic function in artificial intelligence </vt:lpstr>
      <vt:lpstr>Heuristic function in artificial intelligence</vt:lpstr>
      <vt:lpstr>What is the difference between algorithm and a heuristic? </vt:lpstr>
      <vt:lpstr>What is the difference between algorithm and a heuristic? </vt:lpstr>
      <vt:lpstr>What is the difference between algorithm and a heuristic? </vt:lpstr>
      <vt:lpstr>Are algorithms better than heuristics? </vt:lpstr>
      <vt:lpstr>Is an algorithm a type of heuristic? </vt:lpstr>
      <vt:lpstr>Well-known Heuristic Algorithms</vt:lpstr>
      <vt:lpstr>A* Search with example</vt:lpstr>
      <vt:lpstr>A* Search with example</vt:lpstr>
      <vt:lpstr>A* Search with example</vt:lpstr>
      <vt:lpstr>A* Search with example</vt:lpstr>
      <vt:lpstr>A* Search with example</vt:lpstr>
      <vt:lpstr>A* Search with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ALGORITHM</dc:title>
  <dc:creator>Dean CSE</dc:creator>
  <cp:lastModifiedBy>cce sen</cp:lastModifiedBy>
  <cp:revision>16</cp:revision>
  <dcterms:created xsi:type="dcterms:W3CDTF">2022-08-15T09:28:35Z</dcterms:created>
  <dcterms:modified xsi:type="dcterms:W3CDTF">2026-07-26T09:48:07Z</dcterms:modified>
</cp:coreProperties>
</file>