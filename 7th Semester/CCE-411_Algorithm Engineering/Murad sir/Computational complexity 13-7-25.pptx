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9"/>
  </p:notesMasterIdLst>
  <p:sldIdLst>
    <p:sldId id="258" r:id="rId3"/>
    <p:sldId id="256" r:id="rId4"/>
    <p:sldId id="259" r:id="rId5"/>
    <p:sldId id="257" r:id="rId6"/>
    <p:sldId id="261" r:id="rId7"/>
    <p:sldId id="271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62" r:id="rId16"/>
    <p:sldId id="263" r:id="rId17"/>
    <p:sldId id="27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BEFBB-895E-44D5-BA34-0B6BC2F3B1DE}" type="datetimeFigureOut">
              <a:rPr lang="en-IN" smtClean="0"/>
              <a:pPr/>
              <a:t>13-07-2025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D0EE7-308C-422A-AA39-01BCA1D951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567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1861033-F0B4-4037-90D6-B0A4429625B7}" type="slidenum">
              <a:rPr 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1</a:t>
            </a:fld>
            <a:endParaRPr lang="en-US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013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41AD-66DC-47B9-93D4-43FF832DA1A6}" type="datetimeFigureOut">
              <a:rPr lang="en-IN" smtClean="0"/>
              <a:pPr/>
              <a:t>13-07-2025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7B1B2-4E71-4038-B899-8D99BFE28FD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377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41AD-66DC-47B9-93D4-43FF832DA1A6}" type="datetimeFigureOut">
              <a:rPr lang="en-IN" smtClean="0"/>
              <a:pPr/>
              <a:t>13-07-2025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7B1B2-4E71-4038-B899-8D99BFE28FD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855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41AD-66DC-47B9-93D4-43FF832DA1A6}" type="datetimeFigureOut">
              <a:rPr lang="en-IN" smtClean="0"/>
              <a:pPr/>
              <a:t>13-07-2025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7B1B2-4E71-4038-B899-8D99BFE28FD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22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41AD-66DC-47B9-93D4-43FF832DA1A6}" type="datetimeFigureOut">
              <a:rPr lang="en-IN" smtClean="0"/>
              <a:pPr/>
              <a:t>13-07-2025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7B1B2-4E71-4038-B899-8D99BFE28FD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842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41AD-66DC-47B9-93D4-43FF832DA1A6}" type="datetimeFigureOut">
              <a:rPr lang="en-IN" smtClean="0"/>
              <a:pPr/>
              <a:t>13-07-2025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7B1B2-4E71-4038-B899-8D99BFE28FD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291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41AD-66DC-47B9-93D4-43FF832DA1A6}" type="datetimeFigureOut">
              <a:rPr lang="en-IN" smtClean="0"/>
              <a:pPr/>
              <a:t>13-07-2025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7B1B2-4E71-4038-B899-8D99BFE28FD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029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41AD-66DC-47B9-93D4-43FF832DA1A6}" type="datetimeFigureOut">
              <a:rPr lang="en-IN" smtClean="0"/>
              <a:pPr/>
              <a:t>13-07-2025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7B1B2-4E71-4038-B899-8D99BFE28FD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800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41AD-66DC-47B9-93D4-43FF832DA1A6}" type="datetimeFigureOut">
              <a:rPr lang="en-IN" smtClean="0"/>
              <a:pPr/>
              <a:t>13-07-2025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7B1B2-4E71-4038-B899-8D99BFE28FD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836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41AD-66DC-47B9-93D4-43FF832DA1A6}" type="datetimeFigureOut">
              <a:rPr lang="en-IN" smtClean="0"/>
              <a:pPr/>
              <a:t>13-07-2025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7B1B2-4E71-4038-B899-8D99BFE28FD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487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41AD-66DC-47B9-93D4-43FF832DA1A6}" type="datetimeFigureOut">
              <a:rPr lang="en-IN" smtClean="0"/>
              <a:pPr/>
              <a:t>13-07-2025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7B1B2-4E71-4038-B899-8D99BFE28FD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10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41AD-66DC-47B9-93D4-43FF832DA1A6}" type="datetimeFigureOut">
              <a:rPr lang="en-IN" smtClean="0"/>
              <a:pPr/>
              <a:t>13-07-2025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7B1B2-4E71-4038-B899-8D99BFE28FD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602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F39D2-A071-46F1-8F66-D80840B50A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74447"/>
      </p:ext>
    </p:extLst>
  </p:cSld>
  <p:clrMapOvr>
    <a:masterClrMapping/>
  </p:clrMapOvr>
  <p:transition spd="med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83E4D3-165F-40F3-AEA2-76F38AC4C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518175"/>
      </p:ext>
    </p:extLst>
  </p:cSld>
  <p:clrMapOvr>
    <a:masterClrMapping/>
  </p:clrMapOvr>
  <p:transition spd="med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E85D40-651D-40C1-9208-58216E3CB2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87005"/>
      </p:ext>
    </p:extLst>
  </p:cSld>
  <p:clrMapOvr>
    <a:masterClrMapping/>
  </p:clrMapOvr>
  <p:transition spd="med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3288C1-9AE1-4A2A-8A85-BFD7917579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6722"/>
      </p:ext>
    </p:extLst>
  </p:cSld>
  <p:clrMapOvr>
    <a:masterClrMapping/>
  </p:clrMapOvr>
  <p:transition spd="med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3EA555-2533-4E0F-9590-736BE14A3E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731344"/>
      </p:ext>
    </p:extLst>
  </p:cSld>
  <p:clrMapOvr>
    <a:masterClrMapping/>
  </p:clrMapOvr>
  <p:transition spd="med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B0C153-8C28-4413-95A4-6742E6F3FD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20534"/>
      </p:ext>
    </p:extLst>
  </p:cSld>
  <p:clrMapOvr>
    <a:masterClrMapping/>
  </p:clrMapOvr>
  <p:transition spd="med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EEC809-D904-456D-AE31-814DBB03DA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721464"/>
      </p:ext>
    </p:extLst>
  </p:cSld>
  <p:clrMapOvr>
    <a:masterClrMapping/>
  </p:clrMapOvr>
  <p:transition spd="med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C6795-DA47-4AB6-998B-F6E1E609C8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009851"/>
      </p:ext>
    </p:extLst>
  </p:cSld>
  <p:clrMapOvr>
    <a:masterClrMapping/>
  </p:clrMapOvr>
  <p:transition spd="med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B6C30D-E07C-49BC-825E-C1E794B8BC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464508"/>
      </p:ext>
    </p:extLst>
  </p:cSld>
  <p:clrMapOvr>
    <a:masterClrMapping/>
  </p:clrMapOvr>
  <p:transition spd="med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AF03C-3D1B-4FD9-9E5A-A87A913505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381163"/>
      </p:ext>
    </p:extLst>
  </p:cSld>
  <p:clrMapOvr>
    <a:masterClrMapping/>
  </p:clrMapOvr>
  <p:transition spd="med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A17C67-FA51-4381-86FE-F18FC8E901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530709"/>
      </p:ext>
    </p:extLst>
  </p:cSld>
  <p:clrMapOvr>
    <a:masterClrMapping/>
  </p:clrMapOvr>
  <p:transition spd="med">
    <p:split orient="vert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76401"/>
            <a:ext cx="10972800" cy="4454525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CD10DF-AEFC-45F1-9C09-AF85DDCD10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932222"/>
      </p:ext>
    </p:extLst>
  </p:cSld>
  <p:clrMapOvr>
    <a:masterClrMapping/>
  </p:clrMapOvr>
  <p:transition spd="med">
    <p:split orient="vert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75"/>
          <p:cNvGrpSpPr>
            <a:grpSpLocks/>
          </p:cNvGrpSpPr>
          <p:nvPr/>
        </p:nvGrpSpPr>
        <p:grpSpPr bwMode="auto">
          <a:xfrm>
            <a:off x="-4233" y="1"/>
            <a:ext cx="12196233" cy="6867525"/>
            <a:chOff x="-2" y="0"/>
            <a:chExt cx="5762" cy="4326"/>
          </a:xfrm>
        </p:grpSpPr>
        <p:grpSp>
          <p:nvGrpSpPr>
            <p:cNvPr id="4" name="Group 71"/>
            <p:cNvGrpSpPr>
              <a:grpSpLocks/>
            </p:cNvGrpSpPr>
            <p:nvPr userDrawn="1"/>
          </p:nvGrpSpPr>
          <p:grpSpPr bwMode="auto">
            <a:xfrm>
              <a:off x="-2" y="0"/>
              <a:ext cx="5712" cy="4326"/>
              <a:chOff x="-2" y="0"/>
              <a:chExt cx="5712" cy="4326"/>
            </a:xfrm>
          </p:grpSpPr>
          <p:sp>
            <p:nvSpPr>
              <p:cNvPr id="7" name="Rectangle 3"/>
              <p:cNvSpPr>
                <a:spLocks noChangeArrowheads="1"/>
              </p:cNvSpPr>
              <p:nvPr/>
            </p:nvSpPr>
            <p:spPr bwMode="auto">
              <a:xfrm>
                <a:off x="-2" y="0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" name="Rectangle 4"/>
              <p:cNvSpPr>
                <a:spLocks noChangeArrowheads="1"/>
              </p:cNvSpPr>
              <p:nvPr/>
            </p:nvSpPr>
            <p:spPr bwMode="auto">
              <a:xfrm>
                <a:off x="9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19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" name="Rectangle 6"/>
              <p:cNvSpPr>
                <a:spLocks noChangeArrowheads="1"/>
              </p:cNvSpPr>
              <p:nvPr/>
            </p:nvSpPr>
            <p:spPr bwMode="auto">
              <a:xfrm>
                <a:off x="28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" name="Rectangle 7"/>
              <p:cNvSpPr>
                <a:spLocks noChangeArrowheads="1"/>
              </p:cNvSpPr>
              <p:nvPr/>
            </p:nvSpPr>
            <p:spPr bwMode="auto">
              <a:xfrm>
                <a:off x="38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" name="Rectangle 8"/>
              <p:cNvSpPr>
                <a:spLocks noChangeArrowheads="1"/>
              </p:cNvSpPr>
              <p:nvPr/>
            </p:nvSpPr>
            <p:spPr bwMode="auto">
              <a:xfrm>
                <a:off x="47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57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67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76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6" name="Rectangle 12"/>
              <p:cNvSpPr>
                <a:spLocks noChangeArrowheads="1"/>
              </p:cNvSpPr>
              <p:nvPr/>
            </p:nvSpPr>
            <p:spPr bwMode="auto">
              <a:xfrm>
                <a:off x="86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7" name="Rectangle 13"/>
              <p:cNvSpPr>
                <a:spLocks noChangeArrowheads="1"/>
              </p:cNvSpPr>
              <p:nvPr/>
            </p:nvSpPr>
            <p:spPr bwMode="auto">
              <a:xfrm>
                <a:off x="95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" name="Rectangle 14"/>
              <p:cNvSpPr>
                <a:spLocks noChangeArrowheads="1"/>
              </p:cNvSpPr>
              <p:nvPr/>
            </p:nvSpPr>
            <p:spPr bwMode="auto">
              <a:xfrm>
                <a:off x="105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" name="Rectangle 15"/>
              <p:cNvSpPr>
                <a:spLocks noChangeArrowheads="1"/>
              </p:cNvSpPr>
              <p:nvPr/>
            </p:nvSpPr>
            <p:spPr bwMode="auto">
              <a:xfrm>
                <a:off x="115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0" name="Rectangle 16"/>
              <p:cNvSpPr>
                <a:spLocks noChangeArrowheads="1"/>
              </p:cNvSpPr>
              <p:nvPr/>
            </p:nvSpPr>
            <p:spPr bwMode="auto">
              <a:xfrm>
                <a:off x="124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1" name="Rectangle 17"/>
              <p:cNvSpPr>
                <a:spLocks noChangeArrowheads="1"/>
              </p:cNvSpPr>
              <p:nvPr/>
            </p:nvSpPr>
            <p:spPr bwMode="auto">
              <a:xfrm>
                <a:off x="134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Rectangle 18"/>
              <p:cNvSpPr>
                <a:spLocks noChangeArrowheads="1"/>
              </p:cNvSpPr>
              <p:nvPr/>
            </p:nvSpPr>
            <p:spPr bwMode="auto">
              <a:xfrm>
                <a:off x="143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3" name="Rectangle 19"/>
              <p:cNvSpPr>
                <a:spLocks noChangeArrowheads="1"/>
              </p:cNvSpPr>
              <p:nvPr/>
            </p:nvSpPr>
            <p:spPr bwMode="auto">
              <a:xfrm>
                <a:off x="153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4" name="Rectangle 20"/>
              <p:cNvSpPr>
                <a:spLocks noChangeArrowheads="1"/>
              </p:cNvSpPr>
              <p:nvPr/>
            </p:nvSpPr>
            <p:spPr bwMode="auto">
              <a:xfrm>
                <a:off x="163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" name="Rectangle 21"/>
              <p:cNvSpPr>
                <a:spLocks noChangeArrowheads="1"/>
              </p:cNvSpPr>
              <p:nvPr/>
            </p:nvSpPr>
            <p:spPr bwMode="auto">
              <a:xfrm>
                <a:off x="172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6" name="Rectangle 22"/>
              <p:cNvSpPr>
                <a:spLocks noChangeArrowheads="1"/>
              </p:cNvSpPr>
              <p:nvPr/>
            </p:nvSpPr>
            <p:spPr bwMode="auto">
              <a:xfrm>
                <a:off x="182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7" name="Rectangle 23"/>
              <p:cNvSpPr>
                <a:spLocks noChangeArrowheads="1"/>
              </p:cNvSpPr>
              <p:nvPr/>
            </p:nvSpPr>
            <p:spPr bwMode="auto">
              <a:xfrm>
                <a:off x="191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8" name="Rectangle 24"/>
              <p:cNvSpPr>
                <a:spLocks noChangeArrowheads="1"/>
              </p:cNvSpPr>
              <p:nvPr/>
            </p:nvSpPr>
            <p:spPr bwMode="auto">
              <a:xfrm>
                <a:off x="201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9" name="Rectangle 25"/>
              <p:cNvSpPr>
                <a:spLocks noChangeArrowheads="1"/>
              </p:cNvSpPr>
              <p:nvPr/>
            </p:nvSpPr>
            <p:spPr bwMode="auto">
              <a:xfrm>
                <a:off x="211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30" name="Rectangle 26"/>
              <p:cNvSpPr>
                <a:spLocks noChangeArrowheads="1"/>
              </p:cNvSpPr>
              <p:nvPr/>
            </p:nvSpPr>
            <p:spPr bwMode="auto">
              <a:xfrm>
                <a:off x="220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31" name="Rectangle 27"/>
              <p:cNvSpPr>
                <a:spLocks noChangeArrowheads="1"/>
              </p:cNvSpPr>
              <p:nvPr/>
            </p:nvSpPr>
            <p:spPr bwMode="auto">
              <a:xfrm>
                <a:off x="230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32" name="Rectangle 28"/>
              <p:cNvSpPr>
                <a:spLocks noChangeArrowheads="1"/>
              </p:cNvSpPr>
              <p:nvPr/>
            </p:nvSpPr>
            <p:spPr bwMode="auto">
              <a:xfrm>
                <a:off x="239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33" name="Rectangle 29"/>
              <p:cNvSpPr>
                <a:spLocks noChangeArrowheads="1"/>
              </p:cNvSpPr>
              <p:nvPr/>
            </p:nvSpPr>
            <p:spPr bwMode="auto">
              <a:xfrm>
                <a:off x="249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34" name="Rectangle 30"/>
              <p:cNvSpPr>
                <a:spLocks noChangeArrowheads="1"/>
              </p:cNvSpPr>
              <p:nvPr/>
            </p:nvSpPr>
            <p:spPr bwMode="auto">
              <a:xfrm>
                <a:off x="259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35" name="Rectangle 31"/>
              <p:cNvSpPr>
                <a:spLocks noChangeArrowheads="1"/>
              </p:cNvSpPr>
              <p:nvPr/>
            </p:nvSpPr>
            <p:spPr bwMode="auto">
              <a:xfrm>
                <a:off x="268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36" name="Rectangle 32"/>
              <p:cNvSpPr>
                <a:spLocks noChangeArrowheads="1"/>
              </p:cNvSpPr>
              <p:nvPr/>
            </p:nvSpPr>
            <p:spPr bwMode="auto">
              <a:xfrm>
                <a:off x="278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37" name="Rectangle 33"/>
              <p:cNvSpPr>
                <a:spLocks noChangeArrowheads="1"/>
              </p:cNvSpPr>
              <p:nvPr/>
            </p:nvSpPr>
            <p:spPr bwMode="auto">
              <a:xfrm>
                <a:off x="287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38" name="Rectangle 34"/>
              <p:cNvSpPr>
                <a:spLocks noChangeArrowheads="1"/>
              </p:cNvSpPr>
              <p:nvPr/>
            </p:nvSpPr>
            <p:spPr bwMode="auto">
              <a:xfrm>
                <a:off x="297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39" name="Rectangle 35"/>
              <p:cNvSpPr>
                <a:spLocks noChangeArrowheads="1"/>
              </p:cNvSpPr>
              <p:nvPr/>
            </p:nvSpPr>
            <p:spPr bwMode="auto">
              <a:xfrm>
                <a:off x="307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40" name="Rectangle 36"/>
              <p:cNvSpPr>
                <a:spLocks noChangeArrowheads="1"/>
              </p:cNvSpPr>
              <p:nvPr/>
            </p:nvSpPr>
            <p:spPr bwMode="auto">
              <a:xfrm>
                <a:off x="316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41" name="Rectangle 37"/>
              <p:cNvSpPr>
                <a:spLocks noChangeArrowheads="1"/>
              </p:cNvSpPr>
              <p:nvPr/>
            </p:nvSpPr>
            <p:spPr bwMode="auto">
              <a:xfrm>
                <a:off x="326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42" name="Rectangle 38"/>
              <p:cNvSpPr>
                <a:spLocks noChangeArrowheads="1"/>
              </p:cNvSpPr>
              <p:nvPr/>
            </p:nvSpPr>
            <p:spPr bwMode="auto">
              <a:xfrm>
                <a:off x="335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43" name="Rectangle 39"/>
              <p:cNvSpPr>
                <a:spLocks noChangeArrowheads="1"/>
              </p:cNvSpPr>
              <p:nvPr/>
            </p:nvSpPr>
            <p:spPr bwMode="auto">
              <a:xfrm>
                <a:off x="345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44" name="Rectangle 40"/>
              <p:cNvSpPr>
                <a:spLocks noChangeArrowheads="1"/>
              </p:cNvSpPr>
              <p:nvPr/>
            </p:nvSpPr>
            <p:spPr bwMode="auto">
              <a:xfrm>
                <a:off x="355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45" name="Rectangle 41"/>
              <p:cNvSpPr>
                <a:spLocks noChangeArrowheads="1"/>
              </p:cNvSpPr>
              <p:nvPr/>
            </p:nvSpPr>
            <p:spPr bwMode="auto">
              <a:xfrm>
                <a:off x="364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46" name="Rectangle 42"/>
              <p:cNvSpPr>
                <a:spLocks noChangeArrowheads="1"/>
              </p:cNvSpPr>
              <p:nvPr/>
            </p:nvSpPr>
            <p:spPr bwMode="auto">
              <a:xfrm>
                <a:off x="374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47" name="Rectangle 43"/>
              <p:cNvSpPr>
                <a:spLocks noChangeArrowheads="1"/>
              </p:cNvSpPr>
              <p:nvPr/>
            </p:nvSpPr>
            <p:spPr bwMode="auto">
              <a:xfrm>
                <a:off x="383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48" name="Rectangle 44"/>
              <p:cNvSpPr>
                <a:spLocks noChangeArrowheads="1"/>
              </p:cNvSpPr>
              <p:nvPr/>
            </p:nvSpPr>
            <p:spPr bwMode="auto">
              <a:xfrm>
                <a:off x="393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49" name="Rectangle 45"/>
              <p:cNvSpPr>
                <a:spLocks noChangeArrowheads="1"/>
              </p:cNvSpPr>
              <p:nvPr/>
            </p:nvSpPr>
            <p:spPr bwMode="auto">
              <a:xfrm>
                <a:off x="403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0" name="Rectangle 46"/>
              <p:cNvSpPr>
                <a:spLocks noChangeArrowheads="1"/>
              </p:cNvSpPr>
              <p:nvPr/>
            </p:nvSpPr>
            <p:spPr bwMode="auto">
              <a:xfrm>
                <a:off x="412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1" name="Rectangle 47"/>
              <p:cNvSpPr>
                <a:spLocks noChangeArrowheads="1"/>
              </p:cNvSpPr>
              <p:nvPr/>
            </p:nvSpPr>
            <p:spPr bwMode="auto">
              <a:xfrm>
                <a:off x="422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2" name="Rectangle 48"/>
              <p:cNvSpPr>
                <a:spLocks noChangeArrowheads="1"/>
              </p:cNvSpPr>
              <p:nvPr/>
            </p:nvSpPr>
            <p:spPr bwMode="auto">
              <a:xfrm>
                <a:off x="431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3" name="Rectangle 49"/>
              <p:cNvSpPr>
                <a:spLocks noChangeArrowheads="1"/>
              </p:cNvSpPr>
              <p:nvPr/>
            </p:nvSpPr>
            <p:spPr bwMode="auto">
              <a:xfrm>
                <a:off x="441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4" name="Rectangle 50"/>
              <p:cNvSpPr>
                <a:spLocks noChangeArrowheads="1"/>
              </p:cNvSpPr>
              <p:nvPr/>
            </p:nvSpPr>
            <p:spPr bwMode="auto">
              <a:xfrm>
                <a:off x="451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5" name="Rectangle 51"/>
              <p:cNvSpPr>
                <a:spLocks noChangeArrowheads="1"/>
              </p:cNvSpPr>
              <p:nvPr/>
            </p:nvSpPr>
            <p:spPr bwMode="auto">
              <a:xfrm>
                <a:off x="460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6" name="Rectangle 52"/>
              <p:cNvSpPr>
                <a:spLocks noChangeArrowheads="1"/>
              </p:cNvSpPr>
              <p:nvPr/>
            </p:nvSpPr>
            <p:spPr bwMode="auto">
              <a:xfrm>
                <a:off x="470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7" name="Rectangle 53"/>
              <p:cNvSpPr>
                <a:spLocks noChangeArrowheads="1"/>
              </p:cNvSpPr>
              <p:nvPr/>
            </p:nvSpPr>
            <p:spPr bwMode="auto">
              <a:xfrm>
                <a:off x="479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8" name="Rectangle 54"/>
              <p:cNvSpPr>
                <a:spLocks noChangeArrowheads="1"/>
              </p:cNvSpPr>
              <p:nvPr/>
            </p:nvSpPr>
            <p:spPr bwMode="auto">
              <a:xfrm>
                <a:off x="489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9" name="Rectangle 55"/>
              <p:cNvSpPr>
                <a:spLocks noChangeArrowheads="1"/>
              </p:cNvSpPr>
              <p:nvPr/>
            </p:nvSpPr>
            <p:spPr bwMode="auto">
              <a:xfrm>
                <a:off x="499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0" name="Rectangle 56"/>
              <p:cNvSpPr>
                <a:spLocks noChangeArrowheads="1"/>
              </p:cNvSpPr>
              <p:nvPr/>
            </p:nvSpPr>
            <p:spPr bwMode="auto">
              <a:xfrm>
                <a:off x="508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1" name="Rectangle 57"/>
              <p:cNvSpPr>
                <a:spLocks noChangeArrowheads="1"/>
              </p:cNvSpPr>
              <p:nvPr/>
            </p:nvSpPr>
            <p:spPr bwMode="auto">
              <a:xfrm>
                <a:off x="518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2" name="Rectangle 58"/>
              <p:cNvSpPr>
                <a:spLocks noChangeArrowheads="1"/>
              </p:cNvSpPr>
              <p:nvPr/>
            </p:nvSpPr>
            <p:spPr bwMode="auto">
              <a:xfrm>
                <a:off x="527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3" name="Rectangle 59"/>
              <p:cNvSpPr>
                <a:spLocks noChangeArrowheads="1"/>
              </p:cNvSpPr>
              <p:nvPr/>
            </p:nvSpPr>
            <p:spPr bwMode="auto">
              <a:xfrm>
                <a:off x="537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4" name="Rectangle 60"/>
              <p:cNvSpPr>
                <a:spLocks noChangeArrowheads="1"/>
              </p:cNvSpPr>
              <p:nvPr/>
            </p:nvSpPr>
            <p:spPr bwMode="auto">
              <a:xfrm>
                <a:off x="547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5" name="Rectangle 61"/>
              <p:cNvSpPr>
                <a:spLocks noChangeArrowheads="1"/>
              </p:cNvSpPr>
              <p:nvPr/>
            </p:nvSpPr>
            <p:spPr bwMode="auto">
              <a:xfrm>
                <a:off x="556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6" name="Rectangle 62"/>
              <p:cNvSpPr>
                <a:spLocks noChangeArrowheads="1"/>
              </p:cNvSpPr>
              <p:nvPr/>
            </p:nvSpPr>
            <p:spPr bwMode="auto">
              <a:xfrm>
                <a:off x="566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smtClean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5" name="Rectangle 63"/>
            <p:cNvSpPr>
              <a:spLocks noChangeArrowheads="1"/>
            </p:cNvSpPr>
            <p:nvPr userDrawn="1"/>
          </p:nvSpPr>
          <p:spPr bwMode="auto">
            <a:xfrm>
              <a:off x="429" y="0"/>
              <a:ext cx="5331" cy="432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smtClean="0">
                <a:solidFill>
                  <a:prstClr val="black"/>
                </a:solidFill>
              </a:endParaRPr>
            </a:p>
          </p:txBody>
        </p:sp>
        <p:sp>
          <p:nvSpPr>
            <p:cNvPr id="6" name="Rectangle 64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321"/>
            </a:xfrm>
            <a:prstGeom prst="rect">
              <a:avLst/>
            </a:prstGeom>
            <a:solidFill>
              <a:schemeClr val="hlink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smtClean="0">
                <a:solidFill>
                  <a:prstClr val="black"/>
                </a:solidFill>
              </a:endParaRPr>
            </a:p>
          </p:txBody>
        </p:sp>
      </p:grpSp>
      <p:pic>
        <p:nvPicPr>
          <p:cNvPr id="67" name="Picture 76" descr="buetmon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" cy="66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" name="Rectangle 77"/>
          <p:cNvSpPr>
            <a:spLocks noChangeArrowheads="1"/>
          </p:cNvSpPr>
          <p:nvPr/>
        </p:nvSpPr>
        <p:spPr bwMode="auto">
          <a:xfrm>
            <a:off x="4673601" y="2362200"/>
            <a:ext cx="6523567" cy="76200"/>
          </a:xfrm>
          <a:prstGeom prst="rect">
            <a:avLst/>
          </a:pr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sz="2400" smtClean="0">
              <a:solidFill>
                <a:prstClr val="black"/>
              </a:solidFill>
            </a:endParaRPr>
          </a:p>
        </p:txBody>
      </p:sp>
      <p:sp>
        <p:nvSpPr>
          <p:cNvPr id="54339" name="Rectangle 6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361517" y="2860676"/>
            <a:ext cx="5916083" cy="3114675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69" name="Rectangle 68"/>
          <p:cNvSpPr>
            <a:spLocks noGrp="1" noChangeArrowheads="1"/>
          </p:cNvSpPr>
          <p:nvPr>
            <p:ph type="dt" sz="quarter" idx="10"/>
          </p:nvPr>
        </p:nvSpPr>
        <p:spPr>
          <a:xfrm>
            <a:off x="914400" y="6248400"/>
            <a:ext cx="2540000" cy="457200"/>
          </a:xfrm>
          <a:extLst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0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extLst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1" name="Rectangle 7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extLst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E9505F-1E4C-4403-AA44-E873CE6223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501711"/>
      </p:ext>
    </p:extLst>
  </p:cSld>
  <p:clrMapOvr>
    <a:masterClrMapping/>
  </p:clrMapOvr>
  <p:transition spd="med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B41AD-66DC-47B9-93D4-43FF832DA1A6}" type="datetimeFigureOut">
              <a:rPr lang="en-IN" smtClean="0"/>
              <a:pPr/>
              <a:t>13-07-2025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37B1B2-4E71-4038-B899-8D99BFE28FD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103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640FD80-6174-4764-A163-BBEA74A1A19C}" type="slidenum">
              <a:rPr lang="en-US"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0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spd="med">
    <p:split orient="vert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mitpress.mit.edu/algorithms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M0ELyuRgmdE&amp;list=RDCMUCtpbGVEPIgRJ934DYasSRWQ&amp;start_radio=1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M0ELyuRgmdE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09800" y="4962526"/>
            <a:ext cx="8382000" cy="1133475"/>
          </a:xfrm>
        </p:spPr>
        <p:txBody>
          <a:bodyPr/>
          <a:lstStyle/>
          <a:p>
            <a:pPr algn="ctr" eaLnBrk="1" hangingPunct="1"/>
            <a:r>
              <a:rPr lang="en-US" sz="2000">
                <a:solidFill>
                  <a:srgbClr val="0000FF"/>
                </a:solidFill>
              </a:rPr>
              <a:t>Institute of Information and Communication Technology (IICT)</a:t>
            </a:r>
          </a:p>
          <a:p>
            <a:pPr algn="ctr" eaLnBrk="1" hangingPunct="1"/>
            <a:r>
              <a:rPr lang="en-US" sz="2000">
                <a:solidFill>
                  <a:srgbClr val="0000FF"/>
                </a:solidFill>
              </a:rPr>
              <a:t>Bangladesh University of Engineering and Technology (BUET)</a:t>
            </a:r>
          </a:p>
          <a:p>
            <a:pPr algn="ctr" eaLnBrk="1" hangingPunct="1"/>
            <a:r>
              <a:rPr lang="en-US" sz="2000">
                <a:solidFill>
                  <a:srgbClr val="0000FF"/>
                </a:solidFill>
              </a:rPr>
              <a:t>Dhaka 1000, Bangladesh</a:t>
            </a:r>
          </a:p>
          <a:p>
            <a:pPr algn="ctr" eaLnBrk="1" hangingPunct="1"/>
            <a:endParaRPr lang="en-US" sz="2000">
              <a:solidFill>
                <a:srgbClr val="0000FF"/>
              </a:solidFill>
            </a:endParaRPr>
          </a:p>
        </p:txBody>
      </p:sp>
      <p:pic>
        <p:nvPicPr>
          <p:cNvPr id="16387" name="Picture 3" descr="Water lili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91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2286000" y="1"/>
            <a:ext cx="79248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6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Warmest Regards from </a:t>
            </a:r>
            <a:r>
              <a:rPr lang="en-US" sz="6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Golam</a:t>
            </a:r>
            <a:r>
              <a:rPr lang="en-US" sz="6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Md. </a:t>
            </a:r>
            <a:r>
              <a:rPr lang="en-US" sz="6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Muradul</a:t>
            </a:r>
            <a:r>
              <a:rPr lang="en-US" sz="6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Bashir</a:t>
            </a:r>
            <a:endParaRPr lang="en-US" sz="6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7763F5-1CF2-43B3-B09B-FED5342C2089}" type="slidenum">
              <a:rPr 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243309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668257"/>
              </p:ext>
            </p:extLst>
          </p:nvPr>
        </p:nvGraphicFramePr>
        <p:xfrm>
          <a:off x="1680881" y="1583513"/>
          <a:ext cx="8001000" cy="12192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8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5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074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>
                          <a:effectLst/>
                        </a:rPr>
                        <a:t>CCE 411</a:t>
                      </a:r>
                      <a:endParaRPr lang="en-IN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>
                          <a:effectLst/>
                        </a:rPr>
                        <a:t>Algorithm Engineering</a:t>
                      </a:r>
                      <a:endParaRPr lang="en-IN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dirty="0">
                          <a:effectLst/>
                        </a:rPr>
                        <a:t>3.00</a:t>
                      </a:r>
                      <a:endParaRPr lang="en-IN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417546"/>
              </p:ext>
            </p:extLst>
          </p:nvPr>
        </p:nvGraphicFramePr>
        <p:xfrm>
          <a:off x="1712259" y="3906646"/>
          <a:ext cx="9144000" cy="2702308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066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7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30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Course Content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Computational complexity, Parameterized complexity, Algorithms for combinatorial optimization, practical computing and heuristics, Approximation algorithms, LP based approximation algorithms, randomized algorithms, Experimental algorithmic, Algorithms in state-of-the-art fields like Bioinformatics, Grid Computing, VLSI design etc.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4085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3728596"/>
              </p:ext>
            </p:extLst>
          </p:nvPr>
        </p:nvGraphicFramePr>
        <p:xfrm>
          <a:off x="1048870" y="2164976"/>
          <a:ext cx="10304930" cy="1927758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904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0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2775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Reference Books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 Thomas H. 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Cormen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: </a:t>
                      </a:r>
                      <a:r>
                        <a:rPr lang="en-US" sz="240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hlinkClick r:id="rId2"/>
                        </a:rPr>
                        <a:t>Introduction to Algorithms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 Ellis Horowitz &amp;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Sartaj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Sahni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: Fundamentals of Computer Algorithms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099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computer science, the </a:t>
            </a:r>
            <a:r>
              <a:rPr lang="en-US" b="1" dirty="0" smtClean="0"/>
              <a:t>computational complexity</a:t>
            </a:r>
            <a:r>
              <a:rPr lang="en-US" dirty="0" smtClean="0"/>
              <a:t>, or simply </a:t>
            </a:r>
            <a:r>
              <a:rPr lang="en-US" b="1" dirty="0" smtClean="0"/>
              <a:t>complexity</a:t>
            </a:r>
            <a:r>
              <a:rPr lang="en-US" dirty="0" smtClean="0"/>
              <a:t> of an algorithm is the amount of resources required for running it (</a:t>
            </a:r>
            <a:r>
              <a:rPr lang="en-US" dirty="0" smtClean="0">
                <a:solidFill>
                  <a:srgbClr val="FF0000"/>
                </a:solidFill>
              </a:rPr>
              <a:t>a property unrelated to “</a:t>
            </a:r>
            <a:r>
              <a:rPr lang="en-US" b="1" dirty="0" smtClean="0">
                <a:solidFill>
                  <a:srgbClr val="FF0000"/>
                </a:solidFill>
              </a:rPr>
              <a:t>complexity</a:t>
            </a:r>
            <a:r>
              <a:rPr lang="en-US" dirty="0" smtClean="0">
                <a:solidFill>
                  <a:srgbClr val="FF0000"/>
                </a:solidFill>
              </a:rPr>
              <a:t>” in a conventional sense</a:t>
            </a:r>
            <a:r>
              <a:rPr lang="en-US" dirty="0" smtClean="0"/>
              <a:t>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6959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Computational Complexity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11" y="1421511"/>
            <a:ext cx="11299371" cy="5436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540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www.youtube.com/watch?v=M0ELyuRgmdE&amp;list=RDCMUCtpbGVEPIgRJ934DYasSRWQ&amp;start_radio=1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621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9248"/>
            <a:ext cx="10515600" cy="1325563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How To Calculate Time And Space Complexity From An Algorithm...Frequency Count Method Explain</a:t>
            </a:r>
            <a:r>
              <a:rPr lang="en-US" sz="3200" b="1" dirty="0"/>
              <a:t/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54" y="1593670"/>
            <a:ext cx="11051177" cy="445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00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How To Calculate Time And Space Complexity From An Algorithm...Frequency Count Method Explain</a:t>
            </a:r>
            <a:br>
              <a:rPr lang="en-US" sz="3200" b="1" dirty="0" smtClean="0"/>
            </a:br>
            <a:endParaRPr lang="en-US" sz="3200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3303" y="4754880"/>
            <a:ext cx="4872445" cy="182905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77" y="1306286"/>
            <a:ext cx="10818223" cy="330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675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 smtClean="0"/>
              <a:t>Another Example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933304"/>
            <a:ext cx="9455331" cy="351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160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 smtClean="0"/>
              <a:t>Another Example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18" y="1942892"/>
            <a:ext cx="9744892" cy="410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87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 smtClean="0"/>
              <a:t>Another Example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356" y="1825625"/>
            <a:ext cx="3038899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005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 smtClean="0"/>
              <a:t>Another Example-2</a:t>
            </a:r>
            <a:endParaRPr lang="en-US" sz="3200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8776" y="4971787"/>
            <a:ext cx="4663440" cy="188621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296" y="1211671"/>
            <a:ext cx="7772400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133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https://www.youtube.com/watch?v=To1LR-Bz-Iw</a:t>
            </a:r>
          </a:p>
        </p:txBody>
      </p:sp>
    </p:spTree>
    <p:extLst>
      <p:ext uri="{BB962C8B-B14F-4D97-AF65-F5344CB8AC3E}">
        <p14:creationId xmlns:p14="http://schemas.microsoft.com/office/powerpoint/2010/main" val="1394650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computational complexity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What is Complexity. </a:t>
            </a:r>
            <a:endParaRPr lang="en-US" dirty="0" smtClean="0"/>
          </a:p>
          <a:p>
            <a:r>
              <a:rPr lang="en-US" dirty="0" smtClean="0"/>
              <a:t>2</a:t>
            </a:r>
            <a:r>
              <a:rPr lang="en-US" dirty="0"/>
              <a:t>. What is Space Complexity. </a:t>
            </a:r>
            <a:endParaRPr lang="en-US" dirty="0" smtClean="0"/>
          </a:p>
          <a:p>
            <a:r>
              <a:rPr lang="en-US" dirty="0" smtClean="0"/>
              <a:t>3</a:t>
            </a:r>
            <a:r>
              <a:rPr lang="en-US" dirty="0"/>
              <a:t>. What is Time Complexity. </a:t>
            </a:r>
            <a:endParaRPr lang="en-US" dirty="0" smtClean="0"/>
          </a:p>
          <a:p>
            <a:r>
              <a:rPr lang="en-US" dirty="0" smtClean="0"/>
              <a:t>4</a:t>
            </a:r>
            <a:r>
              <a:rPr lang="en-US" dirty="0"/>
              <a:t>. What are Time and Space Complexity. </a:t>
            </a:r>
            <a:endParaRPr lang="en-US" dirty="0" smtClean="0"/>
          </a:p>
          <a:p>
            <a:r>
              <a:rPr lang="en-US" dirty="0" smtClean="0"/>
              <a:t>5</a:t>
            </a:r>
            <a:r>
              <a:rPr lang="en-US" dirty="0"/>
              <a:t>. How to calculate complexity. </a:t>
            </a:r>
            <a:endParaRPr lang="en-US" dirty="0" smtClean="0"/>
          </a:p>
          <a:p>
            <a:r>
              <a:rPr lang="en-US" dirty="0" smtClean="0"/>
              <a:t>6</a:t>
            </a:r>
            <a:r>
              <a:rPr lang="en-US" dirty="0"/>
              <a:t>. How to find time complexity. </a:t>
            </a:r>
            <a:endParaRPr lang="en-US" dirty="0" smtClean="0"/>
          </a:p>
          <a:p>
            <a:r>
              <a:rPr lang="en-US" dirty="0" smtClean="0"/>
              <a:t>7</a:t>
            </a:r>
            <a:r>
              <a:rPr lang="en-US" dirty="0"/>
              <a:t>. How to find space complexity.</a:t>
            </a:r>
          </a:p>
        </p:txBody>
      </p:sp>
    </p:spTree>
    <p:extLst>
      <p:ext uri="{BB962C8B-B14F-4D97-AF65-F5344CB8AC3E}">
        <p14:creationId xmlns:p14="http://schemas.microsoft.com/office/powerpoint/2010/main" val="2563160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computational complexity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www.youtube.com/watch?v=M0ELyuRgmdE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336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370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231</Words>
  <Application>Microsoft Office PowerPoint</Application>
  <PresentationFormat>Widescreen</PresentationFormat>
  <Paragraphs>35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Computational Complexity</vt:lpstr>
      <vt:lpstr>PowerPoint Presentation</vt:lpstr>
      <vt:lpstr>How To Calculate Time And Space Complexity From An Algorithm...Frequency Count Method Explain </vt:lpstr>
      <vt:lpstr>How To Calculate Time And Space Complexity From An Algorithm...Frequency Count Method Explain </vt:lpstr>
      <vt:lpstr>Another Example</vt:lpstr>
      <vt:lpstr>Another Example</vt:lpstr>
      <vt:lpstr>Another Example</vt:lpstr>
      <vt:lpstr>Another Example-2</vt:lpstr>
      <vt:lpstr>PowerPoint Presentation</vt:lpstr>
      <vt:lpstr>computational complexity</vt:lpstr>
      <vt:lpstr>computational complexity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Lenovo</cp:lastModifiedBy>
  <cp:revision>19</cp:revision>
  <dcterms:created xsi:type="dcterms:W3CDTF">2020-02-11T21:24:01Z</dcterms:created>
  <dcterms:modified xsi:type="dcterms:W3CDTF">2025-07-13T10:40:59Z</dcterms:modified>
</cp:coreProperties>
</file>