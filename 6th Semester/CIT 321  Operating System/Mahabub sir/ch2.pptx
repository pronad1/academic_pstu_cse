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Lst>
  <p:sldSz cx="9144000" cy="6858000"/>
  <p:notesSz cx="6881495" cy="9296400"/>
  <p:embeddedFontLst>
    <p:embeddedFont>
      <p:font typeface="Helvetica Neue" panose="020B0403020202020204"/>
      <p:regular r:id="rId67"/>
      <p:bold r:id="rId68"/>
      <p:italic r:id="rId69"/>
      <p:boldItalic r:id="rId70"/>
    </p:embeddedFont>
    <p:embeddedFont>
      <p:font typeface="Verdana" panose="020B0604030504040204"/>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816" userDrawn="1">
          <p15:clr>
            <a:srgbClr val="A4A3A4"/>
          </p15:clr>
        </p15:guide>
        <p15:guide id="2" pos="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816"/>
        <p:guide pos="4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4" Type="http://schemas.openxmlformats.org/officeDocument/2006/relationships/font" Target="fonts/font8.fntdata"/><Relationship Id="rId73" Type="http://schemas.openxmlformats.org/officeDocument/2006/relationships/font" Target="fonts/font7.fntdata"/><Relationship Id="rId72" Type="http://schemas.openxmlformats.org/officeDocument/2006/relationships/font" Target="fonts/font6.fntdata"/><Relationship Id="rId71" Type="http://schemas.openxmlformats.org/officeDocument/2006/relationships/font" Target="fonts/font5.fntdata"/><Relationship Id="rId70" Type="http://schemas.openxmlformats.org/officeDocument/2006/relationships/font" Target="fonts/font4.fntdata"/><Relationship Id="rId7" Type="http://schemas.openxmlformats.org/officeDocument/2006/relationships/slide" Target="slides/slide4.xml"/><Relationship Id="rId69" Type="http://schemas.openxmlformats.org/officeDocument/2006/relationships/font" Target="fonts/font3.fntdata"/><Relationship Id="rId68" Type="http://schemas.openxmlformats.org/officeDocument/2006/relationships/font" Target="fonts/font2.fntdata"/><Relationship Id="rId67" Type="http://schemas.openxmlformats.org/officeDocument/2006/relationships/font" Target="fonts/font1.fntdata"/><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81325" cy="463550"/>
          </a:xfrm>
          <a:prstGeom prst="rect">
            <a:avLst/>
          </a:prstGeom>
          <a:noFill/>
          <a:ln>
            <a:noFill/>
          </a:ln>
        </p:spPr>
        <p:txBody>
          <a:bodyPr spcFirstLastPara="1" wrap="square" lIns="92425" tIns="46200" rIns="92425" bIns="46200" anchor="ctr" anchorCtr="0">
            <a:noAutofit/>
          </a:bodyPr>
          <a:lstStyle>
            <a:lvl1pPr marR="0" lvl="0" algn="l" rtl="0">
              <a:spcBef>
                <a:spcPts val="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4" name="Google Shape;4;n"/>
          <p:cNvSpPr txBox="1"/>
          <p:nvPr>
            <p:ph type="dt" idx="10"/>
          </p:nvPr>
        </p:nvSpPr>
        <p:spPr>
          <a:xfrm>
            <a:off x="3900488" y="0"/>
            <a:ext cx="2981325" cy="463550"/>
          </a:xfrm>
          <a:prstGeom prst="rect">
            <a:avLst/>
          </a:prstGeom>
          <a:noFill/>
          <a:ln>
            <a:noFill/>
          </a:ln>
        </p:spPr>
        <p:txBody>
          <a:bodyPr spcFirstLastPara="1" wrap="square" lIns="92425" tIns="46200" rIns="92425" bIns="46200" anchor="ctr" anchorCtr="0">
            <a:noAutofit/>
          </a:bodyPr>
          <a:lstStyle>
            <a:lvl1pPr marR="0" lvl="0" algn="r" rtl="0">
              <a:spcBef>
                <a:spcPts val="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5" name="Google Shape;5;n"/>
          <p:cNvSpPr/>
          <p:nvPr>
            <p:ph type="sldImg" idx="3"/>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832850"/>
            <a:ext cx="2981325" cy="463550"/>
          </a:xfrm>
          <a:prstGeom prst="rect">
            <a:avLst/>
          </a:prstGeom>
          <a:noFill/>
          <a:ln>
            <a:noFill/>
          </a:ln>
        </p:spPr>
        <p:txBody>
          <a:bodyPr spcFirstLastPara="1" wrap="square" lIns="92425" tIns="46200" rIns="92425" bIns="462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8" name="Google Shape;8;n"/>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1: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 name="Google Shape;66;p1: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 name="Google Shape;67;p1: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 name="Shape 70"/>
        <p:cNvGrpSpPr/>
        <p:nvPr/>
      </p:nvGrpSpPr>
      <p:grpSpPr>
        <a:xfrm>
          <a:off x="0" y="0"/>
          <a:ext cx="0" cy="0"/>
          <a:chOff x="0" y="0"/>
          <a:chExt cx="0" cy="0"/>
        </a:xfrm>
      </p:grpSpPr>
      <p:sp>
        <p:nvSpPr>
          <p:cNvPr id="71" name="Google Shape;71;p2: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2" name="Google Shape;72;p2: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 name="Google Shape;73;p2: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 name="Shape 77"/>
        <p:cNvGrpSpPr/>
        <p:nvPr/>
      </p:nvGrpSpPr>
      <p:grpSpPr>
        <a:xfrm>
          <a:off x="0" y="0"/>
          <a:ext cx="0" cy="0"/>
          <a:chOff x="0" y="0"/>
          <a:chExt cx="0" cy="0"/>
        </a:xfrm>
      </p:grpSpPr>
      <p:sp>
        <p:nvSpPr>
          <p:cNvPr id="78" name="Google Shape;78;p3: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9" name="Google Shape;79;p3: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 name="Google Shape;80;p3: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4: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 name="Google Shape;86;p4: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4: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5: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3" name="Google Shape;93;p5: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5: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6: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0" name="Google Shape;100;p6: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 name="Google Shape;101;p6: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105"/>
        <p:cNvGrpSpPr/>
        <p:nvPr/>
      </p:nvGrpSpPr>
      <p:grpSpPr>
        <a:xfrm>
          <a:off x="0" y="0"/>
          <a:ext cx="0" cy="0"/>
          <a:chOff x="0" y="0"/>
          <a:chExt cx="0" cy="0"/>
        </a:xfrm>
      </p:grpSpPr>
      <p:sp>
        <p:nvSpPr>
          <p:cNvPr id="106" name="Google Shape;106;p7: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7: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p8: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3" name="Google Shape;113;p8: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4" name="Google Shape;114;p8: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p9: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 name="Google Shape;120;p9: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10: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6" name="Google Shape;126;p10: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7" name="Google Shape;127;p10: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1" name="Shape 131"/>
        <p:cNvGrpSpPr/>
        <p:nvPr/>
      </p:nvGrpSpPr>
      <p:grpSpPr>
        <a:xfrm>
          <a:off x="0" y="0"/>
          <a:ext cx="0" cy="0"/>
          <a:chOff x="0" y="0"/>
          <a:chExt cx="0" cy="0"/>
        </a:xfrm>
      </p:grpSpPr>
      <p:sp>
        <p:nvSpPr>
          <p:cNvPr id="132" name="Google Shape;132;p11: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3" name="Google Shape;133;p11: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 name="Google Shape;134;p11: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 name="Shape 139"/>
        <p:cNvGrpSpPr/>
        <p:nvPr/>
      </p:nvGrpSpPr>
      <p:grpSpPr>
        <a:xfrm>
          <a:off x="0" y="0"/>
          <a:ext cx="0" cy="0"/>
          <a:chOff x="0" y="0"/>
          <a:chExt cx="0" cy="0"/>
        </a:xfrm>
      </p:grpSpPr>
      <p:sp>
        <p:nvSpPr>
          <p:cNvPr id="140" name="Google Shape;140;p12: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1" name="Google Shape;141;p12: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145"/>
        <p:cNvGrpSpPr/>
        <p:nvPr/>
      </p:nvGrpSpPr>
      <p:grpSpPr>
        <a:xfrm>
          <a:off x="0" y="0"/>
          <a:ext cx="0" cy="0"/>
          <a:chOff x="0" y="0"/>
          <a:chExt cx="0" cy="0"/>
        </a:xfrm>
      </p:grpSpPr>
      <p:sp>
        <p:nvSpPr>
          <p:cNvPr id="146" name="Google Shape;146;p13: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 name="Google Shape;147;p13: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8" name="Google Shape;148;p13: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14: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5" name="Google Shape;155;p14: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14: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15: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5" name="Google Shape;165;p15: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6" name="Google Shape;166;p15: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p16: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2" name="Google Shape;172;p16: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 name="Google Shape;173;p16: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p17: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p17: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0" name="Google Shape;180;p17: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p18: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6" name="Google Shape;186;p18: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7" name="Google Shape;187;p18: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19: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3" name="Google Shape;193;p19: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 name="Google Shape;194;p19: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8" name="Shape 198"/>
        <p:cNvGrpSpPr/>
        <p:nvPr/>
      </p:nvGrpSpPr>
      <p:grpSpPr>
        <a:xfrm>
          <a:off x="0" y="0"/>
          <a:ext cx="0" cy="0"/>
          <a:chOff x="0" y="0"/>
          <a:chExt cx="0" cy="0"/>
        </a:xfrm>
      </p:grpSpPr>
      <p:sp>
        <p:nvSpPr>
          <p:cNvPr id="199" name="Google Shape;199;p20: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 name="Google Shape;200;p20: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1" name="Google Shape;201;p20: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5" name="Shape 205"/>
        <p:cNvGrpSpPr/>
        <p:nvPr/>
      </p:nvGrpSpPr>
      <p:grpSpPr>
        <a:xfrm>
          <a:off x="0" y="0"/>
          <a:ext cx="0" cy="0"/>
          <a:chOff x="0" y="0"/>
          <a:chExt cx="0" cy="0"/>
        </a:xfrm>
      </p:grpSpPr>
      <p:sp>
        <p:nvSpPr>
          <p:cNvPr id="206" name="Google Shape;206;p21: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7" name="Google Shape;207;p21: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8" name="Google Shape;208;p21: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 name="Shape 212"/>
        <p:cNvGrpSpPr/>
        <p:nvPr/>
      </p:nvGrpSpPr>
      <p:grpSpPr>
        <a:xfrm>
          <a:off x="0" y="0"/>
          <a:ext cx="0" cy="0"/>
          <a:chOff x="0" y="0"/>
          <a:chExt cx="0" cy="0"/>
        </a:xfrm>
      </p:grpSpPr>
      <p:sp>
        <p:nvSpPr>
          <p:cNvPr id="213" name="Google Shape;213;p22: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 name="Google Shape;214;p22: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 name="Google Shape;215;p22: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23: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1" name="Google Shape;221;p23: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2" name="Google Shape;222;p23: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24: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8" name="Google Shape;228;p24: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2" name="Shape 232"/>
        <p:cNvGrpSpPr/>
        <p:nvPr/>
      </p:nvGrpSpPr>
      <p:grpSpPr>
        <a:xfrm>
          <a:off x="0" y="0"/>
          <a:ext cx="0" cy="0"/>
          <a:chOff x="0" y="0"/>
          <a:chExt cx="0" cy="0"/>
        </a:xfrm>
      </p:grpSpPr>
      <p:sp>
        <p:nvSpPr>
          <p:cNvPr id="233" name="Google Shape;233;p25: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4" name="Google Shape;234;p25: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5" name="Google Shape;235;p25: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 name="Shape 240"/>
        <p:cNvGrpSpPr/>
        <p:nvPr/>
      </p:nvGrpSpPr>
      <p:grpSpPr>
        <a:xfrm>
          <a:off x="0" y="0"/>
          <a:ext cx="0" cy="0"/>
          <a:chOff x="0" y="0"/>
          <a:chExt cx="0" cy="0"/>
        </a:xfrm>
      </p:grpSpPr>
      <p:sp>
        <p:nvSpPr>
          <p:cNvPr id="241" name="Google Shape;241;p26: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242" name="Google Shape;242;p26: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8" name="Shape 248"/>
        <p:cNvGrpSpPr/>
        <p:nvPr/>
      </p:nvGrpSpPr>
      <p:grpSpPr>
        <a:xfrm>
          <a:off x="0" y="0"/>
          <a:ext cx="0" cy="0"/>
          <a:chOff x="0" y="0"/>
          <a:chExt cx="0" cy="0"/>
        </a:xfrm>
      </p:grpSpPr>
      <p:sp>
        <p:nvSpPr>
          <p:cNvPr id="249" name="Google Shape;249;p27: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250" name="Google Shape;250;p27: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p28: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7" name="Google Shape;257;p28: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8" name="Google Shape;258;p28: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2" name="Shape 262"/>
        <p:cNvGrpSpPr/>
        <p:nvPr/>
      </p:nvGrpSpPr>
      <p:grpSpPr>
        <a:xfrm>
          <a:off x="0" y="0"/>
          <a:ext cx="0" cy="0"/>
          <a:chOff x="0" y="0"/>
          <a:chExt cx="0" cy="0"/>
        </a:xfrm>
      </p:grpSpPr>
      <p:sp>
        <p:nvSpPr>
          <p:cNvPr id="263" name="Google Shape;263;p29: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4" name="Google Shape;264;p29: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5" name="Google Shape;265;p29: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p30: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1" name="Google Shape;271;p30: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p30: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6" name="Shape 276"/>
        <p:cNvGrpSpPr/>
        <p:nvPr/>
      </p:nvGrpSpPr>
      <p:grpSpPr>
        <a:xfrm>
          <a:off x="0" y="0"/>
          <a:ext cx="0" cy="0"/>
          <a:chOff x="0" y="0"/>
          <a:chExt cx="0" cy="0"/>
        </a:xfrm>
      </p:grpSpPr>
      <p:sp>
        <p:nvSpPr>
          <p:cNvPr id="277" name="Google Shape;277;p31: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8" name="Google Shape;278;p31: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9" name="Google Shape;279;p31: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3" name="Shape 283"/>
        <p:cNvGrpSpPr/>
        <p:nvPr/>
      </p:nvGrpSpPr>
      <p:grpSpPr>
        <a:xfrm>
          <a:off x="0" y="0"/>
          <a:ext cx="0" cy="0"/>
          <a:chOff x="0" y="0"/>
          <a:chExt cx="0" cy="0"/>
        </a:xfrm>
      </p:grpSpPr>
      <p:sp>
        <p:nvSpPr>
          <p:cNvPr id="284" name="Google Shape;284;p32: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285" name="Google Shape;285;p32: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p33: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291" name="Google Shape;291;p33: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5" name="Shape 295"/>
        <p:cNvGrpSpPr/>
        <p:nvPr/>
      </p:nvGrpSpPr>
      <p:grpSpPr>
        <a:xfrm>
          <a:off x="0" y="0"/>
          <a:ext cx="0" cy="0"/>
          <a:chOff x="0" y="0"/>
          <a:chExt cx="0" cy="0"/>
        </a:xfrm>
      </p:grpSpPr>
      <p:sp>
        <p:nvSpPr>
          <p:cNvPr id="296" name="Google Shape;296;p34: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7" name="Google Shape;297;p34: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8" name="Google Shape;298;p34: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2" name="Shape 302"/>
        <p:cNvGrpSpPr/>
        <p:nvPr/>
      </p:nvGrpSpPr>
      <p:grpSpPr>
        <a:xfrm>
          <a:off x="0" y="0"/>
          <a:ext cx="0" cy="0"/>
          <a:chOff x="0" y="0"/>
          <a:chExt cx="0" cy="0"/>
        </a:xfrm>
      </p:grpSpPr>
      <p:sp>
        <p:nvSpPr>
          <p:cNvPr id="303" name="Google Shape;303;p35: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4" name="Google Shape;304;p35: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5" name="Google Shape;305;p35: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9" name="Shape 309"/>
        <p:cNvGrpSpPr/>
        <p:nvPr/>
      </p:nvGrpSpPr>
      <p:grpSpPr>
        <a:xfrm>
          <a:off x="0" y="0"/>
          <a:ext cx="0" cy="0"/>
          <a:chOff x="0" y="0"/>
          <a:chExt cx="0" cy="0"/>
        </a:xfrm>
      </p:grpSpPr>
      <p:sp>
        <p:nvSpPr>
          <p:cNvPr id="310" name="Google Shape;310;p36: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1" name="Google Shape;311;p36: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p36: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316"/>
        <p:cNvGrpSpPr/>
        <p:nvPr/>
      </p:nvGrpSpPr>
      <p:grpSpPr>
        <a:xfrm>
          <a:off x="0" y="0"/>
          <a:ext cx="0" cy="0"/>
          <a:chOff x="0" y="0"/>
          <a:chExt cx="0" cy="0"/>
        </a:xfrm>
      </p:grpSpPr>
      <p:sp>
        <p:nvSpPr>
          <p:cNvPr id="317" name="Google Shape;317;p37: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8" name="Google Shape;318;p37: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9" name="Google Shape;319;p37: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3" name="Shape 323"/>
        <p:cNvGrpSpPr/>
        <p:nvPr/>
      </p:nvGrpSpPr>
      <p:grpSpPr>
        <a:xfrm>
          <a:off x="0" y="0"/>
          <a:ext cx="0" cy="0"/>
          <a:chOff x="0" y="0"/>
          <a:chExt cx="0" cy="0"/>
        </a:xfrm>
      </p:grpSpPr>
      <p:sp>
        <p:nvSpPr>
          <p:cNvPr id="324" name="Google Shape;324;p38: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325" name="Google Shape;325;p38: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9" name="Shape 329"/>
        <p:cNvGrpSpPr/>
        <p:nvPr/>
      </p:nvGrpSpPr>
      <p:grpSpPr>
        <a:xfrm>
          <a:off x="0" y="0"/>
          <a:ext cx="0" cy="0"/>
          <a:chOff x="0" y="0"/>
          <a:chExt cx="0" cy="0"/>
        </a:xfrm>
      </p:grpSpPr>
      <p:sp>
        <p:nvSpPr>
          <p:cNvPr id="330" name="Google Shape;330;p39: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1" name="Google Shape;331;p39: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39: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6" name="Shape 336"/>
        <p:cNvGrpSpPr/>
        <p:nvPr/>
      </p:nvGrpSpPr>
      <p:grpSpPr>
        <a:xfrm>
          <a:off x="0" y="0"/>
          <a:ext cx="0" cy="0"/>
          <a:chOff x="0" y="0"/>
          <a:chExt cx="0" cy="0"/>
        </a:xfrm>
      </p:grpSpPr>
      <p:sp>
        <p:nvSpPr>
          <p:cNvPr id="337" name="Google Shape;337;p40: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8" name="Google Shape;338;p40: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9" name="Google Shape;339;p40: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4" name="Shape 344"/>
        <p:cNvGrpSpPr/>
        <p:nvPr/>
      </p:nvGrpSpPr>
      <p:grpSpPr>
        <a:xfrm>
          <a:off x="0" y="0"/>
          <a:ext cx="0" cy="0"/>
          <a:chOff x="0" y="0"/>
          <a:chExt cx="0" cy="0"/>
        </a:xfrm>
      </p:grpSpPr>
      <p:sp>
        <p:nvSpPr>
          <p:cNvPr id="345" name="Google Shape;345;p41: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46" name="Google Shape;346;p41: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7" name="Google Shape;347;p41: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2" name="Shape 352"/>
        <p:cNvGrpSpPr/>
        <p:nvPr/>
      </p:nvGrpSpPr>
      <p:grpSpPr>
        <a:xfrm>
          <a:off x="0" y="0"/>
          <a:ext cx="0" cy="0"/>
          <a:chOff x="0" y="0"/>
          <a:chExt cx="0" cy="0"/>
        </a:xfrm>
      </p:grpSpPr>
      <p:sp>
        <p:nvSpPr>
          <p:cNvPr id="353" name="Google Shape;353;p42: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4" name="Google Shape;354;p42: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5" name="Google Shape;355;p42: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0" name="Shape 360"/>
        <p:cNvGrpSpPr/>
        <p:nvPr/>
      </p:nvGrpSpPr>
      <p:grpSpPr>
        <a:xfrm>
          <a:off x="0" y="0"/>
          <a:ext cx="0" cy="0"/>
          <a:chOff x="0" y="0"/>
          <a:chExt cx="0" cy="0"/>
        </a:xfrm>
      </p:grpSpPr>
      <p:sp>
        <p:nvSpPr>
          <p:cNvPr id="361" name="Google Shape;361;p43: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2" name="Google Shape;362;p43: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3" name="Google Shape;363;p43: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7" name="Shape 367"/>
        <p:cNvGrpSpPr/>
        <p:nvPr/>
      </p:nvGrpSpPr>
      <p:grpSpPr>
        <a:xfrm>
          <a:off x="0" y="0"/>
          <a:ext cx="0" cy="0"/>
          <a:chOff x="0" y="0"/>
          <a:chExt cx="0" cy="0"/>
        </a:xfrm>
      </p:grpSpPr>
      <p:sp>
        <p:nvSpPr>
          <p:cNvPr id="368" name="Google Shape;368;p44: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9" name="Google Shape;369;p44: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p44: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4" name="Shape 374"/>
        <p:cNvGrpSpPr/>
        <p:nvPr/>
      </p:nvGrpSpPr>
      <p:grpSpPr>
        <a:xfrm>
          <a:off x="0" y="0"/>
          <a:ext cx="0" cy="0"/>
          <a:chOff x="0" y="0"/>
          <a:chExt cx="0" cy="0"/>
        </a:xfrm>
      </p:grpSpPr>
      <p:sp>
        <p:nvSpPr>
          <p:cNvPr id="375" name="Google Shape;375;p45: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76" name="Google Shape;376;p45: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7" name="Google Shape;377;p45: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1" name="Shape 381"/>
        <p:cNvGrpSpPr/>
        <p:nvPr/>
      </p:nvGrpSpPr>
      <p:grpSpPr>
        <a:xfrm>
          <a:off x="0" y="0"/>
          <a:ext cx="0" cy="0"/>
          <a:chOff x="0" y="0"/>
          <a:chExt cx="0" cy="0"/>
        </a:xfrm>
      </p:grpSpPr>
      <p:sp>
        <p:nvSpPr>
          <p:cNvPr id="382" name="Google Shape;382;p46: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83" name="Google Shape;383;p46: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4" name="Google Shape;384;p46: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8" name="Shape 388"/>
        <p:cNvGrpSpPr/>
        <p:nvPr/>
      </p:nvGrpSpPr>
      <p:grpSpPr>
        <a:xfrm>
          <a:off x="0" y="0"/>
          <a:ext cx="0" cy="0"/>
          <a:chOff x="0" y="0"/>
          <a:chExt cx="0" cy="0"/>
        </a:xfrm>
      </p:grpSpPr>
      <p:sp>
        <p:nvSpPr>
          <p:cNvPr id="389" name="Google Shape;389;p47: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390" name="Google Shape;390;p47: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4" name="Shape 394"/>
        <p:cNvGrpSpPr/>
        <p:nvPr/>
      </p:nvGrpSpPr>
      <p:grpSpPr>
        <a:xfrm>
          <a:off x="0" y="0"/>
          <a:ext cx="0" cy="0"/>
          <a:chOff x="0" y="0"/>
          <a:chExt cx="0" cy="0"/>
        </a:xfrm>
      </p:grpSpPr>
      <p:sp>
        <p:nvSpPr>
          <p:cNvPr id="395" name="Google Shape;395;p48: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396" name="Google Shape;396;p48: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0" name="Shape 400"/>
        <p:cNvGrpSpPr/>
        <p:nvPr/>
      </p:nvGrpSpPr>
      <p:grpSpPr>
        <a:xfrm>
          <a:off x="0" y="0"/>
          <a:ext cx="0" cy="0"/>
          <a:chOff x="0" y="0"/>
          <a:chExt cx="0" cy="0"/>
        </a:xfrm>
      </p:grpSpPr>
      <p:sp>
        <p:nvSpPr>
          <p:cNvPr id="401" name="Google Shape;401;p49: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02" name="Google Shape;402;p49: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3" name="Google Shape;403;p49: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8" name="Shape 408"/>
        <p:cNvGrpSpPr/>
        <p:nvPr/>
      </p:nvGrpSpPr>
      <p:grpSpPr>
        <a:xfrm>
          <a:off x="0" y="0"/>
          <a:ext cx="0" cy="0"/>
          <a:chOff x="0" y="0"/>
          <a:chExt cx="0" cy="0"/>
        </a:xfrm>
      </p:grpSpPr>
      <p:sp>
        <p:nvSpPr>
          <p:cNvPr id="409" name="Google Shape;409;p50: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0" name="Google Shape;410;p50: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1" name="Google Shape;411;p50: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5" name="Shape 415"/>
        <p:cNvGrpSpPr/>
        <p:nvPr/>
      </p:nvGrpSpPr>
      <p:grpSpPr>
        <a:xfrm>
          <a:off x="0" y="0"/>
          <a:ext cx="0" cy="0"/>
          <a:chOff x="0" y="0"/>
          <a:chExt cx="0" cy="0"/>
        </a:xfrm>
      </p:grpSpPr>
      <p:sp>
        <p:nvSpPr>
          <p:cNvPr id="416" name="Google Shape;416;p51: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7" name="Google Shape;417;p51: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8" name="Google Shape;418;p51: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2" name="Shape 422"/>
        <p:cNvGrpSpPr/>
        <p:nvPr/>
      </p:nvGrpSpPr>
      <p:grpSpPr>
        <a:xfrm>
          <a:off x="0" y="0"/>
          <a:ext cx="0" cy="0"/>
          <a:chOff x="0" y="0"/>
          <a:chExt cx="0" cy="0"/>
        </a:xfrm>
      </p:grpSpPr>
      <p:sp>
        <p:nvSpPr>
          <p:cNvPr id="423" name="Google Shape;423;p52: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4" name="Google Shape;424;p52: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5" name="Google Shape;425;p52: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9" name="Shape 429"/>
        <p:cNvGrpSpPr/>
        <p:nvPr/>
      </p:nvGrpSpPr>
      <p:grpSpPr>
        <a:xfrm>
          <a:off x="0" y="0"/>
          <a:ext cx="0" cy="0"/>
          <a:chOff x="0" y="0"/>
          <a:chExt cx="0" cy="0"/>
        </a:xfrm>
      </p:grpSpPr>
      <p:sp>
        <p:nvSpPr>
          <p:cNvPr id="430" name="Google Shape;430;p53:notes"/>
          <p:cNvSpPr txBox="1"/>
          <p:nvPr>
            <p:ph type="body" idx="1"/>
          </p:nvPr>
        </p:nvSpPr>
        <p:spPr>
          <a:xfrm>
            <a:off x="917575" y="4416425"/>
            <a:ext cx="5046663" cy="4181475"/>
          </a:xfrm>
          <a:prstGeom prst="rect">
            <a:avLst/>
          </a:prstGeom>
        </p:spPr>
        <p:txBody>
          <a:bodyPr spcFirstLastPara="1" wrap="square" lIns="92425" tIns="46200" rIns="92425" bIns="46200" anchor="ctr" anchorCtr="0">
            <a:noAutofit/>
          </a:bodyPr>
          <a:lstStyle/>
          <a:p>
            <a:pPr marL="0" lvl="0" indent="0" algn="l" rtl="0">
              <a:spcBef>
                <a:spcPts val="360"/>
              </a:spcBef>
              <a:spcAft>
                <a:spcPts val="0"/>
              </a:spcAft>
              <a:buNone/>
            </a:pPr>
          </a:p>
        </p:txBody>
      </p:sp>
      <p:sp>
        <p:nvSpPr>
          <p:cNvPr id="431" name="Google Shape;431;p53: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5" name="Shape 435"/>
        <p:cNvGrpSpPr/>
        <p:nvPr/>
      </p:nvGrpSpPr>
      <p:grpSpPr>
        <a:xfrm>
          <a:off x="0" y="0"/>
          <a:ext cx="0" cy="0"/>
          <a:chOff x="0" y="0"/>
          <a:chExt cx="0" cy="0"/>
        </a:xfrm>
      </p:grpSpPr>
      <p:sp>
        <p:nvSpPr>
          <p:cNvPr id="436" name="Google Shape;436;p54: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7" name="Google Shape;437;p54: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8" name="Google Shape;438;p54: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2" name="Shape 442"/>
        <p:cNvGrpSpPr/>
        <p:nvPr/>
      </p:nvGrpSpPr>
      <p:grpSpPr>
        <a:xfrm>
          <a:off x="0" y="0"/>
          <a:ext cx="0" cy="0"/>
          <a:chOff x="0" y="0"/>
          <a:chExt cx="0" cy="0"/>
        </a:xfrm>
      </p:grpSpPr>
      <p:sp>
        <p:nvSpPr>
          <p:cNvPr id="443" name="Google Shape;443;p55: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4" name="Google Shape;444;p55: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8" name="Shape 448"/>
        <p:cNvGrpSpPr/>
        <p:nvPr/>
      </p:nvGrpSpPr>
      <p:grpSpPr>
        <a:xfrm>
          <a:off x="0" y="0"/>
          <a:ext cx="0" cy="0"/>
          <a:chOff x="0" y="0"/>
          <a:chExt cx="0" cy="0"/>
        </a:xfrm>
      </p:grpSpPr>
      <p:sp>
        <p:nvSpPr>
          <p:cNvPr id="449" name="Google Shape;449;p56: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0" name="Google Shape;450;p56: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5" name="Shape 455"/>
        <p:cNvGrpSpPr/>
        <p:nvPr/>
      </p:nvGrpSpPr>
      <p:grpSpPr>
        <a:xfrm>
          <a:off x="0" y="0"/>
          <a:ext cx="0" cy="0"/>
          <a:chOff x="0" y="0"/>
          <a:chExt cx="0" cy="0"/>
        </a:xfrm>
      </p:grpSpPr>
      <p:sp>
        <p:nvSpPr>
          <p:cNvPr id="456" name="Google Shape;456;p57: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57" name="Google Shape;457;p57: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8" name="Google Shape;458;p57: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2" name="Shape 462"/>
        <p:cNvGrpSpPr/>
        <p:nvPr/>
      </p:nvGrpSpPr>
      <p:grpSpPr>
        <a:xfrm>
          <a:off x="0" y="0"/>
          <a:ext cx="0" cy="0"/>
          <a:chOff x="0" y="0"/>
          <a:chExt cx="0" cy="0"/>
        </a:xfrm>
      </p:grpSpPr>
      <p:sp>
        <p:nvSpPr>
          <p:cNvPr id="463" name="Google Shape;463;p58: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64" name="Google Shape;464;p58: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5" name="Google Shape;465;p58: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0" name="Shape 470"/>
        <p:cNvGrpSpPr/>
        <p:nvPr/>
      </p:nvGrpSpPr>
      <p:grpSpPr>
        <a:xfrm>
          <a:off x="0" y="0"/>
          <a:ext cx="0" cy="0"/>
          <a:chOff x="0" y="0"/>
          <a:chExt cx="0" cy="0"/>
        </a:xfrm>
      </p:grpSpPr>
      <p:sp>
        <p:nvSpPr>
          <p:cNvPr id="471" name="Google Shape;471;p59: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2" name="Google Shape;472;p59: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3" name="Google Shape;473;p59: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7" name="Shape 477"/>
        <p:cNvGrpSpPr/>
        <p:nvPr/>
      </p:nvGrpSpPr>
      <p:grpSpPr>
        <a:xfrm>
          <a:off x="0" y="0"/>
          <a:ext cx="0" cy="0"/>
          <a:chOff x="0" y="0"/>
          <a:chExt cx="0" cy="0"/>
        </a:xfrm>
      </p:grpSpPr>
      <p:sp>
        <p:nvSpPr>
          <p:cNvPr id="478" name="Google Shape;478;p60:notes"/>
          <p:cNvSpPr txBox="1"/>
          <p:nvPr>
            <p:ph type="sldNum" idx="12"/>
          </p:nvPr>
        </p:nvSpPr>
        <p:spPr>
          <a:xfrm>
            <a:off x="3900488" y="8832850"/>
            <a:ext cx="2981325" cy="463550"/>
          </a:xfrm>
          <a:prstGeom prst="rect">
            <a:avLst/>
          </a:prstGeom>
          <a:noFill/>
          <a:ln>
            <a:noFill/>
          </a:ln>
        </p:spPr>
        <p:txBody>
          <a:bodyPr spcFirstLastPara="1" wrap="square" lIns="92425" tIns="46200" rIns="92425" bIns="462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79" name="Google Shape;479;p60:notes"/>
          <p:cNvSpPr/>
          <p:nvPr>
            <p:ph type="sldImg" idx="2"/>
          </p:nvPr>
        </p:nvSpPr>
        <p:spPr>
          <a:xfrm>
            <a:off x="1117600" y="698500"/>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0" name="Google Shape;480;p60:notes"/>
          <p:cNvSpPr txBox="1"/>
          <p:nvPr>
            <p:ph type="body" idx="1"/>
          </p:nvPr>
        </p:nvSpPr>
        <p:spPr>
          <a:xfrm>
            <a:off x="917575" y="4416425"/>
            <a:ext cx="5046663" cy="4181475"/>
          </a:xfrm>
          <a:prstGeom prst="rect">
            <a:avLst/>
          </a:prstGeom>
          <a:noFill/>
          <a:ln>
            <a:noFill/>
          </a:ln>
        </p:spPr>
        <p:txBody>
          <a:bodyPr spcFirstLastPara="1" wrap="square" lIns="92425" tIns="46200" rIns="92425" bIns="462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21" name="Shape 21"/>
        <p:cNvGrpSpPr/>
        <p:nvPr/>
      </p:nvGrpSpPr>
      <p:grpSpPr>
        <a:xfrm>
          <a:off x="0" y="0"/>
          <a:ext cx="0" cy="0"/>
          <a:chOff x="0" y="0"/>
          <a:chExt cx="0" cy="0"/>
        </a:xfrm>
      </p:grpSpPr>
      <p:grpSp>
        <p:nvGrpSpPr>
          <p:cNvPr id="22" name="Google Shape;22;p62"/>
          <p:cNvGrpSpPr/>
          <p:nvPr/>
        </p:nvGrpSpPr>
        <p:grpSpPr>
          <a:xfrm>
            <a:off x="198438" y="2960688"/>
            <a:ext cx="8610600" cy="201612"/>
            <a:chOff x="125" y="1865"/>
            <a:chExt cx="5424" cy="127"/>
          </a:xfrm>
        </p:grpSpPr>
        <p:sp>
          <p:nvSpPr>
            <p:cNvPr id="23" name="Google Shape;23;p62"/>
            <p:cNvSpPr/>
            <p:nvPr/>
          </p:nvSpPr>
          <p:spPr>
            <a:xfrm>
              <a:off x="125" y="1865"/>
              <a:ext cx="1808" cy="127"/>
            </a:xfrm>
            <a:prstGeom prst="rect">
              <a:avLst/>
            </a:prstGeom>
            <a:solidFill>
              <a:srgbClr val="3366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24" name="Google Shape;24;p62"/>
            <p:cNvSpPr/>
            <p:nvPr/>
          </p:nvSpPr>
          <p:spPr>
            <a:xfrm>
              <a:off x="1933" y="1865"/>
              <a:ext cx="1808" cy="127"/>
            </a:xfrm>
            <a:prstGeom prst="rect">
              <a:avLst/>
            </a:prstGeom>
            <a:solidFill>
              <a:srgbClr val="99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25" name="Google Shape;25;p62"/>
            <p:cNvSpPr/>
            <p:nvPr/>
          </p:nvSpPr>
          <p:spPr>
            <a:xfrm>
              <a:off x="3741" y="1865"/>
              <a:ext cx="1808" cy="127"/>
            </a:xfrm>
            <a:prstGeom prst="rect">
              <a:avLst/>
            </a:prstGeom>
            <a:solidFill>
              <a:srgbClr val="3366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grpSp>
      <p:sp>
        <p:nvSpPr>
          <p:cNvPr id="26" name="Google Shape;26;p62"/>
          <p:cNvSpPr txBox="1"/>
          <p:nvPr/>
        </p:nvSpPr>
        <p:spPr>
          <a:xfrm>
            <a:off x="6489700" y="6588125"/>
            <a:ext cx="2713038" cy="2444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336699"/>
                </a:solidFill>
                <a:latin typeface="Helvetica Neue" panose="020B0403020202020204"/>
                <a:ea typeface="Helvetica Neue" panose="020B0403020202020204"/>
                <a:cs typeface="Helvetica Neue" panose="020B0403020202020204"/>
                <a:sym typeface="Helvetica Neue" panose="020B0403020202020204"/>
              </a:rPr>
              <a:t>Silberschatz, Galvin and Gagne ©2018</a:t>
            </a:r>
            <a:endParaRPr lang="en-US" sz="1000" b="1" i="0" u="none" strike="noStrike" cap="none">
              <a:solidFill>
                <a:srgbClr val="336699"/>
              </a:solidFill>
              <a:latin typeface="Helvetica Neue" panose="020B0403020202020204"/>
              <a:ea typeface="Helvetica Neue" panose="020B0403020202020204"/>
              <a:cs typeface="Helvetica Neue" panose="020B0403020202020204"/>
              <a:sym typeface="Helvetica Neue" panose="020B0403020202020204"/>
            </a:endParaRPr>
          </a:p>
        </p:txBody>
      </p:sp>
      <p:sp>
        <p:nvSpPr>
          <p:cNvPr id="27" name="Google Shape;27;p62"/>
          <p:cNvSpPr txBox="1"/>
          <p:nvPr/>
        </p:nvSpPr>
        <p:spPr>
          <a:xfrm>
            <a:off x="26988" y="6613525"/>
            <a:ext cx="2730500" cy="2460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a:solidFill>
                  <a:srgbClr val="336699"/>
                </a:solidFill>
                <a:latin typeface="Helvetica Neue" panose="020B0403020202020204"/>
                <a:ea typeface="Helvetica Neue" panose="020B0403020202020204"/>
                <a:cs typeface="Helvetica Neue" panose="020B0403020202020204"/>
                <a:sym typeface="Helvetica Neue" panose="020B0403020202020204"/>
              </a:rPr>
              <a:t>Operating System Concepts – 10</a:t>
            </a:r>
            <a:r>
              <a:rPr lang="en-US" sz="1000" b="1" i="0" u="none" strike="noStrike" cap="none" baseline="30000">
                <a:solidFill>
                  <a:srgbClr val="336699"/>
                </a:solidFill>
                <a:latin typeface="Helvetica Neue" panose="020B0403020202020204"/>
                <a:ea typeface="Helvetica Neue" panose="020B0403020202020204"/>
                <a:cs typeface="Helvetica Neue" panose="020B0403020202020204"/>
                <a:sym typeface="Helvetica Neue" panose="020B0403020202020204"/>
              </a:rPr>
              <a:t>th</a:t>
            </a:r>
            <a:r>
              <a:rPr lang="en-US" sz="1000" b="1" i="0" u="none" strike="noStrike" cap="none">
                <a:solidFill>
                  <a:srgbClr val="336699"/>
                </a:solidFill>
                <a:latin typeface="Helvetica Neue" panose="020B0403020202020204"/>
                <a:ea typeface="Helvetica Neue" panose="020B0403020202020204"/>
                <a:cs typeface="Helvetica Neue" panose="020B0403020202020204"/>
                <a:sym typeface="Helvetica Neue" panose="020B0403020202020204"/>
              </a:rPr>
              <a:t> Edition</a:t>
            </a:r>
            <a:endParaRPr lang="en-US" sz="1000" b="1" i="0" u="none" strike="noStrike" cap="none">
              <a:solidFill>
                <a:srgbClr val="336699"/>
              </a:solidFill>
              <a:latin typeface="Helvetica Neue" panose="020B0403020202020204"/>
              <a:ea typeface="Helvetica Neue" panose="020B0403020202020204"/>
              <a:cs typeface="Helvetica Neue" panose="020B0403020202020204"/>
              <a:sym typeface="Helvetica Neue" panose="020B0403020202020204"/>
            </a:endParaRPr>
          </a:p>
        </p:txBody>
      </p:sp>
      <p:pic>
        <p:nvPicPr>
          <p:cNvPr id="28" name="Google Shape;28;p62" descr="dino_4"/>
          <p:cNvPicPr preferRelativeResize="0"/>
          <p:nvPr/>
        </p:nvPicPr>
        <p:blipFill rotWithShape="1">
          <a:blip r:embed="rId2"/>
          <a:srcRect/>
          <a:stretch>
            <a:fillRect/>
          </a:stretch>
        </p:blipFill>
        <p:spPr>
          <a:xfrm>
            <a:off x="3360738" y="4157663"/>
            <a:ext cx="2062162" cy="1593850"/>
          </a:xfrm>
          <a:prstGeom prst="rect">
            <a:avLst/>
          </a:prstGeom>
          <a:noFill/>
          <a:ln w="76200" cap="flat" cmpd="sng">
            <a:solidFill>
              <a:srgbClr val="336699"/>
            </a:solidFill>
            <a:prstDash val="solid"/>
            <a:miter lim="800000"/>
            <a:headEnd type="none" w="sm" len="sm"/>
            <a:tailEnd type="none" w="sm" len="sm"/>
          </a:ln>
        </p:spPr>
      </p:pic>
      <p:sp>
        <p:nvSpPr>
          <p:cNvPr id="29" name="Google Shape;29;p62"/>
          <p:cNvSpPr/>
          <p:nvPr/>
        </p:nvSpPr>
        <p:spPr>
          <a:xfrm>
            <a:off x="3224213" y="4006850"/>
            <a:ext cx="2336800" cy="1887538"/>
          </a:xfrm>
          <a:prstGeom prst="rect">
            <a:avLst/>
          </a:prstGeom>
          <a:noFill/>
          <a:ln w="57150" cap="flat" cmpd="thinThick">
            <a:solidFill>
              <a:srgbClr val="66CC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30" name="Google Shape;30;p62"/>
          <p:cNvSpPr txBox="1"/>
          <p:nvPr>
            <p:ph type="ctrTitle"/>
          </p:nvPr>
        </p:nvSpPr>
        <p:spPr>
          <a:xfrm>
            <a:off x="685800" y="685800"/>
            <a:ext cx="7772400" cy="21272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1" name="Shape 31"/>
        <p:cNvGrpSpPr/>
        <p:nvPr/>
      </p:nvGrpSpPr>
      <p:grpSpPr>
        <a:xfrm>
          <a:off x="0" y="0"/>
          <a:ext cx="0" cy="0"/>
          <a:chOff x="0" y="0"/>
          <a:chExt cx="0" cy="0"/>
        </a:xfrm>
      </p:grpSpPr>
      <p:sp>
        <p:nvSpPr>
          <p:cNvPr id="32" name="Google Shape;32;p63"/>
          <p:cNvSpPr txBox="1"/>
          <p:nvPr>
            <p:ph type="title"/>
          </p:nvPr>
        </p:nvSpPr>
        <p:spPr>
          <a:xfrm>
            <a:off x="457200" y="225425"/>
            <a:ext cx="8077200" cy="57626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63"/>
          <p:cNvSpPr txBox="1"/>
          <p:nvPr>
            <p:ph type="body" idx="1"/>
          </p:nvPr>
        </p:nvSpPr>
        <p:spPr>
          <a:xfrm>
            <a:off x="806450" y="1233488"/>
            <a:ext cx="7727950" cy="4530725"/>
          </a:xfrm>
          <a:prstGeom prst="rect">
            <a:avLst/>
          </a:prstGeom>
          <a:noFill/>
          <a:ln>
            <a:noFill/>
          </a:ln>
        </p:spPr>
        <p:txBody>
          <a:bodyPr spcFirstLastPara="1" wrap="square" lIns="91425" tIns="45700" rIns="91425" bIns="45700" anchor="t" anchorCtr="0">
            <a:noAutofit/>
          </a:bodyPr>
          <a:lstStyle>
            <a:lvl1pPr marL="457200" lvl="0" indent="-354330" algn="l">
              <a:spcBef>
                <a:spcPts val="630"/>
              </a:spcBef>
              <a:spcAft>
                <a:spcPts val="0"/>
              </a:spcAft>
              <a:buSzPts val="1980"/>
              <a:buChar char="▪"/>
              <a:defRPr/>
            </a:lvl1pPr>
            <a:lvl2pPr marL="914400" lvl="1" indent="-354330" algn="l">
              <a:spcBef>
                <a:spcPts val="630"/>
              </a:spcBef>
              <a:spcAft>
                <a:spcPts val="0"/>
              </a:spcAft>
              <a:buSzPts val="198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4" name="Shape 34"/>
        <p:cNvGrpSpPr/>
        <p:nvPr/>
      </p:nvGrpSpPr>
      <p:grpSpPr>
        <a:xfrm>
          <a:off x="0" y="0"/>
          <a:ext cx="0" cy="0"/>
          <a:chOff x="0" y="0"/>
          <a:chExt cx="0" cy="0"/>
        </a:xfrm>
      </p:grpSpPr>
      <p:sp>
        <p:nvSpPr>
          <p:cNvPr id="35" name="Google Shape;35;p64"/>
          <p:cNvSpPr txBox="1"/>
          <p:nvPr>
            <p:ph type="title"/>
          </p:nvPr>
        </p:nvSpPr>
        <p:spPr>
          <a:xfrm>
            <a:off x="457200" y="225425"/>
            <a:ext cx="8077200" cy="57626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6" name="Shape 36"/>
        <p:cNvGrpSpPr/>
        <p:nvPr/>
      </p:nvGrpSpPr>
      <p:grpSpPr>
        <a:xfrm>
          <a:off x="0" y="0"/>
          <a:ext cx="0" cy="0"/>
          <a:chOff x="0" y="0"/>
          <a:chExt cx="0" cy="0"/>
        </a:xfrm>
      </p:grpSpPr>
      <p:sp>
        <p:nvSpPr>
          <p:cNvPr id="37" name="Google Shape;37;p6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6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700"/>
              </a:spcBef>
              <a:spcAft>
                <a:spcPts val="0"/>
              </a:spcAft>
              <a:buSzPts val="2200"/>
              <a:buNone/>
              <a:defRPr sz="2000"/>
            </a:lvl1pPr>
            <a:lvl2pPr marL="914400" lvl="1" indent="-228600" algn="l">
              <a:spcBef>
                <a:spcPts val="630"/>
              </a:spcBef>
              <a:spcAft>
                <a:spcPts val="0"/>
              </a:spcAft>
              <a:buSzPts val="1980"/>
              <a:buNone/>
              <a:defRPr sz="1800"/>
            </a:lvl2pPr>
            <a:lvl3pPr marL="1371600" lvl="2" indent="-228600" algn="l">
              <a:spcBef>
                <a:spcPts val="560"/>
              </a:spcBef>
              <a:spcAft>
                <a:spcPts val="0"/>
              </a:spcAft>
              <a:buSzPts val="1200"/>
              <a:buNone/>
              <a:defRPr sz="1600"/>
            </a:lvl3pPr>
            <a:lvl4pPr marL="1828800" lvl="3" indent="-228600" algn="l">
              <a:spcBef>
                <a:spcPts val="490"/>
              </a:spcBef>
              <a:spcAft>
                <a:spcPts val="0"/>
              </a:spcAft>
              <a:buSzPts val="1050"/>
              <a:buFont typeface="Helvetica Neue" panose="020B0403020202020204"/>
              <a:buNone/>
              <a:defRPr sz="1400"/>
            </a:lvl4pPr>
            <a:lvl5pPr marL="2286000" lvl="4" indent="-228600" algn="l">
              <a:spcBef>
                <a:spcPts val="490"/>
              </a:spcBef>
              <a:spcAft>
                <a:spcPts val="0"/>
              </a:spcAft>
              <a:buSzPts val="1050"/>
              <a:buFont typeface="Helvetica Neue" panose="020B0403020202020204"/>
              <a:buNone/>
              <a:defRPr sz="1400"/>
            </a:lvl5pPr>
            <a:lvl6pPr marL="2743200" lvl="5" indent="-228600" algn="l">
              <a:spcBef>
                <a:spcPts val="490"/>
              </a:spcBef>
              <a:spcAft>
                <a:spcPts val="0"/>
              </a:spcAft>
              <a:buSzPts val="1050"/>
              <a:buFont typeface="Helvetica Neue" panose="020B0403020202020204"/>
              <a:buNone/>
              <a:defRPr sz="1400"/>
            </a:lvl6pPr>
            <a:lvl7pPr marL="3200400" lvl="6" indent="-228600" algn="l">
              <a:spcBef>
                <a:spcPts val="490"/>
              </a:spcBef>
              <a:spcAft>
                <a:spcPts val="0"/>
              </a:spcAft>
              <a:buSzPts val="1050"/>
              <a:buFont typeface="Helvetica Neue" panose="020B0403020202020204"/>
              <a:buNone/>
              <a:defRPr sz="1400"/>
            </a:lvl7pPr>
            <a:lvl8pPr marL="3657600" lvl="7" indent="-228600" algn="l">
              <a:spcBef>
                <a:spcPts val="490"/>
              </a:spcBef>
              <a:spcAft>
                <a:spcPts val="0"/>
              </a:spcAft>
              <a:buSzPts val="1050"/>
              <a:buFont typeface="Helvetica Neue" panose="020B0403020202020204"/>
              <a:buNone/>
              <a:defRPr sz="1400"/>
            </a:lvl8pPr>
            <a:lvl9pPr marL="4114800" lvl="8" indent="-228600" algn="l">
              <a:spcBef>
                <a:spcPts val="490"/>
              </a:spcBef>
              <a:spcAft>
                <a:spcPts val="0"/>
              </a:spcAft>
              <a:buSzPts val="1050"/>
              <a:buFont typeface="Helvetica Neue" panose="020B0403020202020204"/>
              <a:buNone/>
              <a:defRPr sz="1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9" name="Shape 39"/>
        <p:cNvGrpSpPr/>
        <p:nvPr/>
      </p:nvGrpSpPr>
      <p:grpSpPr>
        <a:xfrm>
          <a:off x="0" y="0"/>
          <a:ext cx="0" cy="0"/>
          <a:chOff x="0" y="0"/>
          <a:chExt cx="0" cy="0"/>
        </a:xfrm>
      </p:grpSpPr>
      <p:sp>
        <p:nvSpPr>
          <p:cNvPr id="40" name="Google Shape;40;p66"/>
          <p:cNvSpPr txBox="1"/>
          <p:nvPr>
            <p:ph type="title"/>
          </p:nvPr>
        </p:nvSpPr>
        <p:spPr>
          <a:xfrm>
            <a:off x="457200" y="225425"/>
            <a:ext cx="8077200" cy="57626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66"/>
          <p:cNvSpPr txBox="1"/>
          <p:nvPr>
            <p:ph type="body" idx="1"/>
          </p:nvPr>
        </p:nvSpPr>
        <p:spPr>
          <a:xfrm>
            <a:off x="806450" y="1233488"/>
            <a:ext cx="4038600" cy="4530725"/>
          </a:xfrm>
          <a:prstGeom prst="rect">
            <a:avLst/>
          </a:prstGeom>
          <a:noFill/>
          <a:ln>
            <a:noFill/>
          </a:ln>
        </p:spPr>
        <p:txBody>
          <a:bodyPr spcFirstLastPara="1" wrap="square" lIns="91425" tIns="45700" rIns="91425" bIns="45700" anchor="t" anchorCtr="0">
            <a:noAutofit/>
          </a:bodyPr>
          <a:lstStyle>
            <a:lvl1pPr marL="457200" lvl="0" indent="-424180" algn="l">
              <a:spcBef>
                <a:spcPts val="980"/>
              </a:spcBef>
              <a:spcAft>
                <a:spcPts val="0"/>
              </a:spcAft>
              <a:buSzPts val="3080"/>
              <a:buChar char="▪"/>
              <a:defRPr sz="2800"/>
            </a:lvl1pPr>
            <a:lvl2pPr marL="914400" lvl="1" indent="-396240" algn="l">
              <a:spcBef>
                <a:spcPts val="840"/>
              </a:spcBef>
              <a:spcAft>
                <a:spcPts val="0"/>
              </a:spcAft>
              <a:buSzPts val="2640"/>
              <a:buChar char="•"/>
              <a:defRPr sz="2400"/>
            </a:lvl2pPr>
            <a:lvl3pPr marL="1371600" lvl="2" indent="-323850" algn="l">
              <a:spcBef>
                <a:spcPts val="700"/>
              </a:spcBef>
              <a:spcAft>
                <a:spcPts val="0"/>
              </a:spcAft>
              <a:buSzPts val="1500"/>
              <a:buChar char="4"/>
              <a:defRPr sz="2000"/>
            </a:lvl3pPr>
            <a:lvl4pPr marL="1828800" lvl="3" indent="-314325" algn="l">
              <a:spcBef>
                <a:spcPts val="630"/>
              </a:spcBef>
              <a:spcAft>
                <a:spcPts val="0"/>
              </a:spcAft>
              <a:buSzPts val="1350"/>
              <a:buFont typeface="Helvetica Neue" panose="020B0403020202020204"/>
              <a:buChar char="–"/>
              <a:defRPr sz="1800"/>
            </a:lvl4pPr>
            <a:lvl5pPr marL="2286000" lvl="4" indent="-314325" algn="l">
              <a:spcBef>
                <a:spcPts val="630"/>
              </a:spcBef>
              <a:spcAft>
                <a:spcPts val="0"/>
              </a:spcAft>
              <a:buSzPts val="1350"/>
              <a:buFont typeface="Helvetica Neue" panose="020B0403020202020204"/>
              <a:buChar char="»"/>
              <a:defRPr sz="1800"/>
            </a:lvl5pPr>
            <a:lvl6pPr marL="2743200" lvl="5" indent="-314325" algn="l">
              <a:spcBef>
                <a:spcPts val="630"/>
              </a:spcBef>
              <a:spcAft>
                <a:spcPts val="0"/>
              </a:spcAft>
              <a:buSzPts val="1350"/>
              <a:buFont typeface="Helvetica Neue" panose="020B0403020202020204"/>
              <a:buChar char="»"/>
              <a:defRPr sz="1800"/>
            </a:lvl6pPr>
            <a:lvl7pPr marL="3200400" lvl="6" indent="-314325" algn="l">
              <a:spcBef>
                <a:spcPts val="630"/>
              </a:spcBef>
              <a:spcAft>
                <a:spcPts val="0"/>
              </a:spcAft>
              <a:buSzPts val="1350"/>
              <a:buFont typeface="Helvetica Neue" panose="020B0403020202020204"/>
              <a:buChar char="»"/>
              <a:defRPr sz="1800"/>
            </a:lvl7pPr>
            <a:lvl8pPr marL="3657600" lvl="7" indent="-314325" algn="l">
              <a:spcBef>
                <a:spcPts val="630"/>
              </a:spcBef>
              <a:spcAft>
                <a:spcPts val="0"/>
              </a:spcAft>
              <a:buSzPts val="1350"/>
              <a:buFont typeface="Helvetica Neue" panose="020B0403020202020204"/>
              <a:buChar char="»"/>
              <a:defRPr sz="1800"/>
            </a:lvl8pPr>
            <a:lvl9pPr marL="4114800" lvl="8" indent="-314325" algn="l">
              <a:spcBef>
                <a:spcPts val="630"/>
              </a:spcBef>
              <a:spcAft>
                <a:spcPts val="0"/>
              </a:spcAft>
              <a:buSzPts val="1350"/>
              <a:buFont typeface="Helvetica Neue" panose="020B0403020202020204"/>
              <a:buChar char="»"/>
              <a:defRPr sz="1800"/>
            </a:lvl9pPr>
          </a:lstStyle>
          <a:p/>
        </p:txBody>
      </p:sp>
      <p:sp>
        <p:nvSpPr>
          <p:cNvPr id="42" name="Google Shape;42;p66"/>
          <p:cNvSpPr txBox="1"/>
          <p:nvPr>
            <p:ph type="body" idx="2"/>
          </p:nvPr>
        </p:nvSpPr>
        <p:spPr>
          <a:xfrm>
            <a:off x="4997450" y="1233488"/>
            <a:ext cx="4038600" cy="4530725"/>
          </a:xfrm>
          <a:prstGeom prst="rect">
            <a:avLst/>
          </a:prstGeom>
          <a:noFill/>
          <a:ln>
            <a:noFill/>
          </a:ln>
        </p:spPr>
        <p:txBody>
          <a:bodyPr spcFirstLastPara="1" wrap="square" lIns="91425" tIns="45700" rIns="91425" bIns="45700" anchor="t" anchorCtr="0">
            <a:noAutofit/>
          </a:bodyPr>
          <a:lstStyle>
            <a:lvl1pPr marL="457200" lvl="0" indent="-424180" algn="l">
              <a:spcBef>
                <a:spcPts val="980"/>
              </a:spcBef>
              <a:spcAft>
                <a:spcPts val="0"/>
              </a:spcAft>
              <a:buSzPts val="3080"/>
              <a:buChar char="▪"/>
              <a:defRPr sz="2800"/>
            </a:lvl1pPr>
            <a:lvl2pPr marL="914400" lvl="1" indent="-396240" algn="l">
              <a:spcBef>
                <a:spcPts val="840"/>
              </a:spcBef>
              <a:spcAft>
                <a:spcPts val="0"/>
              </a:spcAft>
              <a:buSzPts val="2640"/>
              <a:buChar char="•"/>
              <a:defRPr sz="2400"/>
            </a:lvl2pPr>
            <a:lvl3pPr marL="1371600" lvl="2" indent="-323850" algn="l">
              <a:spcBef>
                <a:spcPts val="700"/>
              </a:spcBef>
              <a:spcAft>
                <a:spcPts val="0"/>
              </a:spcAft>
              <a:buSzPts val="1500"/>
              <a:buChar char="4"/>
              <a:defRPr sz="2000"/>
            </a:lvl3pPr>
            <a:lvl4pPr marL="1828800" lvl="3" indent="-314325" algn="l">
              <a:spcBef>
                <a:spcPts val="630"/>
              </a:spcBef>
              <a:spcAft>
                <a:spcPts val="0"/>
              </a:spcAft>
              <a:buSzPts val="1350"/>
              <a:buFont typeface="Helvetica Neue" panose="020B0403020202020204"/>
              <a:buChar char="–"/>
              <a:defRPr sz="1800"/>
            </a:lvl4pPr>
            <a:lvl5pPr marL="2286000" lvl="4" indent="-314325" algn="l">
              <a:spcBef>
                <a:spcPts val="630"/>
              </a:spcBef>
              <a:spcAft>
                <a:spcPts val="0"/>
              </a:spcAft>
              <a:buSzPts val="1350"/>
              <a:buFont typeface="Helvetica Neue" panose="020B0403020202020204"/>
              <a:buChar char="»"/>
              <a:defRPr sz="1800"/>
            </a:lvl5pPr>
            <a:lvl6pPr marL="2743200" lvl="5" indent="-314325" algn="l">
              <a:spcBef>
                <a:spcPts val="630"/>
              </a:spcBef>
              <a:spcAft>
                <a:spcPts val="0"/>
              </a:spcAft>
              <a:buSzPts val="1350"/>
              <a:buFont typeface="Helvetica Neue" panose="020B0403020202020204"/>
              <a:buChar char="»"/>
              <a:defRPr sz="1800"/>
            </a:lvl6pPr>
            <a:lvl7pPr marL="3200400" lvl="6" indent="-314325" algn="l">
              <a:spcBef>
                <a:spcPts val="630"/>
              </a:spcBef>
              <a:spcAft>
                <a:spcPts val="0"/>
              </a:spcAft>
              <a:buSzPts val="1350"/>
              <a:buFont typeface="Helvetica Neue" panose="020B0403020202020204"/>
              <a:buChar char="»"/>
              <a:defRPr sz="1800"/>
            </a:lvl7pPr>
            <a:lvl8pPr marL="3657600" lvl="7" indent="-314325" algn="l">
              <a:spcBef>
                <a:spcPts val="630"/>
              </a:spcBef>
              <a:spcAft>
                <a:spcPts val="0"/>
              </a:spcAft>
              <a:buSzPts val="1350"/>
              <a:buFont typeface="Helvetica Neue" panose="020B0403020202020204"/>
              <a:buChar char="»"/>
              <a:defRPr sz="1800"/>
            </a:lvl8pPr>
            <a:lvl9pPr marL="4114800" lvl="8" indent="-314325" algn="l">
              <a:spcBef>
                <a:spcPts val="630"/>
              </a:spcBef>
              <a:spcAft>
                <a:spcPts val="0"/>
              </a:spcAft>
              <a:buSzPts val="1350"/>
              <a:buFont typeface="Helvetica Neue" panose="020B0403020202020204"/>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3" name="Shape 43"/>
        <p:cNvGrpSpPr/>
        <p:nvPr/>
      </p:nvGrpSpPr>
      <p:grpSpPr>
        <a:xfrm>
          <a:off x="0" y="0"/>
          <a:ext cx="0" cy="0"/>
          <a:chOff x="0" y="0"/>
          <a:chExt cx="0" cy="0"/>
        </a:xfrm>
      </p:grpSpPr>
      <p:sp>
        <p:nvSpPr>
          <p:cNvPr id="44" name="Google Shape;44;p67"/>
          <p:cNvSpPr txBox="1"/>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6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640"/>
              <a:buNone/>
              <a:defRPr sz="2400" b="1"/>
            </a:lvl1pPr>
            <a:lvl2pPr marL="914400" lvl="1" indent="-228600" algn="l">
              <a:spcBef>
                <a:spcPts val="700"/>
              </a:spcBef>
              <a:spcAft>
                <a:spcPts val="0"/>
              </a:spcAft>
              <a:buSzPts val="22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200"/>
              <a:buFont typeface="Helvetica Neue" panose="020B0403020202020204"/>
              <a:buNone/>
              <a:defRPr sz="1600" b="1"/>
            </a:lvl4pPr>
            <a:lvl5pPr marL="2286000" lvl="4" indent="-228600" algn="l">
              <a:spcBef>
                <a:spcPts val="560"/>
              </a:spcBef>
              <a:spcAft>
                <a:spcPts val="0"/>
              </a:spcAft>
              <a:buSzPts val="1200"/>
              <a:buFont typeface="Helvetica Neue" panose="020B0403020202020204"/>
              <a:buNone/>
              <a:defRPr sz="1600" b="1"/>
            </a:lvl5pPr>
            <a:lvl6pPr marL="2743200" lvl="5" indent="-228600" algn="l">
              <a:spcBef>
                <a:spcPts val="560"/>
              </a:spcBef>
              <a:spcAft>
                <a:spcPts val="0"/>
              </a:spcAft>
              <a:buSzPts val="1200"/>
              <a:buFont typeface="Helvetica Neue" panose="020B0403020202020204"/>
              <a:buNone/>
              <a:defRPr sz="1600" b="1"/>
            </a:lvl6pPr>
            <a:lvl7pPr marL="3200400" lvl="6" indent="-228600" algn="l">
              <a:spcBef>
                <a:spcPts val="560"/>
              </a:spcBef>
              <a:spcAft>
                <a:spcPts val="0"/>
              </a:spcAft>
              <a:buSzPts val="1200"/>
              <a:buFont typeface="Helvetica Neue" panose="020B0403020202020204"/>
              <a:buNone/>
              <a:defRPr sz="1600" b="1"/>
            </a:lvl7pPr>
            <a:lvl8pPr marL="3657600" lvl="7" indent="-228600" algn="l">
              <a:spcBef>
                <a:spcPts val="560"/>
              </a:spcBef>
              <a:spcAft>
                <a:spcPts val="0"/>
              </a:spcAft>
              <a:buSzPts val="1200"/>
              <a:buFont typeface="Helvetica Neue" panose="020B0403020202020204"/>
              <a:buNone/>
              <a:defRPr sz="1600" b="1"/>
            </a:lvl8pPr>
            <a:lvl9pPr marL="4114800" lvl="8" indent="-228600" algn="l">
              <a:spcBef>
                <a:spcPts val="560"/>
              </a:spcBef>
              <a:spcAft>
                <a:spcPts val="0"/>
              </a:spcAft>
              <a:buSzPts val="1200"/>
              <a:buFont typeface="Helvetica Neue" panose="020B0403020202020204"/>
              <a:buNone/>
              <a:defRPr sz="1600" b="1"/>
            </a:lvl9pPr>
          </a:lstStyle>
          <a:p/>
        </p:txBody>
      </p:sp>
      <p:sp>
        <p:nvSpPr>
          <p:cNvPr id="46" name="Google Shape;46;p6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96240" algn="l">
              <a:spcBef>
                <a:spcPts val="840"/>
              </a:spcBef>
              <a:spcAft>
                <a:spcPts val="0"/>
              </a:spcAft>
              <a:buSzPts val="2640"/>
              <a:buChar char="▪"/>
              <a:defRPr sz="2400"/>
            </a:lvl1pPr>
            <a:lvl2pPr marL="914400" lvl="1" indent="-368300" algn="l">
              <a:spcBef>
                <a:spcPts val="700"/>
              </a:spcBef>
              <a:spcAft>
                <a:spcPts val="0"/>
              </a:spcAft>
              <a:buSzPts val="2200"/>
              <a:buChar char="•"/>
              <a:defRPr sz="2000"/>
            </a:lvl2pPr>
            <a:lvl3pPr marL="1371600" lvl="2" indent="-314325" algn="l">
              <a:spcBef>
                <a:spcPts val="630"/>
              </a:spcBef>
              <a:spcAft>
                <a:spcPts val="0"/>
              </a:spcAft>
              <a:buSzPts val="1350"/>
              <a:buChar char="4"/>
              <a:defRPr sz="1800"/>
            </a:lvl3pPr>
            <a:lvl4pPr marL="1828800" lvl="3" indent="-304800" algn="l">
              <a:spcBef>
                <a:spcPts val="560"/>
              </a:spcBef>
              <a:spcAft>
                <a:spcPts val="0"/>
              </a:spcAft>
              <a:buSzPts val="1200"/>
              <a:buFont typeface="Helvetica Neue" panose="020B0403020202020204"/>
              <a:buChar char="–"/>
              <a:defRPr sz="1600"/>
            </a:lvl4pPr>
            <a:lvl5pPr marL="2286000" lvl="4" indent="-304800" algn="l">
              <a:spcBef>
                <a:spcPts val="560"/>
              </a:spcBef>
              <a:spcAft>
                <a:spcPts val="0"/>
              </a:spcAft>
              <a:buSzPts val="1200"/>
              <a:buFont typeface="Helvetica Neue" panose="020B0403020202020204"/>
              <a:buChar char="»"/>
              <a:defRPr sz="1600"/>
            </a:lvl5pPr>
            <a:lvl6pPr marL="2743200" lvl="5" indent="-304800" algn="l">
              <a:spcBef>
                <a:spcPts val="560"/>
              </a:spcBef>
              <a:spcAft>
                <a:spcPts val="0"/>
              </a:spcAft>
              <a:buSzPts val="1200"/>
              <a:buFont typeface="Helvetica Neue" panose="020B0403020202020204"/>
              <a:buChar char="»"/>
              <a:defRPr sz="1600"/>
            </a:lvl6pPr>
            <a:lvl7pPr marL="3200400" lvl="6" indent="-304800" algn="l">
              <a:spcBef>
                <a:spcPts val="560"/>
              </a:spcBef>
              <a:spcAft>
                <a:spcPts val="0"/>
              </a:spcAft>
              <a:buSzPts val="1200"/>
              <a:buFont typeface="Helvetica Neue" panose="020B0403020202020204"/>
              <a:buChar char="»"/>
              <a:defRPr sz="1600"/>
            </a:lvl7pPr>
            <a:lvl8pPr marL="3657600" lvl="7" indent="-304800" algn="l">
              <a:spcBef>
                <a:spcPts val="560"/>
              </a:spcBef>
              <a:spcAft>
                <a:spcPts val="0"/>
              </a:spcAft>
              <a:buSzPts val="1200"/>
              <a:buFont typeface="Helvetica Neue" panose="020B0403020202020204"/>
              <a:buChar char="»"/>
              <a:defRPr sz="1600"/>
            </a:lvl8pPr>
            <a:lvl9pPr marL="4114800" lvl="8" indent="-304800" algn="l">
              <a:spcBef>
                <a:spcPts val="560"/>
              </a:spcBef>
              <a:spcAft>
                <a:spcPts val="0"/>
              </a:spcAft>
              <a:buSzPts val="1200"/>
              <a:buFont typeface="Helvetica Neue" panose="020B0403020202020204"/>
              <a:buChar char="»"/>
              <a:defRPr sz="1600"/>
            </a:lvl9pPr>
          </a:lstStyle>
          <a:p/>
        </p:txBody>
      </p:sp>
      <p:sp>
        <p:nvSpPr>
          <p:cNvPr id="47" name="Google Shape;47;p6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640"/>
              <a:buNone/>
              <a:defRPr sz="2400" b="1"/>
            </a:lvl1pPr>
            <a:lvl2pPr marL="914400" lvl="1" indent="-228600" algn="l">
              <a:spcBef>
                <a:spcPts val="700"/>
              </a:spcBef>
              <a:spcAft>
                <a:spcPts val="0"/>
              </a:spcAft>
              <a:buSzPts val="22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200"/>
              <a:buFont typeface="Helvetica Neue" panose="020B0403020202020204"/>
              <a:buNone/>
              <a:defRPr sz="1600" b="1"/>
            </a:lvl4pPr>
            <a:lvl5pPr marL="2286000" lvl="4" indent="-228600" algn="l">
              <a:spcBef>
                <a:spcPts val="560"/>
              </a:spcBef>
              <a:spcAft>
                <a:spcPts val="0"/>
              </a:spcAft>
              <a:buSzPts val="1200"/>
              <a:buFont typeface="Helvetica Neue" panose="020B0403020202020204"/>
              <a:buNone/>
              <a:defRPr sz="1600" b="1"/>
            </a:lvl5pPr>
            <a:lvl6pPr marL="2743200" lvl="5" indent="-228600" algn="l">
              <a:spcBef>
                <a:spcPts val="560"/>
              </a:spcBef>
              <a:spcAft>
                <a:spcPts val="0"/>
              </a:spcAft>
              <a:buSzPts val="1200"/>
              <a:buFont typeface="Helvetica Neue" panose="020B0403020202020204"/>
              <a:buNone/>
              <a:defRPr sz="1600" b="1"/>
            </a:lvl6pPr>
            <a:lvl7pPr marL="3200400" lvl="6" indent="-228600" algn="l">
              <a:spcBef>
                <a:spcPts val="560"/>
              </a:spcBef>
              <a:spcAft>
                <a:spcPts val="0"/>
              </a:spcAft>
              <a:buSzPts val="1200"/>
              <a:buFont typeface="Helvetica Neue" panose="020B0403020202020204"/>
              <a:buNone/>
              <a:defRPr sz="1600" b="1"/>
            </a:lvl7pPr>
            <a:lvl8pPr marL="3657600" lvl="7" indent="-228600" algn="l">
              <a:spcBef>
                <a:spcPts val="560"/>
              </a:spcBef>
              <a:spcAft>
                <a:spcPts val="0"/>
              </a:spcAft>
              <a:buSzPts val="1200"/>
              <a:buFont typeface="Helvetica Neue" panose="020B0403020202020204"/>
              <a:buNone/>
              <a:defRPr sz="1600" b="1"/>
            </a:lvl8pPr>
            <a:lvl9pPr marL="4114800" lvl="8" indent="-228600" algn="l">
              <a:spcBef>
                <a:spcPts val="560"/>
              </a:spcBef>
              <a:spcAft>
                <a:spcPts val="0"/>
              </a:spcAft>
              <a:buSzPts val="1200"/>
              <a:buFont typeface="Helvetica Neue" panose="020B0403020202020204"/>
              <a:buNone/>
              <a:defRPr sz="1600" b="1"/>
            </a:lvl9pPr>
          </a:lstStyle>
          <a:p/>
        </p:txBody>
      </p:sp>
      <p:sp>
        <p:nvSpPr>
          <p:cNvPr id="48" name="Google Shape;48;p6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96240" algn="l">
              <a:spcBef>
                <a:spcPts val="840"/>
              </a:spcBef>
              <a:spcAft>
                <a:spcPts val="0"/>
              </a:spcAft>
              <a:buSzPts val="2640"/>
              <a:buChar char="▪"/>
              <a:defRPr sz="2400"/>
            </a:lvl1pPr>
            <a:lvl2pPr marL="914400" lvl="1" indent="-368300" algn="l">
              <a:spcBef>
                <a:spcPts val="700"/>
              </a:spcBef>
              <a:spcAft>
                <a:spcPts val="0"/>
              </a:spcAft>
              <a:buSzPts val="2200"/>
              <a:buChar char="•"/>
              <a:defRPr sz="2000"/>
            </a:lvl2pPr>
            <a:lvl3pPr marL="1371600" lvl="2" indent="-314325" algn="l">
              <a:spcBef>
                <a:spcPts val="630"/>
              </a:spcBef>
              <a:spcAft>
                <a:spcPts val="0"/>
              </a:spcAft>
              <a:buSzPts val="1350"/>
              <a:buChar char="4"/>
              <a:defRPr sz="1800"/>
            </a:lvl3pPr>
            <a:lvl4pPr marL="1828800" lvl="3" indent="-304800" algn="l">
              <a:spcBef>
                <a:spcPts val="560"/>
              </a:spcBef>
              <a:spcAft>
                <a:spcPts val="0"/>
              </a:spcAft>
              <a:buSzPts val="1200"/>
              <a:buFont typeface="Helvetica Neue" panose="020B0403020202020204"/>
              <a:buChar char="–"/>
              <a:defRPr sz="1600"/>
            </a:lvl4pPr>
            <a:lvl5pPr marL="2286000" lvl="4" indent="-304800" algn="l">
              <a:spcBef>
                <a:spcPts val="560"/>
              </a:spcBef>
              <a:spcAft>
                <a:spcPts val="0"/>
              </a:spcAft>
              <a:buSzPts val="1200"/>
              <a:buFont typeface="Helvetica Neue" panose="020B0403020202020204"/>
              <a:buChar char="»"/>
              <a:defRPr sz="1600"/>
            </a:lvl5pPr>
            <a:lvl6pPr marL="2743200" lvl="5" indent="-304800" algn="l">
              <a:spcBef>
                <a:spcPts val="560"/>
              </a:spcBef>
              <a:spcAft>
                <a:spcPts val="0"/>
              </a:spcAft>
              <a:buSzPts val="1200"/>
              <a:buFont typeface="Helvetica Neue" panose="020B0403020202020204"/>
              <a:buChar char="»"/>
              <a:defRPr sz="1600"/>
            </a:lvl6pPr>
            <a:lvl7pPr marL="3200400" lvl="6" indent="-304800" algn="l">
              <a:spcBef>
                <a:spcPts val="560"/>
              </a:spcBef>
              <a:spcAft>
                <a:spcPts val="0"/>
              </a:spcAft>
              <a:buSzPts val="1200"/>
              <a:buFont typeface="Helvetica Neue" panose="020B0403020202020204"/>
              <a:buChar char="»"/>
              <a:defRPr sz="1600"/>
            </a:lvl7pPr>
            <a:lvl8pPr marL="3657600" lvl="7" indent="-304800" algn="l">
              <a:spcBef>
                <a:spcPts val="560"/>
              </a:spcBef>
              <a:spcAft>
                <a:spcPts val="0"/>
              </a:spcAft>
              <a:buSzPts val="1200"/>
              <a:buFont typeface="Helvetica Neue" panose="020B0403020202020204"/>
              <a:buChar char="»"/>
              <a:defRPr sz="1600"/>
            </a:lvl8pPr>
            <a:lvl9pPr marL="4114800" lvl="8" indent="-304800" algn="l">
              <a:spcBef>
                <a:spcPts val="560"/>
              </a:spcBef>
              <a:spcAft>
                <a:spcPts val="0"/>
              </a:spcAft>
              <a:buSzPts val="1200"/>
              <a:buFont typeface="Helvetica Neue" panose="020B0403020202020204"/>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0" name="Shape 50"/>
        <p:cNvGrpSpPr/>
        <p:nvPr/>
      </p:nvGrpSpPr>
      <p:grpSpPr>
        <a:xfrm>
          <a:off x="0" y="0"/>
          <a:ext cx="0" cy="0"/>
          <a:chOff x="0" y="0"/>
          <a:chExt cx="0" cy="0"/>
        </a:xfrm>
      </p:grpSpPr>
      <p:sp>
        <p:nvSpPr>
          <p:cNvPr id="51" name="Google Shape;51;p6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6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52120" algn="l">
              <a:spcBef>
                <a:spcPts val="1120"/>
              </a:spcBef>
              <a:spcAft>
                <a:spcPts val="0"/>
              </a:spcAft>
              <a:buSzPts val="3520"/>
              <a:buChar char="▪"/>
              <a:defRPr sz="3200"/>
            </a:lvl1pPr>
            <a:lvl2pPr marL="914400" lvl="1" indent="-424180" algn="l">
              <a:spcBef>
                <a:spcPts val="980"/>
              </a:spcBef>
              <a:spcAft>
                <a:spcPts val="0"/>
              </a:spcAft>
              <a:buSzPts val="3080"/>
              <a:buChar char="•"/>
              <a:defRPr sz="2800"/>
            </a:lvl2pPr>
            <a:lvl3pPr marL="1371600" lvl="2" indent="-342900" algn="l">
              <a:spcBef>
                <a:spcPts val="840"/>
              </a:spcBef>
              <a:spcAft>
                <a:spcPts val="0"/>
              </a:spcAft>
              <a:buSzPts val="1800"/>
              <a:buChar char="4"/>
              <a:defRPr sz="2400"/>
            </a:lvl3pPr>
            <a:lvl4pPr marL="1828800" lvl="3" indent="-323850" algn="l">
              <a:spcBef>
                <a:spcPts val="700"/>
              </a:spcBef>
              <a:spcAft>
                <a:spcPts val="0"/>
              </a:spcAft>
              <a:buSzPts val="1500"/>
              <a:buFont typeface="Helvetica Neue" panose="020B0403020202020204"/>
              <a:buChar char="–"/>
              <a:defRPr sz="2000"/>
            </a:lvl4pPr>
            <a:lvl5pPr marL="2286000" lvl="4" indent="-323850" algn="l">
              <a:spcBef>
                <a:spcPts val="700"/>
              </a:spcBef>
              <a:spcAft>
                <a:spcPts val="0"/>
              </a:spcAft>
              <a:buSzPts val="1500"/>
              <a:buFont typeface="Helvetica Neue" panose="020B0403020202020204"/>
              <a:buChar char="»"/>
              <a:defRPr sz="2000"/>
            </a:lvl5pPr>
            <a:lvl6pPr marL="2743200" lvl="5" indent="-323850" algn="l">
              <a:spcBef>
                <a:spcPts val="700"/>
              </a:spcBef>
              <a:spcAft>
                <a:spcPts val="0"/>
              </a:spcAft>
              <a:buSzPts val="1500"/>
              <a:buFont typeface="Helvetica Neue" panose="020B0403020202020204"/>
              <a:buChar char="»"/>
              <a:defRPr sz="2000"/>
            </a:lvl6pPr>
            <a:lvl7pPr marL="3200400" lvl="6" indent="-323850" algn="l">
              <a:spcBef>
                <a:spcPts val="700"/>
              </a:spcBef>
              <a:spcAft>
                <a:spcPts val="0"/>
              </a:spcAft>
              <a:buSzPts val="1500"/>
              <a:buFont typeface="Helvetica Neue" panose="020B0403020202020204"/>
              <a:buChar char="»"/>
              <a:defRPr sz="2000"/>
            </a:lvl7pPr>
            <a:lvl8pPr marL="3657600" lvl="7" indent="-323850" algn="l">
              <a:spcBef>
                <a:spcPts val="700"/>
              </a:spcBef>
              <a:spcAft>
                <a:spcPts val="0"/>
              </a:spcAft>
              <a:buSzPts val="1500"/>
              <a:buFont typeface="Helvetica Neue" panose="020B0403020202020204"/>
              <a:buChar char="»"/>
              <a:defRPr sz="2000"/>
            </a:lvl8pPr>
            <a:lvl9pPr marL="4114800" lvl="8" indent="-323850" algn="l">
              <a:spcBef>
                <a:spcPts val="700"/>
              </a:spcBef>
              <a:spcAft>
                <a:spcPts val="0"/>
              </a:spcAft>
              <a:buSzPts val="1500"/>
              <a:buFont typeface="Helvetica Neue" panose="020B0403020202020204"/>
              <a:buChar char="»"/>
              <a:defRPr sz="2000"/>
            </a:lvl9pPr>
          </a:lstStyle>
          <a:p/>
        </p:txBody>
      </p:sp>
      <p:sp>
        <p:nvSpPr>
          <p:cNvPr id="53" name="Google Shape;53;p6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540"/>
              <a:buNone/>
              <a:defRPr sz="1400"/>
            </a:lvl1pPr>
            <a:lvl2pPr marL="914400" lvl="1" indent="-228600" algn="l">
              <a:spcBef>
                <a:spcPts val="420"/>
              </a:spcBef>
              <a:spcAft>
                <a:spcPts val="0"/>
              </a:spcAft>
              <a:buSzPts val="132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675"/>
              <a:buFont typeface="Helvetica Neue" panose="020B0403020202020204"/>
              <a:buNone/>
              <a:defRPr sz="900"/>
            </a:lvl4pPr>
            <a:lvl5pPr marL="2286000" lvl="4" indent="-228600" algn="l">
              <a:spcBef>
                <a:spcPts val="315"/>
              </a:spcBef>
              <a:spcAft>
                <a:spcPts val="0"/>
              </a:spcAft>
              <a:buSzPts val="675"/>
              <a:buFont typeface="Helvetica Neue" panose="020B0403020202020204"/>
              <a:buNone/>
              <a:defRPr sz="900"/>
            </a:lvl5pPr>
            <a:lvl6pPr marL="2743200" lvl="5" indent="-228600" algn="l">
              <a:spcBef>
                <a:spcPts val="315"/>
              </a:spcBef>
              <a:spcAft>
                <a:spcPts val="0"/>
              </a:spcAft>
              <a:buSzPts val="675"/>
              <a:buFont typeface="Helvetica Neue" panose="020B0403020202020204"/>
              <a:buNone/>
              <a:defRPr sz="900"/>
            </a:lvl6pPr>
            <a:lvl7pPr marL="3200400" lvl="6" indent="-228600" algn="l">
              <a:spcBef>
                <a:spcPts val="315"/>
              </a:spcBef>
              <a:spcAft>
                <a:spcPts val="0"/>
              </a:spcAft>
              <a:buSzPts val="675"/>
              <a:buFont typeface="Helvetica Neue" panose="020B0403020202020204"/>
              <a:buNone/>
              <a:defRPr sz="900"/>
            </a:lvl7pPr>
            <a:lvl8pPr marL="3657600" lvl="7" indent="-228600" algn="l">
              <a:spcBef>
                <a:spcPts val="315"/>
              </a:spcBef>
              <a:spcAft>
                <a:spcPts val="0"/>
              </a:spcAft>
              <a:buSzPts val="675"/>
              <a:buFont typeface="Helvetica Neue" panose="020B0403020202020204"/>
              <a:buNone/>
              <a:defRPr sz="900"/>
            </a:lvl8pPr>
            <a:lvl9pPr marL="4114800" lvl="8" indent="-228600" algn="l">
              <a:spcBef>
                <a:spcPts val="315"/>
              </a:spcBef>
              <a:spcAft>
                <a:spcPts val="0"/>
              </a:spcAft>
              <a:buSzPts val="675"/>
              <a:buFont typeface="Helvetica Neue" panose="020B040302020202020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54" name="Shape 54"/>
        <p:cNvGrpSpPr/>
        <p:nvPr/>
      </p:nvGrpSpPr>
      <p:grpSpPr>
        <a:xfrm>
          <a:off x="0" y="0"/>
          <a:ext cx="0" cy="0"/>
          <a:chOff x="0" y="0"/>
          <a:chExt cx="0" cy="0"/>
        </a:xfrm>
      </p:grpSpPr>
      <p:sp>
        <p:nvSpPr>
          <p:cNvPr id="55" name="Google Shape;55;p7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70"/>
          <p:cNvSpPr/>
          <p:nvPr>
            <p:ph type="pic" idx="2"/>
          </p:nvPr>
        </p:nvSpPr>
        <p:spPr>
          <a:xfrm>
            <a:off x="1792288" y="612775"/>
            <a:ext cx="5486400" cy="4114800"/>
          </a:xfrm>
          <a:prstGeom prst="rect">
            <a:avLst/>
          </a:prstGeom>
          <a:noFill/>
          <a:ln>
            <a:noFill/>
          </a:ln>
        </p:spPr>
      </p:sp>
      <p:sp>
        <p:nvSpPr>
          <p:cNvPr id="57" name="Google Shape;57;p7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540"/>
              <a:buNone/>
              <a:defRPr sz="1400"/>
            </a:lvl1pPr>
            <a:lvl2pPr marL="914400" lvl="1" indent="-228600" algn="l">
              <a:spcBef>
                <a:spcPts val="420"/>
              </a:spcBef>
              <a:spcAft>
                <a:spcPts val="0"/>
              </a:spcAft>
              <a:buSzPts val="132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675"/>
              <a:buFont typeface="Helvetica Neue" panose="020B0403020202020204"/>
              <a:buNone/>
              <a:defRPr sz="900"/>
            </a:lvl4pPr>
            <a:lvl5pPr marL="2286000" lvl="4" indent="-228600" algn="l">
              <a:spcBef>
                <a:spcPts val="315"/>
              </a:spcBef>
              <a:spcAft>
                <a:spcPts val="0"/>
              </a:spcAft>
              <a:buSzPts val="675"/>
              <a:buFont typeface="Helvetica Neue" panose="020B0403020202020204"/>
              <a:buNone/>
              <a:defRPr sz="900"/>
            </a:lvl5pPr>
            <a:lvl6pPr marL="2743200" lvl="5" indent="-228600" algn="l">
              <a:spcBef>
                <a:spcPts val="315"/>
              </a:spcBef>
              <a:spcAft>
                <a:spcPts val="0"/>
              </a:spcAft>
              <a:buSzPts val="675"/>
              <a:buFont typeface="Helvetica Neue" panose="020B0403020202020204"/>
              <a:buNone/>
              <a:defRPr sz="900"/>
            </a:lvl6pPr>
            <a:lvl7pPr marL="3200400" lvl="6" indent="-228600" algn="l">
              <a:spcBef>
                <a:spcPts val="315"/>
              </a:spcBef>
              <a:spcAft>
                <a:spcPts val="0"/>
              </a:spcAft>
              <a:buSzPts val="675"/>
              <a:buFont typeface="Helvetica Neue" panose="020B0403020202020204"/>
              <a:buNone/>
              <a:defRPr sz="900"/>
            </a:lvl7pPr>
            <a:lvl8pPr marL="3657600" lvl="7" indent="-228600" algn="l">
              <a:spcBef>
                <a:spcPts val="315"/>
              </a:spcBef>
              <a:spcAft>
                <a:spcPts val="0"/>
              </a:spcAft>
              <a:buSzPts val="675"/>
              <a:buFont typeface="Helvetica Neue" panose="020B0403020202020204"/>
              <a:buNone/>
              <a:defRPr sz="900"/>
            </a:lvl8pPr>
            <a:lvl9pPr marL="4114800" lvl="8" indent="-228600" algn="l">
              <a:spcBef>
                <a:spcPts val="315"/>
              </a:spcBef>
              <a:spcAft>
                <a:spcPts val="0"/>
              </a:spcAft>
              <a:buSzPts val="675"/>
              <a:buFont typeface="Helvetica Neue" panose="020B0403020202020204"/>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58" name="Shape 58"/>
        <p:cNvGrpSpPr/>
        <p:nvPr/>
      </p:nvGrpSpPr>
      <p:grpSpPr>
        <a:xfrm>
          <a:off x="0" y="0"/>
          <a:ext cx="0" cy="0"/>
          <a:chOff x="0" y="0"/>
          <a:chExt cx="0" cy="0"/>
        </a:xfrm>
      </p:grpSpPr>
      <p:sp>
        <p:nvSpPr>
          <p:cNvPr id="59" name="Google Shape;59;p71"/>
          <p:cNvSpPr txBox="1"/>
          <p:nvPr>
            <p:ph type="title"/>
          </p:nvPr>
        </p:nvSpPr>
        <p:spPr>
          <a:xfrm>
            <a:off x="457200" y="225425"/>
            <a:ext cx="8077200" cy="57626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71"/>
          <p:cNvSpPr txBox="1"/>
          <p:nvPr>
            <p:ph type="body" idx="1"/>
          </p:nvPr>
        </p:nvSpPr>
        <p:spPr>
          <a:xfrm rot="5400000">
            <a:off x="2405063" y="-365125"/>
            <a:ext cx="4530725" cy="7727950"/>
          </a:xfrm>
          <a:prstGeom prst="rect">
            <a:avLst/>
          </a:prstGeom>
          <a:noFill/>
          <a:ln>
            <a:noFill/>
          </a:ln>
        </p:spPr>
        <p:txBody>
          <a:bodyPr spcFirstLastPara="1" wrap="square" lIns="91425" tIns="45700" rIns="91425" bIns="45700" anchor="t" anchorCtr="0">
            <a:noAutofit/>
          </a:bodyPr>
          <a:lstStyle>
            <a:lvl1pPr marL="457200" lvl="0" indent="-354330" algn="l">
              <a:spcBef>
                <a:spcPts val="630"/>
              </a:spcBef>
              <a:spcAft>
                <a:spcPts val="0"/>
              </a:spcAft>
              <a:buSzPts val="1980"/>
              <a:buChar char="▪"/>
              <a:defRPr/>
            </a:lvl1pPr>
            <a:lvl2pPr marL="914400" lvl="1" indent="-354330" algn="l">
              <a:spcBef>
                <a:spcPts val="630"/>
              </a:spcBef>
              <a:spcAft>
                <a:spcPts val="0"/>
              </a:spcAft>
              <a:buSzPts val="198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61" name="Shape 61"/>
        <p:cNvGrpSpPr/>
        <p:nvPr/>
      </p:nvGrpSpPr>
      <p:grpSpPr>
        <a:xfrm>
          <a:off x="0" y="0"/>
          <a:ext cx="0" cy="0"/>
          <a:chOff x="0" y="0"/>
          <a:chExt cx="0" cy="0"/>
        </a:xfrm>
      </p:grpSpPr>
      <p:sp>
        <p:nvSpPr>
          <p:cNvPr id="62" name="Google Shape;62;p72"/>
          <p:cNvSpPr txBox="1"/>
          <p:nvPr>
            <p:ph type="title"/>
          </p:nvPr>
        </p:nvSpPr>
        <p:spPr>
          <a:xfrm rot="5400000">
            <a:off x="5220494" y="1948657"/>
            <a:ext cx="5486400" cy="214471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72"/>
          <p:cNvSpPr txBox="1"/>
          <p:nvPr>
            <p:ph type="body" idx="1"/>
          </p:nvPr>
        </p:nvSpPr>
        <p:spPr>
          <a:xfrm rot="5400000">
            <a:off x="854869" y="-119856"/>
            <a:ext cx="5486400" cy="6281738"/>
          </a:xfrm>
          <a:prstGeom prst="rect">
            <a:avLst/>
          </a:prstGeom>
          <a:noFill/>
          <a:ln>
            <a:noFill/>
          </a:ln>
        </p:spPr>
        <p:txBody>
          <a:bodyPr spcFirstLastPara="1" wrap="square" lIns="91425" tIns="45700" rIns="91425" bIns="45700" anchor="t" anchorCtr="0">
            <a:noAutofit/>
          </a:bodyPr>
          <a:lstStyle>
            <a:lvl1pPr marL="457200" lvl="0" indent="-354330" algn="l">
              <a:spcBef>
                <a:spcPts val="630"/>
              </a:spcBef>
              <a:spcAft>
                <a:spcPts val="0"/>
              </a:spcAft>
              <a:buSzPts val="1980"/>
              <a:buChar char="▪"/>
              <a:defRPr/>
            </a:lvl1pPr>
            <a:lvl2pPr marL="914400" lvl="1" indent="-354330" algn="l">
              <a:spcBef>
                <a:spcPts val="630"/>
              </a:spcBef>
              <a:spcAft>
                <a:spcPts val="0"/>
              </a:spcAft>
              <a:buSzPts val="198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pic>
        <p:nvPicPr>
          <p:cNvPr id="10" name="Google Shape;10;p61" descr="dino_3"/>
          <p:cNvPicPr preferRelativeResize="0"/>
          <p:nvPr/>
        </p:nvPicPr>
        <p:blipFill rotWithShape="1">
          <a:blip r:embed="rId12"/>
          <a:srcRect/>
          <a:stretch>
            <a:fillRect/>
          </a:stretch>
        </p:blipFill>
        <p:spPr>
          <a:xfrm>
            <a:off x="285750" y="0"/>
            <a:ext cx="1195388" cy="908050"/>
          </a:xfrm>
          <a:prstGeom prst="rect">
            <a:avLst/>
          </a:prstGeom>
          <a:noFill/>
          <a:ln>
            <a:noFill/>
          </a:ln>
        </p:spPr>
      </p:pic>
      <p:sp>
        <p:nvSpPr>
          <p:cNvPr id="11" name="Google Shape;11;p61"/>
          <p:cNvSpPr txBox="1"/>
          <p:nvPr>
            <p:ph type="title"/>
          </p:nvPr>
        </p:nvSpPr>
        <p:spPr>
          <a:xfrm>
            <a:off x="457200" y="225425"/>
            <a:ext cx="8077200" cy="576263"/>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5pPr>
            <a:lvl6pPr marR="0" lvl="5"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6pPr>
            <a:lvl7pPr marR="0" lvl="6"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7pPr>
            <a:lvl8pPr marR="0" lvl="7"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8pPr>
            <a:lvl9pPr marR="0" lvl="8"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61"/>
          <p:cNvSpPr txBox="1"/>
          <p:nvPr>
            <p:ph type="body" idx="1"/>
          </p:nvPr>
        </p:nvSpPr>
        <p:spPr>
          <a:xfrm>
            <a:off x="806450" y="1233488"/>
            <a:ext cx="7727950" cy="4530725"/>
          </a:xfrm>
          <a:prstGeom prst="rect">
            <a:avLst/>
          </a:prstGeom>
          <a:noFill/>
          <a:ln>
            <a:noFill/>
          </a:ln>
        </p:spPr>
        <p:txBody>
          <a:bodyPr spcFirstLastPara="1" wrap="square" lIns="91425" tIns="45700" rIns="91425" bIns="45700" anchor="t" anchorCtr="0">
            <a:noAutofit/>
          </a:bodyPr>
          <a:lstStyle>
            <a:lvl1pPr marL="457200" marR="0" lvl="0" indent="-354330" algn="l" rtl="0">
              <a:spcBef>
                <a:spcPts val="630"/>
              </a:spcBef>
              <a:spcAft>
                <a:spcPts val="0"/>
              </a:spcAft>
              <a:buClr>
                <a:srgbClr val="993300"/>
              </a:buClr>
              <a:buSzPts val="1980"/>
              <a:buFont typeface="Noto Sans Symbols"/>
              <a:buChar char="▪"/>
              <a:def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defRPr>
            </a:lvl1pPr>
            <a:lvl2pPr marL="914400" marR="0" lvl="1" indent="-354330" algn="l" rtl="0">
              <a:spcBef>
                <a:spcPts val="630"/>
              </a:spcBef>
              <a:spcAft>
                <a:spcPts val="0"/>
              </a:spcAft>
              <a:buClr>
                <a:srgbClr val="CC6600"/>
              </a:buClr>
              <a:buSzPts val="1980"/>
              <a:buFont typeface="Arial" panose="020B0604020202020204"/>
              <a:buChar char="•"/>
              <a:def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defRPr>
            </a:lvl2pPr>
            <a:lvl3pPr marL="1371600" marR="0" lvl="2" indent="-314325" algn="l" rtl="0">
              <a:spcBef>
                <a:spcPts val="630"/>
              </a:spcBef>
              <a:spcAft>
                <a:spcPts val="0"/>
              </a:spcAft>
              <a:buClr>
                <a:srgbClr val="009900"/>
              </a:buClr>
              <a:buSzPts val="1350"/>
              <a:buFont typeface="Arimo"/>
              <a:buChar char="4"/>
              <a:def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defRPr>
            </a:lvl3pPr>
            <a:lvl4pPr marL="1828800" marR="0" lvl="3" indent="-314325" algn="l" rtl="0">
              <a:spcBef>
                <a:spcPts val="630"/>
              </a:spcBef>
              <a:spcAft>
                <a:spcPts val="0"/>
              </a:spcAft>
              <a:buClr>
                <a:schemeClr val="hlink"/>
              </a:buClr>
              <a:buSzPts val="1350"/>
              <a:buFont typeface="Helvetica Neue" panose="020B0403020202020204"/>
              <a:buChar char="–"/>
              <a:def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defRPr>
            </a:lvl4pPr>
            <a:lvl5pPr marL="2286000" marR="0" lvl="4" indent="-314325" algn="l" rtl="0">
              <a:spcBef>
                <a:spcPts val="630"/>
              </a:spcBef>
              <a:spcAft>
                <a:spcPts val="0"/>
              </a:spcAft>
              <a:buClr>
                <a:srgbClr val="FF0066"/>
              </a:buClr>
              <a:buSzPts val="1350"/>
              <a:buFont typeface="Helvetica Neue" panose="020B0403020202020204"/>
              <a:buChar char="»"/>
              <a:def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defRPr>
            </a:lvl5pPr>
            <a:lvl6pPr marL="2743200" marR="0" lvl="5" indent="-314325" algn="l" rtl="0">
              <a:spcBef>
                <a:spcPts val="630"/>
              </a:spcBef>
              <a:spcAft>
                <a:spcPts val="0"/>
              </a:spcAft>
              <a:buClr>
                <a:srgbClr val="FF0066"/>
              </a:buClr>
              <a:buSzPts val="1350"/>
              <a:buFont typeface="Helvetica Neue" panose="020B0403020202020204"/>
              <a:buChar char="»"/>
              <a:def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defRPr>
            </a:lvl6pPr>
            <a:lvl7pPr marL="3200400" marR="0" lvl="6" indent="-314325" algn="l" rtl="0">
              <a:spcBef>
                <a:spcPts val="630"/>
              </a:spcBef>
              <a:spcAft>
                <a:spcPts val="0"/>
              </a:spcAft>
              <a:buClr>
                <a:srgbClr val="FF0066"/>
              </a:buClr>
              <a:buSzPts val="1350"/>
              <a:buFont typeface="Helvetica Neue" panose="020B0403020202020204"/>
              <a:buChar char="»"/>
              <a:def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defRPr>
            </a:lvl7pPr>
            <a:lvl8pPr marL="3657600" marR="0" lvl="7" indent="-314325" algn="l" rtl="0">
              <a:spcBef>
                <a:spcPts val="630"/>
              </a:spcBef>
              <a:spcAft>
                <a:spcPts val="0"/>
              </a:spcAft>
              <a:buClr>
                <a:srgbClr val="FF0066"/>
              </a:buClr>
              <a:buSzPts val="1350"/>
              <a:buFont typeface="Helvetica Neue" panose="020B0403020202020204"/>
              <a:buChar char="»"/>
              <a:def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defRPr>
            </a:lvl8pPr>
            <a:lvl9pPr marL="4114800" marR="0" lvl="8" indent="-314325" algn="l" rtl="0">
              <a:spcBef>
                <a:spcPts val="630"/>
              </a:spcBef>
              <a:spcAft>
                <a:spcPts val="0"/>
              </a:spcAft>
              <a:buClr>
                <a:srgbClr val="FF0066"/>
              </a:buClr>
              <a:buSzPts val="1350"/>
              <a:buFont typeface="Helvetica Neue" panose="020B0403020202020204"/>
              <a:buChar char="»"/>
              <a:def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defRPr>
            </a:lvl9pPr>
          </a:lstStyle>
          <a:p/>
        </p:txBody>
      </p:sp>
      <p:sp>
        <p:nvSpPr>
          <p:cNvPr id="13" name="Google Shape;13;p61"/>
          <p:cNvSpPr/>
          <p:nvPr/>
        </p:nvSpPr>
        <p:spPr>
          <a:xfrm>
            <a:off x="0" y="0"/>
            <a:ext cx="228600" cy="2286000"/>
          </a:xfrm>
          <a:prstGeom prst="rect">
            <a:avLst/>
          </a:prstGeom>
          <a:solidFill>
            <a:srgbClr val="33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4" name="Google Shape;14;p61"/>
          <p:cNvCxnSpPr/>
          <p:nvPr/>
        </p:nvCxnSpPr>
        <p:spPr>
          <a:xfrm>
            <a:off x="457200" y="860425"/>
            <a:ext cx="8077200" cy="0"/>
          </a:xfrm>
          <a:prstGeom prst="straightConnector1">
            <a:avLst/>
          </a:prstGeom>
          <a:noFill/>
          <a:ln w="19050" cap="flat" cmpd="sng">
            <a:solidFill>
              <a:srgbClr val="336699"/>
            </a:solidFill>
            <a:prstDash val="solid"/>
            <a:round/>
            <a:headEnd type="none" w="med" len="med"/>
            <a:tailEnd type="none" w="med" len="med"/>
          </a:ln>
        </p:spPr>
      </p:cxnSp>
      <p:sp>
        <p:nvSpPr>
          <p:cNvPr id="15" name="Google Shape;15;p61"/>
          <p:cNvSpPr/>
          <p:nvPr/>
        </p:nvSpPr>
        <p:spPr>
          <a:xfrm>
            <a:off x="0" y="2286000"/>
            <a:ext cx="228600" cy="2286000"/>
          </a:xfrm>
          <a:prstGeom prst="rect">
            <a:avLst/>
          </a:prstGeom>
          <a:solidFill>
            <a:srgbClr val="99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p61"/>
          <p:cNvSpPr/>
          <p:nvPr/>
        </p:nvSpPr>
        <p:spPr>
          <a:xfrm>
            <a:off x="0" y="4572000"/>
            <a:ext cx="228600" cy="2286000"/>
          </a:xfrm>
          <a:prstGeom prst="rect">
            <a:avLst/>
          </a:prstGeom>
          <a:solidFill>
            <a:srgbClr val="33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 name="Google Shape;17;p61"/>
          <p:cNvSpPr txBox="1"/>
          <p:nvPr/>
        </p:nvSpPr>
        <p:spPr>
          <a:xfrm>
            <a:off x="4256146" y="6613525"/>
            <a:ext cx="447558" cy="24622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006699"/>
                </a:solidFill>
                <a:latin typeface="Helvetica Neue" panose="020B0403020202020204"/>
                <a:ea typeface="Helvetica Neue" panose="020B0403020202020204"/>
                <a:cs typeface="Helvetica Neue" panose="020B0403020202020204"/>
                <a:sym typeface="Helvetica Neue" panose="020B0403020202020204"/>
              </a:rPr>
              <a:t>2.</a:t>
            </a:r>
            <a:fld id="{00000000-1234-1234-1234-123412341234}" type="slidenum">
              <a:rPr lang="en-US" sz="1000" b="1" i="0" u="none" strike="noStrike" cap="none">
                <a:solidFill>
                  <a:srgbClr val="006699"/>
                </a:solidFill>
                <a:latin typeface="Helvetica Neue" panose="020B0403020202020204"/>
                <a:ea typeface="Helvetica Neue" panose="020B0403020202020204"/>
                <a:cs typeface="Helvetica Neue" panose="020B0403020202020204"/>
                <a:sym typeface="Helvetica Neue" panose="020B0403020202020204"/>
              </a:rPr>
            </a:fld>
            <a:endParaRPr sz="1000" b="1" i="0" u="none" strike="noStrike" cap="none">
              <a:solidFill>
                <a:srgbClr val="006699"/>
              </a:solidFill>
              <a:latin typeface="Helvetica Neue" panose="020B0403020202020204"/>
              <a:ea typeface="Helvetica Neue" panose="020B0403020202020204"/>
              <a:cs typeface="Helvetica Neue" panose="020B0403020202020204"/>
              <a:sym typeface="Helvetica Neue" panose="020B0403020202020204"/>
            </a:endParaRPr>
          </a:p>
        </p:txBody>
      </p:sp>
      <p:sp>
        <p:nvSpPr>
          <p:cNvPr id="18" name="Google Shape;18;p61"/>
          <p:cNvSpPr txBox="1"/>
          <p:nvPr/>
        </p:nvSpPr>
        <p:spPr>
          <a:xfrm>
            <a:off x="6489700" y="6588125"/>
            <a:ext cx="2713038" cy="2444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006699"/>
                </a:solidFill>
                <a:latin typeface="Helvetica Neue" panose="020B0403020202020204"/>
                <a:ea typeface="Helvetica Neue" panose="020B0403020202020204"/>
                <a:cs typeface="Helvetica Neue" panose="020B0403020202020204"/>
                <a:sym typeface="Helvetica Neue" panose="020B0403020202020204"/>
              </a:rPr>
              <a:t>Silberschatz, Galvin and Gagne ©2018</a:t>
            </a:r>
            <a:endParaRPr lang="en-US" sz="1000" b="1" i="0" u="none" strike="noStrike" cap="none">
              <a:solidFill>
                <a:srgbClr val="006699"/>
              </a:solidFill>
              <a:latin typeface="Helvetica Neue" panose="020B0403020202020204"/>
              <a:ea typeface="Helvetica Neue" panose="020B0403020202020204"/>
              <a:cs typeface="Helvetica Neue" panose="020B0403020202020204"/>
              <a:sym typeface="Helvetica Neue" panose="020B0403020202020204"/>
            </a:endParaRPr>
          </a:p>
        </p:txBody>
      </p:sp>
      <p:sp>
        <p:nvSpPr>
          <p:cNvPr id="19" name="Google Shape;19;p61"/>
          <p:cNvSpPr txBox="1"/>
          <p:nvPr/>
        </p:nvSpPr>
        <p:spPr>
          <a:xfrm>
            <a:off x="185738" y="6586538"/>
            <a:ext cx="2730500" cy="2460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a:solidFill>
                  <a:srgbClr val="006699"/>
                </a:solidFill>
                <a:latin typeface="Helvetica Neue" panose="020B0403020202020204"/>
                <a:ea typeface="Helvetica Neue" panose="020B0403020202020204"/>
                <a:cs typeface="Helvetica Neue" panose="020B0403020202020204"/>
                <a:sym typeface="Helvetica Neue" panose="020B0403020202020204"/>
              </a:rPr>
              <a:t>Operating System Concepts – 10</a:t>
            </a:r>
            <a:r>
              <a:rPr lang="en-US" sz="1000" b="1" i="0" u="none" strike="noStrike" cap="none" baseline="30000">
                <a:solidFill>
                  <a:srgbClr val="006699"/>
                </a:solidFill>
                <a:latin typeface="Helvetica Neue" panose="020B0403020202020204"/>
                <a:ea typeface="Helvetica Neue" panose="020B0403020202020204"/>
                <a:cs typeface="Helvetica Neue" panose="020B0403020202020204"/>
                <a:sym typeface="Helvetica Neue" panose="020B0403020202020204"/>
              </a:rPr>
              <a:t>th</a:t>
            </a:r>
            <a:r>
              <a:rPr lang="en-US" sz="1000" b="1" i="0" u="none" strike="noStrike" cap="none">
                <a:solidFill>
                  <a:srgbClr val="006699"/>
                </a:solidFill>
                <a:latin typeface="Helvetica Neue" panose="020B0403020202020204"/>
                <a:ea typeface="Helvetica Neue" panose="020B0403020202020204"/>
                <a:cs typeface="Helvetica Neue" panose="020B0403020202020204"/>
                <a:sym typeface="Helvetica Neue" panose="020B0403020202020204"/>
              </a:rPr>
              <a:t> Edition</a:t>
            </a:r>
            <a:endParaRPr lang="en-US" sz="1000" b="1" i="0" u="none" strike="noStrike" cap="none">
              <a:solidFill>
                <a:srgbClr val="006699"/>
              </a:solidFill>
              <a:latin typeface="Helvetica Neue" panose="020B0403020202020204"/>
              <a:ea typeface="Helvetica Neue" panose="020B0403020202020204"/>
              <a:cs typeface="Helvetica Neue" panose="020B0403020202020204"/>
              <a:sym typeface="Helvetica Neue" panose="020B0403020202020204"/>
            </a:endParaRPr>
          </a:p>
        </p:txBody>
      </p:sp>
      <p:pic>
        <p:nvPicPr>
          <p:cNvPr id="20" name="Google Shape;20;p61" descr="dino_6"/>
          <p:cNvPicPr preferRelativeResize="0"/>
          <p:nvPr/>
        </p:nvPicPr>
        <p:blipFill rotWithShape="1">
          <a:blip r:embed="rId13"/>
          <a:srcRect/>
          <a:stretch>
            <a:fillRect/>
          </a:stretch>
        </p:blipFill>
        <p:spPr>
          <a:xfrm>
            <a:off x="7773988" y="5849938"/>
            <a:ext cx="1284287" cy="7921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9.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image" Target="../media/image16.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image" Target="../media/image17.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8" name="Shape 68"/>
        <p:cNvGrpSpPr/>
        <p:nvPr/>
      </p:nvGrpSpPr>
      <p:grpSpPr>
        <a:xfrm>
          <a:off x="0" y="0"/>
          <a:ext cx="0" cy="0"/>
          <a:chOff x="0" y="0"/>
          <a:chExt cx="0" cy="0"/>
        </a:xfrm>
      </p:grpSpPr>
      <p:sp>
        <p:nvSpPr>
          <p:cNvPr id="69" name="Google Shape;69;p1"/>
          <p:cNvSpPr txBox="1"/>
          <p:nvPr>
            <p:ph type="ctrTitle"/>
          </p:nvPr>
        </p:nvSpPr>
        <p:spPr>
          <a:xfrm>
            <a:off x="0" y="690880"/>
            <a:ext cx="9143365" cy="1325245"/>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Chapter 2:  Operating-System Services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75" name="Google Shape;75;p2"/>
          <p:cNvSpPr txBox="1"/>
          <p:nvPr>
            <p:ph type="title"/>
          </p:nvPr>
        </p:nvSpPr>
        <p:spPr>
          <a:xfrm>
            <a:off x="1094707" y="130231"/>
            <a:ext cx="806608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000"/>
              <a:t>Outline</a:t>
            </a:r>
            <a:endParaRPr lang="en-US" sz="3000"/>
          </a:p>
        </p:txBody>
      </p:sp>
      <p:sp>
        <p:nvSpPr>
          <p:cNvPr id="76" name="Google Shape;76;p2"/>
          <p:cNvSpPr txBox="1"/>
          <p:nvPr>
            <p:ph type="body" idx="1"/>
          </p:nvPr>
        </p:nvSpPr>
        <p:spPr>
          <a:xfrm>
            <a:off x="854075" y="1141468"/>
            <a:ext cx="7618413"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Operating System Services</a:t>
            </a:r>
            <a:endParaRPr lang="en-US"/>
          </a:p>
          <a:p>
            <a:pPr marL="342900" lvl="0" indent="-342900" algn="l" rtl="0">
              <a:spcBef>
                <a:spcPts val="630"/>
              </a:spcBef>
              <a:spcAft>
                <a:spcPts val="0"/>
              </a:spcAft>
              <a:buSzPts val="1980"/>
              <a:buChar char="▪"/>
            </a:pPr>
            <a:r>
              <a:rPr lang="en-US"/>
              <a:t>User and Operating System-Interface</a:t>
            </a:r>
            <a:endParaRPr lang="en-US"/>
          </a:p>
          <a:p>
            <a:pPr marL="342900" lvl="0" indent="-342900" algn="l" rtl="0">
              <a:spcBef>
                <a:spcPts val="630"/>
              </a:spcBef>
              <a:spcAft>
                <a:spcPts val="0"/>
              </a:spcAft>
              <a:buSzPts val="1980"/>
              <a:buChar char="▪"/>
            </a:pPr>
            <a:r>
              <a:rPr lang="en-US"/>
              <a:t>System Calls</a:t>
            </a:r>
            <a:endParaRPr lang="en-US"/>
          </a:p>
          <a:p>
            <a:pPr marL="342900" lvl="0" indent="-342900" algn="l" rtl="0">
              <a:spcBef>
                <a:spcPts val="630"/>
              </a:spcBef>
              <a:spcAft>
                <a:spcPts val="0"/>
              </a:spcAft>
              <a:buSzPts val="1980"/>
              <a:buChar char="▪"/>
            </a:pPr>
            <a:r>
              <a:rPr lang="en-US"/>
              <a:t>System Services</a:t>
            </a:r>
            <a:endParaRPr lang="en-US"/>
          </a:p>
          <a:p>
            <a:pPr marL="342900" lvl="0" indent="-342900" algn="l" rtl="0">
              <a:spcBef>
                <a:spcPts val="630"/>
              </a:spcBef>
              <a:spcAft>
                <a:spcPts val="0"/>
              </a:spcAft>
              <a:buSzPts val="1980"/>
              <a:buChar char="▪"/>
            </a:pPr>
            <a:r>
              <a:rPr lang="en-US"/>
              <a:t>Linkers and Loaders</a:t>
            </a:r>
            <a:endParaRPr lang="en-US"/>
          </a:p>
          <a:p>
            <a:pPr marL="342900" lvl="0" indent="-342900" algn="l" rtl="0">
              <a:spcBef>
                <a:spcPts val="630"/>
              </a:spcBef>
              <a:spcAft>
                <a:spcPts val="0"/>
              </a:spcAft>
              <a:buSzPts val="1980"/>
              <a:buChar char="▪"/>
            </a:pPr>
            <a:r>
              <a:rPr lang="en-US"/>
              <a:t>Why Applications are Operating System Specific</a:t>
            </a:r>
            <a:endParaRPr lang="en-US"/>
          </a:p>
          <a:p>
            <a:pPr marL="342900" lvl="0" indent="-342900" algn="l" rtl="0">
              <a:spcBef>
                <a:spcPts val="630"/>
              </a:spcBef>
              <a:spcAft>
                <a:spcPts val="0"/>
              </a:spcAft>
              <a:buSzPts val="1980"/>
              <a:buChar char="▪"/>
            </a:pPr>
            <a:r>
              <a:rPr lang="en-US"/>
              <a:t>Design and Implementation</a:t>
            </a:r>
            <a:endParaRPr lang="en-US"/>
          </a:p>
          <a:p>
            <a:pPr marL="342900" lvl="0" indent="-342900" algn="l" rtl="0">
              <a:spcBef>
                <a:spcPts val="630"/>
              </a:spcBef>
              <a:spcAft>
                <a:spcPts val="0"/>
              </a:spcAft>
              <a:buSzPts val="1980"/>
              <a:buChar char="▪"/>
            </a:pPr>
            <a:r>
              <a:rPr lang="en-US"/>
              <a:t>Operating System Structure</a:t>
            </a:r>
            <a:endParaRPr lang="en-US"/>
          </a:p>
          <a:p>
            <a:pPr marL="342900" lvl="0" indent="-342900" algn="l" rtl="0">
              <a:spcBef>
                <a:spcPts val="630"/>
              </a:spcBef>
              <a:spcAft>
                <a:spcPts val="0"/>
              </a:spcAft>
              <a:buSzPts val="1980"/>
              <a:buChar char="▪"/>
            </a:pPr>
            <a:r>
              <a:rPr lang="en-US"/>
              <a:t>Building and Booting an Operating System</a:t>
            </a:r>
            <a:endParaRPr lang="en-US"/>
          </a:p>
          <a:p>
            <a:pPr marL="342900" lvl="0" indent="-342900" algn="l" rtl="0">
              <a:spcBef>
                <a:spcPts val="630"/>
              </a:spcBef>
              <a:spcAft>
                <a:spcPts val="0"/>
              </a:spcAft>
              <a:buSzPts val="1980"/>
              <a:buChar char="▪"/>
            </a:pPr>
            <a:r>
              <a:rPr lang="en-US"/>
              <a:t>Operating System Debugging</a:t>
            </a:r>
            <a:endParaRPr lang="en-US"/>
          </a:p>
          <a:p>
            <a:pPr marL="342900" lvl="0" indent="-217170" algn="l" rtl="0">
              <a:spcBef>
                <a:spcPts val="630"/>
              </a:spcBef>
              <a:spcAft>
                <a:spcPts val="0"/>
              </a:spcAft>
              <a:buSzPts val="1980"/>
              <a:buNone/>
            </a:pPr>
          </a:p>
          <a:p>
            <a:pPr marL="342900" lvl="0" indent="-217170" algn="l" rtl="0">
              <a:spcBef>
                <a:spcPts val="630"/>
              </a:spcBef>
              <a:spcAft>
                <a:spcPts val="0"/>
              </a:spcAft>
              <a:buSzPts val="1980"/>
              <a:buNone/>
            </a:pPr>
          </a:p>
          <a:p>
            <a:pPr marL="342900" lvl="0" indent="-217170" algn="l" rtl="0">
              <a:spcBef>
                <a:spcPts val="630"/>
              </a:spcBef>
              <a:spcAft>
                <a:spcPts val="0"/>
              </a:spcAft>
              <a:buSzPts val="1980"/>
              <a:buNone/>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81" name="Shape 81"/>
        <p:cNvGrpSpPr/>
        <p:nvPr/>
      </p:nvGrpSpPr>
      <p:grpSpPr>
        <a:xfrm>
          <a:off x="0" y="0"/>
          <a:ext cx="0" cy="0"/>
          <a:chOff x="0" y="0"/>
          <a:chExt cx="0" cy="0"/>
        </a:xfrm>
      </p:grpSpPr>
      <p:sp>
        <p:nvSpPr>
          <p:cNvPr id="82" name="Google Shape;82;p3"/>
          <p:cNvSpPr txBox="1"/>
          <p:nvPr>
            <p:ph type="title"/>
          </p:nvPr>
        </p:nvSpPr>
        <p:spPr>
          <a:xfrm>
            <a:off x="457200" y="225425"/>
            <a:ext cx="80772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Objectives</a:t>
            </a:r>
            <a:endParaRPr lang="en-US"/>
          </a:p>
        </p:txBody>
      </p:sp>
      <p:sp>
        <p:nvSpPr>
          <p:cNvPr id="83" name="Google Shape;83;p3"/>
          <p:cNvSpPr txBox="1"/>
          <p:nvPr>
            <p:ph type="body" idx="1"/>
          </p:nvPr>
        </p:nvSpPr>
        <p:spPr>
          <a:xfrm>
            <a:off x="1305243" y="1263333"/>
            <a:ext cx="6808578" cy="453426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Identify services provided by an operating system</a:t>
            </a:r>
            <a:endParaRPr lang="en-US"/>
          </a:p>
          <a:p>
            <a:pPr marL="342900" lvl="0" indent="-342900" algn="l" rtl="0">
              <a:spcBef>
                <a:spcPts val="630"/>
              </a:spcBef>
              <a:spcAft>
                <a:spcPts val="0"/>
              </a:spcAft>
              <a:buSzPts val="1980"/>
              <a:buChar char="▪"/>
            </a:pPr>
            <a:r>
              <a:rPr lang="en-US"/>
              <a:t>Illustrate how system calls are used to provide operating system services</a:t>
            </a:r>
            <a:endParaRPr lang="en-US"/>
          </a:p>
          <a:p>
            <a:pPr marL="342900" lvl="0" indent="-342900" algn="l" rtl="0">
              <a:spcBef>
                <a:spcPts val="630"/>
              </a:spcBef>
              <a:spcAft>
                <a:spcPts val="0"/>
              </a:spcAft>
              <a:buSzPts val="1980"/>
              <a:buChar char="▪"/>
            </a:pPr>
            <a:r>
              <a:rPr lang="en-US"/>
              <a:t>Compare and contrast monolithic, layered, microkernel, modular, and hybrid strategies for designing operating systems</a:t>
            </a:r>
            <a:endParaRPr lang="en-US"/>
          </a:p>
          <a:p>
            <a:pPr marL="342900" lvl="0" indent="-342900" algn="l" rtl="0">
              <a:spcBef>
                <a:spcPts val="630"/>
              </a:spcBef>
              <a:spcAft>
                <a:spcPts val="0"/>
              </a:spcAft>
              <a:buSzPts val="1980"/>
              <a:buChar char="▪"/>
            </a:pPr>
            <a:r>
              <a:rPr lang="en-US"/>
              <a:t>Illustrate the process for booting an operating system</a:t>
            </a:r>
            <a:endParaRPr lang="en-US"/>
          </a:p>
          <a:p>
            <a:pPr marL="342900" lvl="0" indent="-342900" algn="l" rtl="0">
              <a:spcBef>
                <a:spcPts val="630"/>
              </a:spcBef>
              <a:spcAft>
                <a:spcPts val="0"/>
              </a:spcAft>
              <a:buSzPts val="1980"/>
              <a:buChar char="▪"/>
            </a:pPr>
            <a:r>
              <a:rPr lang="en-US"/>
              <a:t>Apply tools for monitoring operating system performance</a:t>
            </a:r>
            <a:endParaRPr lang="en-US"/>
          </a:p>
          <a:p>
            <a:pPr marL="342900" lvl="0" indent="-342900" algn="l" rtl="0">
              <a:spcBef>
                <a:spcPts val="630"/>
              </a:spcBef>
              <a:spcAft>
                <a:spcPts val="0"/>
              </a:spcAft>
              <a:buSzPts val="1980"/>
              <a:buChar char="▪"/>
            </a:pPr>
            <a:r>
              <a:rPr lang="en-US"/>
              <a:t>Design and implement kernel modules for interacting with a Linux kernel</a:t>
            </a:r>
            <a:endParaRPr lang="en-US"/>
          </a:p>
          <a:p>
            <a:pPr marL="342900" lvl="0" indent="-217170" algn="l" rtl="0">
              <a:spcBef>
                <a:spcPts val="630"/>
              </a:spcBef>
              <a:spcAft>
                <a:spcPts val="0"/>
              </a:spcAft>
              <a:buSzPts val="1980"/>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8" name="Shape 88"/>
        <p:cNvGrpSpPr/>
        <p:nvPr/>
      </p:nvGrpSpPr>
      <p:grpSpPr>
        <a:xfrm>
          <a:off x="0" y="0"/>
          <a:ext cx="0" cy="0"/>
          <a:chOff x="0" y="0"/>
          <a:chExt cx="0" cy="0"/>
        </a:xfrm>
      </p:grpSpPr>
      <p:sp>
        <p:nvSpPr>
          <p:cNvPr id="89" name="Google Shape;89;p4"/>
          <p:cNvSpPr txBox="1"/>
          <p:nvPr>
            <p:ph type="title"/>
          </p:nvPr>
        </p:nvSpPr>
        <p:spPr>
          <a:xfrm>
            <a:off x="1050925" y="147152"/>
            <a:ext cx="74485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Operating System Services</a:t>
            </a:r>
            <a:endParaRPr lang="en-US"/>
          </a:p>
        </p:txBody>
      </p:sp>
      <p:sp>
        <p:nvSpPr>
          <p:cNvPr id="90" name="Google Shape;90;p4"/>
          <p:cNvSpPr txBox="1"/>
          <p:nvPr>
            <p:ph type="body" idx="1"/>
          </p:nvPr>
        </p:nvSpPr>
        <p:spPr>
          <a:xfrm>
            <a:off x="846138" y="1119188"/>
            <a:ext cx="7653337" cy="500221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Operating systems provide an environment for execution of programs and services to programs and users</a:t>
            </a:r>
            <a:endParaRPr lang="en-US"/>
          </a:p>
          <a:p>
            <a:pPr marL="342900" lvl="0" indent="-342900" algn="l" rtl="0">
              <a:spcBef>
                <a:spcPts val="630"/>
              </a:spcBef>
              <a:spcAft>
                <a:spcPts val="0"/>
              </a:spcAft>
              <a:buSzPts val="1980"/>
              <a:buChar char="▪"/>
            </a:pPr>
            <a:r>
              <a:rPr lang="en-US"/>
              <a:t>One set of operating-system services provides functions that are helpful to the user:</a:t>
            </a:r>
            <a:endParaRPr lang="en-US"/>
          </a:p>
          <a:p>
            <a:pPr marL="742950" lvl="1" indent="-285750" algn="l" rtl="0">
              <a:spcBef>
                <a:spcPts val="630"/>
              </a:spcBef>
              <a:spcAft>
                <a:spcPts val="0"/>
              </a:spcAft>
              <a:buSzPts val="1980"/>
              <a:buChar char="•"/>
            </a:pPr>
            <a:r>
              <a:rPr lang="en-US" b="1"/>
              <a:t>User interface </a:t>
            </a:r>
            <a:r>
              <a:rPr lang="en-US"/>
              <a:t>- Almost all operating systems have a user interface (</a:t>
            </a:r>
            <a:r>
              <a:rPr lang="en-US" b="1">
                <a:solidFill>
                  <a:srgbClr val="006699"/>
                </a:solidFill>
                <a:latin typeface="Arial" panose="020B0604020202020204"/>
                <a:ea typeface="Arial" panose="020B0604020202020204"/>
                <a:cs typeface="Arial" panose="020B0604020202020204"/>
                <a:sym typeface="Arial" panose="020B0604020202020204"/>
              </a:rPr>
              <a:t>UI</a:t>
            </a:r>
            <a:r>
              <a:rPr lang="en-US"/>
              <a:t>).</a:t>
            </a:r>
            <a:endParaRPr lang="en-US"/>
          </a:p>
          <a:p>
            <a:pPr marL="1085850" lvl="2" indent="-228600" algn="l" rtl="0">
              <a:spcBef>
                <a:spcPts val="630"/>
              </a:spcBef>
              <a:spcAft>
                <a:spcPts val="0"/>
              </a:spcAft>
              <a:buSzPts val="1350"/>
              <a:buChar char="4"/>
            </a:pPr>
            <a:r>
              <a:rPr lang="en-US"/>
              <a:t>Varies between </a:t>
            </a:r>
            <a:r>
              <a:rPr lang="en-US" b="1">
                <a:solidFill>
                  <a:srgbClr val="006699"/>
                </a:solidFill>
                <a:latin typeface="Arial" panose="020B0604020202020204"/>
                <a:ea typeface="Arial" panose="020B0604020202020204"/>
                <a:cs typeface="Arial" panose="020B0604020202020204"/>
                <a:sym typeface="Arial" panose="020B0604020202020204"/>
              </a:rPr>
              <a:t>Command-Line</a:t>
            </a:r>
            <a:r>
              <a:rPr lang="en-US" b="1">
                <a:solidFill>
                  <a:srgbClr val="3366FF"/>
                </a:solidFill>
              </a:rPr>
              <a:t>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CLI</a:t>
            </a:r>
            <a:r>
              <a:rPr lang="en-US"/>
              <a:t>)</a:t>
            </a:r>
            <a:r>
              <a:rPr lang="en-US">
                <a:solidFill>
                  <a:srgbClr val="000000"/>
                </a:solidFill>
              </a:rPr>
              <a:t>, </a:t>
            </a:r>
            <a:r>
              <a:rPr lang="en-US" b="1">
                <a:solidFill>
                  <a:srgbClr val="006699"/>
                </a:solidFill>
                <a:latin typeface="Arial" panose="020B0604020202020204"/>
                <a:ea typeface="Arial" panose="020B0604020202020204"/>
                <a:cs typeface="Arial" panose="020B0604020202020204"/>
                <a:sym typeface="Arial" panose="020B0604020202020204"/>
              </a:rPr>
              <a:t>Graphics</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User</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Interface</a:t>
            </a:r>
            <a:r>
              <a:rPr lang="en-US" b="1">
                <a:solidFill>
                  <a:srgbClr val="3366FF"/>
                </a:solidFill>
              </a:rPr>
              <a:t>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GUI</a:t>
            </a:r>
            <a:r>
              <a:rPr lang="en-US"/>
              <a:t>)</a:t>
            </a:r>
            <a:r>
              <a:rPr lang="en-US">
                <a:solidFill>
                  <a:srgbClr val="000000"/>
                </a:solidFill>
              </a:rPr>
              <a:t>,</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touch-screen</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Batch</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980"/>
              <a:buChar char="•"/>
            </a:pPr>
            <a:r>
              <a:rPr lang="en-US" b="1"/>
              <a:t>Program execution </a:t>
            </a:r>
            <a:r>
              <a:rPr lang="en-US"/>
              <a:t>- The system must be able to load a program into memory and to run that program, end execution, either normally or abnormally (indicating error)</a:t>
            </a:r>
            <a:endParaRPr lang="en-US"/>
          </a:p>
          <a:p>
            <a:pPr marL="742950" lvl="1" indent="-285750" algn="l" rtl="0">
              <a:spcBef>
                <a:spcPts val="630"/>
              </a:spcBef>
              <a:spcAft>
                <a:spcPts val="0"/>
              </a:spcAft>
              <a:buSzPts val="1980"/>
              <a:buChar char="•"/>
            </a:pPr>
            <a:r>
              <a:rPr lang="en-US" b="1"/>
              <a:t>I/O operations </a:t>
            </a:r>
            <a:r>
              <a:rPr lang="en-US"/>
              <a:t>-  A running program may require I/O, which may involve a file or an I/O device</a:t>
            </a:r>
            <a:endParaRPr lang="en-US"/>
          </a:p>
          <a:p>
            <a:pPr marL="742950" lvl="1" indent="-285750" algn="l" rtl="0">
              <a:spcBef>
                <a:spcPts val="630"/>
              </a:spcBef>
              <a:spcAft>
                <a:spcPts val="0"/>
              </a:spcAft>
              <a:buSzPts val="1980"/>
              <a:buChar char="•"/>
            </a:pPr>
            <a:r>
              <a:rPr lang="en-US" b="1"/>
              <a:t>File-system manipulation </a:t>
            </a:r>
            <a:r>
              <a:rPr lang="en-US"/>
              <a:t>-  The file system is of particular interest. Programs need to read and write files and directories, create and delete them, search them, list file Information, permission management.</a:t>
            </a:r>
            <a:endParaRPr b="1"/>
          </a:p>
          <a:p>
            <a:pPr marL="742950" lvl="1" indent="-160020" algn="l" rtl="0">
              <a:spcBef>
                <a:spcPts val="630"/>
              </a:spcBef>
              <a:spcAft>
                <a:spcPts val="0"/>
              </a:spcAft>
              <a:buSzPts val="1980"/>
              <a:buNone/>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sp>
        <p:nvSpPr>
          <p:cNvPr id="96" name="Google Shape;96;p5"/>
          <p:cNvSpPr txBox="1"/>
          <p:nvPr>
            <p:ph type="title"/>
          </p:nvPr>
        </p:nvSpPr>
        <p:spPr>
          <a:xfrm>
            <a:off x="946150" y="220663"/>
            <a:ext cx="786923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Operating System Services (Cont.)</a:t>
            </a:r>
            <a:endParaRPr lang="en-US"/>
          </a:p>
        </p:txBody>
      </p:sp>
      <p:sp>
        <p:nvSpPr>
          <p:cNvPr id="97" name="Google Shape;97;p5"/>
          <p:cNvSpPr txBox="1"/>
          <p:nvPr>
            <p:ph type="body" idx="1"/>
          </p:nvPr>
        </p:nvSpPr>
        <p:spPr>
          <a:xfrm>
            <a:off x="849313" y="1138238"/>
            <a:ext cx="7678737" cy="541813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One set of operating-system services provides functions that are helpful to the user (Cont.):</a:t>
            </a:r>
            <a:endParaRPr b="1"/>
          </a:p>
          <a:p>
            <a:pPr marL="742950" lvl="1" indent="-285750" algn="l" rtl="0">
              <a:spcBef>
                <a:spcPts val="630"/>
              </a:spcBef>
              <a:spcAft>
                <a:spcPts val="0"/>
              </a:spcAft>
              <a:buSzPts val="1980"/>
              <a:buChar char="•"/>
            </a:pPr>
            <a:r>
              <a:rPr lang="en-US" b="1"/>
              <a:t>Communications</a:t>
            </a:r>
            <a:r>
              <a:rPr lang="en-US"/>
              <a:t> – Processes may exchange information, on the same computer or between computers over a network</a:t>
            </a:r>
            <a:endParaRPr lang="en-US"/>
          </a:p>
          <a:p>
            <a:pPr marL="1085850" lvl="2" indent="-228600" algn="l" rtl="0">
              <a:spcBef>
                <a:spcPts val="630"/>
              </a:spcBef>
              <a:spcAft>
                <a:spcPts val="0"/>
              </a:spcAft>
              <a:buSzPts val="1350"/>
              <a:buChar char="4"/>
            </a:pPr>
            <a:r>
              <a:rPr lang="en-US"/>
              <a:t>Communications may be via shared memory or through message passing (packets moved by the OS)</a:t>
            </a:r>
            <a:endParaRPr lang="en-US"/>
          </a:p>
          <a:p>
            <a:pPr marL="742950" lvl="1" indent="-285750" algn="l" rtl="0">
              <a:spcBef>
                <a:spcPts val="630"/>
              </a:spcBef>
              <a:spcAft>
                <a:spcPts val="0"/>
              </a:spcAft>
              <a:buSzPts val="1980"/>
              <a:buChar char="•"/>
            </a:pPr>
            <a:r>
              <a:rPr lang="en-US" b="1"/>
              <a:t>Error detection </a:t>
            </a:r>
            <a:r>
              <a:rPr lang="en-US"/>
              <a:t>– OS needs to be constantly aware of possible errors</a:t>
            </a:r>
            <a:endParaRPr lang="en-US"/>
          </a:p>
          <a:p>
            <a:pPr marL="1085850" lvl="2" indent="-228600" algn="l" rtl="0">
              <a:spcBef>
                <a:spcPts val="630"/>
              </a:spcBef>
              <a:spcAft>
                <a:spcPts val="0"/>
              </a:spcAft>
              <a:buSzPts val="1350"/>
              <a:buChar char="4"/>
            </a:pPr>
            <a:r>
              <a:rPr lang="en-US"/>
              <a:t>May occur in the CPU and memory hardware, in I/O devices, in user program</a:t>
            </a:r>
            <a:endParaRPr lang="en-US"/>
          </a:p>
          <a:p>
            <a:pPr marL="1085850" lvl="2" indent="-228600" algn="l" rtl="0">
              <a:spcBef>
                <a:spcPts val="630"/>
              </a:spcBef>
              <a:spcAft>
                <a:spcPts val="0"/>
              </a:spcAft>
              <a:buSzPts val="1350"/>
              <a:buChar char="4"/>
            </a:pPr>
            <a:r>
              <a:rPr lang="en-US"/>
              <a:t>For each type of error, OS should take the appropriate action to ensure correct and consistent computing</a:t>
            </a:r>
            <a:endParaRPr lang="en-US"/>
          </a:p>
          <a:p>
            <a:pPr marL="1085850" lvl="2" indent="-228600" algn="l" rtl="0">
              <a:spcBef>
                <a:spcPts val="630"/>
              </a:spcBef>
              <a:spcAft>
                <a:spcPts val="0"/>
              </a:spcAft>
              <a:buSzPts val="1350"/>
              <a:buChar char="4"/>
            </a:pPr>
            <a:r>
              <a:rPr lang="en-US"/>
              <a:t>Debugging facilities can greatly enhance the user’s and programmer’s abilities to efficiently use the system</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2" name="Shape 102"/>
        <p:cNvGrpSpPr/>
        <p:nvPr/>
      </p:nvGrpSpPr>
      <p:grpSpPr>
        <a:xfrm>
          <a:off x="0" y="0"/>
          <a:ext cx="0" cy="0"/>
          <a:chOff x="0" y="0"/>
          <a:chExt cx="0" cy="0"/>
        </a:xfrm>
      </p:grpSpPr>
      <p:sp>
        <p:nvSpPr>
          <p:cNvPr id="103" name="Google Shape;103;p6"/>
          <p:cNvSpPr txBox="1"/>
          <p:nvPr>
            <p:ph type="title"/>
          </p:nvPr>
        </p:nvSpPr>
        <p:spPr>
          <a:xfrm>
            <a:off x="1003300" y="220663"/>
            <a:ext cx="7739063"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Operating System Services (Cont.)</a:t>
            </a:r>
            <a:endParaRPr lang="en-US"/>
          </a:p>
        </p:txBody>
      </p:sp>
      <p:sp>
        <p:nvSpPr>
          <p:cNvPr id="104" name="Google Shape;104;p6"/>
          <p:cNvSpPr txBox="1"/>
          <p:nvPr>
            <p:ph type="body" idx="1"/>
          </p:nvPr>
        </p:nvSpPr>
        <p:spPr>
          <a:xfrm>
            <a:off x="844550" y="1158875"/>
            <a:ext cx="7739063" cy="490537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a:t>Another set of OS functions exists for ensuring the efficient operation of the system itself via resource sharing</a:t>
            </a:r>
            <a:endParaRPr lang="en-US"/>
          </a:p>
          <a:p>
            <a:pPr marL="742950" lvl="1" indent="-285750" algn="l" rtl="0">
              <a:lnSpc>
                <a:spcPct val="90000"/>
              </a:lnSpc>
              <a:spcBef>
                <a:spcPts val="630"/>
              </a:spcBef>
              <a:spcAft>
                <a:spcPts val="0"/>
              </a:spcAft>
              <a:buSzPts val="1980"/>
              <a:buChar char="•"/>
            </a:pPr>
            <a:r>
              <a:rPr lang="en-US" b="1"/>
              <a:t>Resource allocation - </a:t>
            </a:r>
            <a:r>
              <a:rPr lang="en-US"/>
              <a:t>When  multiple users or multiple jobs running concurrently, resources must be allocated to each of them</a:t>
            </a:r>
            <a:endParaRPr lang="en-US"/>
          </a:p>
          <a:p>
            <a:pPr marL="1085850" lvl="2" indent="-228600" algn="l" rtl="0">
              <a:lnSpc>
                <a:spcPct val="90000"/>
              </a:lnSpc>
              <a:spcBef>
                <a:spcPts val="630"/>
              </a:spcBef>
              <a:spcAft>
                <a:spcPts val="0"/>
              </a:spcAft>
              <a:buSzPts val="1350"/>
              <a:buChar char="4"/>
            </a:pPr>
            <a:r>
              <a:rPr lang="en-US"/>
              <a:t>Many types of resources -   CPU cycles, main memory, file storage, I/O devices.</a:t>
            </a:r>
            <a:endParaRPr lang="en-US"/>
          </a:p>
          <a:p>
            <a:pPr marL="742950" lvl="1" indent="-285750" algn="l" rtl="0">
              <a:lnSpc>
                <a:spcPct val="90000"/>
              </a:lnSpc>
              <a:spcBef>
                <a:spcPts val="630"/>
              </a:spcBef>
              <a:spcAft>
                <a:spcPts val="0"/>
              </a:spcAft>
              <a:buSzPts val="1980"/>
              <a:buChar char="•"/>
            </a:pPr>
            <a:r>
              <a:rPr lang="en-US" b="1"/>
              <a:t>Logging -</a:t>
            </a:r>
            <a:r>
              <a:rPr lang="en-US"/>
              <a:t> To keep track of which users use how much and what kinds of computer resources</a:t>
            </a:r>
            <a:endParaRPr lang="en-US"/>
          </a:p>
          <a:p>
            <a:pPr marL="742950" lvl="1" indent="-285750" algn="l" rtl="0">
              <a:lnSpc>
                <a:spcPct val="90000"/>
              </a:lnSpc>
              <a:spcBef>
                <a:spcPts val="630"/>
              </a:spcBef>
              <a:spcAft>
                <a:spcPts val="0"/>
              </a:spcAft>
              <a:buSzPts val="1980"/>
              <a:buChar char="•"/>
            </a:pPr>
            <a:r>
              <a:rPr lang="en-US" b="1"/>
              <a:t>Protection and security - </a:t>
            </a:r>
            <a:r>
              <a:rPr lang="en-US"/>
              <a:t>The owners of information stored in a multiuser or networked computer system may want to control use of that information, concurrent processes should not interfere with each other</a:t>
            </a:r>
            <a:endParaRPr lang="en-US"/>
          </a:p>
          <a:p>
            <a:pPr marL="1085850" lvl="2" indent="-228600" algn="l" rtl="0">
              <a:lnSpc>
                <a:spcPct val="90000"/>
              </a:lnSpc>
              <a:spcBef>
                <a:spcPts val="630"/>
              </a:spcBef>
              <a:spcAft>
                <a:spcPts val="0"/>
              </a:spcAft>
              <a:buSzPts val="1350"/>
              <a:buChar char="4"/>
            </a:pPr>
            <a:r>
              <a:rPr lang="en-US" b="1"/>
              <a:t>Protection</a:t>
            </a:r>
            <a:r>
              <a:rPr lang="en-US"/>
              <a:t> involves ensuring that all access to system resources is controlled</a:t>
            </a:r>
            <a:endParaRPr lang="en-US"/>
          </a:p>
          <a:p>
            <a:pPr marL="1085850" lvl="2" indent="-228600" algn="l" rtl="0">
              <a:lnSpc>
                <a:spcPct val="90000"/>
              </a:lnSpc>
              <a:spcBef>
                <a:spcPts val="630"/>
              </a:spcBef>
              <a:spcAft>
                <a:spcPts val="0"/>
              </a:spcAft>
              <a:buSzPts val="1350"/>
              <a:buChar char="4"/>
            </a:pPr>
            <a:r>
              <a:rPr lang="en-US" b="1"/>
              <a:t>Security</a:t>
            </a:r>
            <a:r>
              <a:rPr lang="en-US"/>
              <a:t> of the system from outsiders requires user authentication, extends to defending external I/O devices from invalid access attempts</a:t>
            </a:r>
            <a:endParaRPr lang="en-US"/>
          </a:p>
          <a:p>
            <a:pPr marL="342900" lvl="0" indent="-342900" algn="l" rtl="0">
              <a:lnSpc>
                <a:spcPct val="90000"/>
              </a:lnSpc>
              <a:spcBef>
                <a:spcPts val="630"/>
              </a:spcBef>
              <a:spcAft>
                <a:spcPts val="0"/>
              </a:spcAft>
              <a:buSzPts val="1980"/>
              <a:buFont typeface="Arial" panose="020B0604020202020204"/>
              <a:buNone/>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8" name="Shape 108"/>
        <p:cNvGrpSpPr/>
        <p:nvPr/>
      </p:nvGrpSpPr>
      <p:grpSpPr>
        <a:xfrm>
          <a:off x="0" y="0"/>
          <a:ext cx="0" cy="0"/>
          <a:chOff x="0" y="0"/>
          <a:chExt cx="0" cy="0"/>
        </a:xfrm>
      </p:grpSpPr>
      <p:sp>
        <p:nvSpPr>
          <p:cNvPr id="109" name="Google Shape;109;p7"/>
          <p:cNvSpPr txBox="1"/>
          <p:nvPr>
            <p:ph type="title"/>
          </p:nvPr>
        </p:nvSpPr>
        <p:spPr>
          <a:xfrm>
            <a:off x="992188" y="206375"/>
            <a:ext cx="791845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A View of Operating System Services</a:t>
            </a:r>
            <a:endParaRPr lang="en-US"/>
          </a:p>
        </p:txBody>
      </p:sp>
      <p:pic>
        <p:nvPicPr>
          <p:cNvPr id="110" name="Google Shape;110;p7"/>
          <p:cNvPicPr preferRelativeResize="0"/>
          <p:nvPr/>
        </p:nvPicPr>
        <p:blipFill rotWithShape="1">
          <a:blip r:embed="rId1"/>
          <a:srcRect/>
          <a:stretch>
            <a:fillRect/>
          </a:stretch>
        </p:blipFill>
        <p:spPr>
          <a:xfrm>
            <a:off x="1193800" y="1836738"/>
            <a:ext cx="7221538" cy="35956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sp>
        <p:nvSpPr>
          <p:cNvPr id="116" name="Google Shape;116;p8"/>
          <p:cNvSpPr txBox="1"/>
          <p:nvPr>
            <p:ph type="title"/>
          </p:nvPr>
        </p:nvSpPr>
        <p:spPr>
          <a:xfrm>
            <a:off x="877888" y="220663"/>
            <a:ext cx="814546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Command Line interpreter </a:t>
            </a:r>
            <a:endParaRPr lang="en-US"/>
          </a:p>
        </p:txBody>
      </p:sp>
      <p:sp>
        <p:nvSpPr>
          <p:cNvPr id="117" name="Google Shape;117;p8"/>
          <p:cNvSpPr txBox="1"/>
          <p:nvPr>
            <p:ph type="body" idx="1"/>
          </p:nvPr>
        </p:nvSpPr>
        <p:spPr>
          <a:xfrm>
            <a:off x="877889" y="1223963"/>
            <a:ext cx="6155958" cy="413180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CLI allows direct command entry</a:t>
            </a:r>
            <a:endParaRPr lang="en-US"/>
          </a:p>
          <a:p>
            <a:pPr marL="342900" lvl="0" indent="-342900" algn="l" rtl="0">
              <a:spcBef>
                <a:spcPts val="630"/>
              </a:spcBef>
              <a:spcAft>
                <a:spcPts val="0"/>
              </a:spcAft>
              <a:buSzPts val="1980"/>
              <a:buChar char="▪"/>
            </a:pPr>
            <a:r>
              <a:rPr lang="en-US"/>
              <a:t>Sometimes implemented in kernel, sometimes by systems program</a:t>
            </a:r>
            <a:endParaRPr lang="en-US"/>
          </a:p>
          <a:p>
            <a:pPr marL="342900" lvl="0" indent="-342900" algn="l" rtl="0">
              <a:spcBef>
                <a:spcPts val="630"/>
              </a:spcBef>
              <a:spcAft>
                <a:spcPts val="0"/>
              </a:spcAft>
              <a:buSzPts val="1980"/>
              <a:buChar char="▪"/>
            </a:pPr>
            <a:r>
              <a:rPr lang="en-US"/>
              <a:t>Sometimes multiple flavors implemented – </a:t>
            </a:r>
            <a:r>
              <a:rPr lang="en-US" b="1">
                <a:solidFill>
                  <a:srgbClr val="006699"/>
                </a:solidFill>
                <a:latin typeface="Arial" panose="020B0604020202020204"/>
                <a:ea typeface="Arial" panose="020B0604020202020204"/>
                <a:cs typeface="Arial" panose="020B0604020202020204"/>
                <a:sym typeface="Arial" panose="020B0604020202020204"/>
              </a:rPr>
              <a:t>shells</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a:t>Primarily fetches a command from user and executes it</a:t>
            </a:r>
            <a:endParaRPr lang="en-US"/>
          </a:p>
          <a:p>
            <a:pPr marL="342900" lvl="0" indent="-342900" algn="l" rtl="0">
              <a:spcBef>
                <a:spcPts val="630"/>
              </a:spcBef>
              <a:spcAft>
                <a:spcPts val="0"/>
              </a:spcAft>
              <a:buSzPts val="1980"/>
              <a:buChar char="▪"/>
            </a:pPr>
            <a:r>
              <a:rPr lang="en-US"/>
              <a:t>Sometimes commands built-in, sometimes just names of programs</a:t>
            </a:r>
            <a:endParaRPr lang="en-US"/>
          </a:p>
          <a:p>
            <a:pPr marL="742950" lvl="1" indent="-285750" algn="l" rtl="0">
              <a:spcBef>
                <a:spcPts val="630"/>
              </a:spcBef>
              <a:spcAft>
                <a:spcPts val="0"/>
              </a:spcAft>
              <a:buSzPts val="1980"/>
              <a:buChar char="•"/>
            </a:pPr>
            <a:r>
              <a:rPr lang="en-US"/>
              <a:t>If the latter, adding new features doesn’t require shell modification</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1" name="Shape 121"/>
        <p:cNvGrpSpPr/>
        <p:nvPr/>
      </p:nvGrpSpPr>
      <p:grpSpPr>
        <a:xfrm>
          <a:off x="0" y="0"/>
          <a:ext cx="0" cy="0"/>
          <a:chOff x="0" y="0"/>
          <a:chExt cx="0" cy="0"/>
        </a:xfrm>
      </p:grpSpPr>
      <p:sp>
        <p:nvSpPr>
          <p:cNvPr id="122" name="Google Shape;122;p9"/>
          <p:cNvSpPr txBox="1"/>
          <p:nvPr>
            <p:ph type="title"/>
          </p:nvPr>
        </p:nvSpPr>
        <p:spPr>
          <a:xfrm>
            <a:off x="1119188" y="220663"/>
            <a:ext cx="73977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Bourne Shell Command Interpreter</a:t>
            </a:r>
            <a:endParaRPr lang="en-US"/>
          </a:p>
        </p:txBody>
      </p:sp>
      <p:pic>
        <p:nvPicPr>
          <p:cNvPr id="123" name="Google Shape;123;p9"/>
          <p:cNvPicPr preferRelativeResize="0"/>
          <p:nvPr/>
        </p:nvPicPr>
        <p:blipFill rotWithShape="1">
          <a:blip r:embed="rId1"/>
          <a:srcRect/>
          <a:stretch>
            <a:fillRect/>
          </a:stretch>
        </p:blipFill>
        <p:spPr>
          <a:xfrm>
            <a:off x="885825" y="1041400"/>
            <a:ext cx="7397750" cy="51228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10"/>
          <p:cNvSpPr txBox="1"/>
          <p:nvPr>
            <p:ph type="title"/>
          </p:nvPr>
        </p:nvSpPr>
        <p:spPr>
          <a:xfrm>
            <a:off x="1036638" y="214313"/>
            <a:ext cx="750093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3000"/>
              <a:t>User Operating System Interface - GUI</a:t>
            </a:r>
            <a:endParaRPr lang="en-US" sz="3000"/>
          </a:p>
        </p:txBody>
      </p:sp>
      <p:sp>
        <p:nvSpPr>
          <p:cNvPr id="130" name="Google Shape;130;p10"/>
          <p:cNvSpPr txBox="1"/>
          <p:nvPr>
            <p:ph type="body" idx="1"/>
          </p:nvPr>
        </p:nvSpPr>
        <p:spPr>
          <a:xfrm>
            <a:off x="838200" y="1154113"/>
            <a:ext cx="7699375"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User-friendly </a:t>
            </a:r>
            <a:r>
              <a:rPr lang="en-US" b="1">
                <a:solidFill>
                  <a:srgbClr val="006699"/>
                </a:solidFill>
                <a:latin typeface="Arial" panose="020B0604020202020204"/>
                <a:ea typeface="Arial" panose="020B0604020202020204"/>
                <a:cs typeface="Arial" panose="020B0604020202020204"/>
                <a:sym typeface="Arial" panose="020B0604020202020204"/>
              </a:rPr>
              <a:t>desktop</a:t>
            </a:r>
            <a:r>
              <a:rPr lang="en-US"/>
              <a:t> metaphor interface</a:t>
            </a:r>
            <a:endParaRPr lang="en-US"/>
          </a:p>
          <a:p>
            <a:pPr marL="742950" lvl="1" indent="-285750" algn="l" rtl="0">
              <a:spcBef>
                <a:spcPts val="630"/>
              </a:spcBef>
              <a:spcAft>
                <a:spcPts val="0"/>
              </a:spcAft>
              <a:buSzPts val="1980"/>
              <a:buChar char="•"/>
            </a:pPr>
            <a:r>
              <a:rPr lang="en-US"/>
              <a:t>Usually mouse, keyboard, and monitor</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Icons</a:t>
            </a:r>
            <a:r>
              <a:rPr lang="en-US"/>
              <a:t> represent files, programs, actions, etc</a:t>
            </a:r>
            <a:endParaRPr lang="en-US"/>
          </a:p>
          <a:p>
            <a:pPr marL="742950" lvl="1" indent="-285750" algn="l" rtl="0">
              <a:spcBef>
                <a:spcPts val="630"/>
              </a:spcBef>
              <a:spcAft>
                <a:spcPts val="0"/>
              </a:spcAft>
              <a:buSzPts val="1980"/>
              <a:buChar char="•"/>
            </a:pPr>
            <a:r>
              <a:rPr lang="en-US"/>
              <a:t>Various mouse buttons over objects in the interface cause various actions (provide information, options, execute function, open directory (known as a </a:t>
            </a:r>
            <a:r>
              <a:rPr lang="en-US" b="1">
                <a:solidFill>
                  <a:srgbClr val="006699"/>
                </a:solidFill>
                <a:latin typeface="Arial" panose="020B0604020202020204"/>
                <a:ea typeface="Arial" panose="020B0604020202020204"/>
                <a:cs typeface="Arial" panose="020B0604020202020204"/>
                <a:sym typeface="Arial" panose="020B0604020202020204"/>
              </a:rPr>
              <a:t>folder</a:t>
            </a:r>
            <a:r>
              <a:rPr lang="en-US"/>
              <a:t>)</a:t>
            </a:r>
            <a:endParaRPr lang="en-US"/>
          </a:p>
          <a:p>
            <a:pPr marL="742950" lvl="1" indent="-285750" algn="l" rtl="0">
              <a:spcBef>
                <a:spcPts val="630"/>
              </a:spcBef>
              <a:spcAft>
                <a:spcPts val="0"/>
              </a:spcAft>
              <a:buSzPts val="1980"/>
              <a:buChar char="•"/>
            </a:pPr>
            <a:r>
              <a:rPr lang="en-US"/>
              <a:t>Invented at Xerox PARC</a:t>
            </a:r>
            <a:endParaRPr lang="en-US"/>
          </a:p>
          <a:p>
            <a:pPr marL="342900" lvl="0" indent="-342900" algn="l" rtl="0">
              <a:spcBef>
                <a:spcPts val="630"/>
              </a:spcBef>
              <a:spcAft>
                <a:spcPts val="0"/>
              </a:spcAft>
              <a:buSzPts val="1980"/>
              <a:buChar char="▪"/>
            </a:pPr>
            <a:r>
              <a:rPr lang="en-US"/>
              <a:t>Many systems now include both CLI and GUI interfaces</a:t>
            </a:r>
            <a:endParaRPr lang="en-US"/>
          </a:p>
          <a:p>
            <a:pPr marL="742950" lvl="1" indent="-285750" algn="l" rtl="0">
              <a:spcBef>
                <a:spcPts val="630"/>
              </a:spcBef>
              <a:spcAft>
                <a:spcPts val="0"/>
              </a:spcAft>
              <a:buSzPts val="1980"/>
              <a:buChar char="•"/>
            </a:pPr>
            <a:r>
              <a:rPr lang="en-US"/>
              <a:t>Microsoft Windows is GUI with CLI “command” shell</a:t>
            </a:r>
            <a:endParaRPr lang="en-US"/>
          </a:p>
          <a:p>
            <a:pPr marL="742950" lvl="1" indent="-285750" algn="l" rtl="0">
              <a:spcBef>
                <a:spcPts val="630"/>
              </a:spcBef>
              <a:spcAft>
                <a:spcPts val="0"/>
              </a:spcAft>
              <a:buSzPts val="1980"/>
              <a:buChar char="•"/>
            </a:pPr>
            <a:r>
              <a:rPr lang="en-US"/>
              <a:t>Apple Mac OS X is “Aqua” GUI interface with UNIX kernel underneath and shells available</a:t>
            </a:r>
            <a:endParaRPr lang="en-US"/>
          </a:p>
          <a:p>
            <a:pPr marL="742950" lvl="1" indent="-285750" algn="l" rtl="0">
              <a:spcBef>
                <a:spcPts val="630"/>
              </a:spcBef>
              <a:spcAft>
                <a:spcPts val="0"/>
              </a:spcAft>
              <a:buSzPts val="1980"/>
              <a:buChar char="•"/>
            </a:pPr>
            <a:r>
              <a:rPr lang="en-US"/>
              <a:t>Unix and Linux have CLI with optional GUI interfaces (CDE, KDE, GNOME)</a:t>
            </a:r>
            <a:endParaRPr lang="en-US"/>
          </a:p>
          <a:p>
            <a:pPr marL="742950" lvl="1" indent="-160020" algn="l" rtl="0">
              <a:spcBef>
                <a:spcPts val="630"/>
              </a:spcBef>
              <a:spcAft>
                <a:spcPts val="0"/>
              </a:spcAft>
              <a:buSzPts val="1980"/>
              <a:buNone/>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35" name="Shape 135"/>
        <p:cNvGrpSpPr/>
        <p:nvPr/>
      </p:nvGrpSpPr>
      <p:grpSpPr>
        <a:xfrm>
          <a:off x="0" y="0"/>
          <a:ext cx="0" cy="0"/>
          <a:chOff x="0" y="0"/>
          <a:chExt cx="0" cy="0"/>
        </a:xfrm>
      </p:grpSpPr>
      <p:sp>
        <p:nvSpPr>
          <p:cNvPr id="136" name="Google Shape;136;p11"/>
          <p:cNvSpPr txBox="1"/>
          <p:nvPr>
            <p:ph type="title"/>
          </p:nvPr>
        </p:nvSpPr>
        <p:spPr>
          <a:xfrm>
            <a:off x="822325" y="228600"/>
            <a:ext cx="771525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Touchscreen Interfaces</a:t>
            </a:r>
            <a:endParaRPr lang="en-US"/>
          </a:p>
        </p:txBody>
      </p:sp>
      <p:sp>
        <p:nvSpPr>
          <p:cNvPr id="137" name="Google Shape;137;p11"/>
          <p:cNvSpPr txBox="1"/>
          <p:nvPr>
            <p:ph type="body" idx="1"/>
          </p:nvPr>
        </p:nvSpPr>
        <p:spPr>
          <a:xfrm>
            <a:off x="806450" y="1233488"/>
            <a:ext cx="412115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Touchscreen devices require new interfaces</a:t>
            </a:r>
            <a:endParaRPr lang="en-US"/>
          </a:p>
          <a:p>
            <a:pPr marL="742950" lvl="1" indent="-285750" algn="l" rtl="0">
              <a:spcBef>
                <a:spcPts val="560"/>
              </a:spcBef>
              <a:spcAft>
                <a:spcPts val="0"/>
              </a:spcAft>
              <a:buSzPts val="1760"/>
              <a:buChar char="•"/>
            </a:pPr>
            <a:r>
              <a:rPr lang="en-US" sz="1600"/>
              <a:t>Mouse not possible or not desired</a:t>
            </a:r>
            <a:endParaRPr lang="en-US" sz="1600"/>
          </a:p>
          <a:p>
            <a:pPr marL="742950" lvl="1" indent="-285750" algn="l" rtl="0">
              <a:spcBef>
                <a:spcPts val="560"/>
              </a:spcBef>
              <a:spcAft>
                <a:spcPts val="0"/>
              </a:spcAft>
              <a:buSzPts val="1760"/>
              <a:buChar char="•"/>
            </a:pPr>
            <a:r>
              <a:rPr lang="en-US" sz="1600"/>
              <a:t>Actions and selection based on gestures</a:t>
            </a:r>
            <a:endParaRPr lang="en-US" sz="1600"/>
          </a:p>
          <a:p>
            <a:pPr marL="742950" lvl="1" indent="-285750" algn="l" rtl="0">
              <a:spcBef>
                <a:spcPts val="560"/>
              </a:spcBef>
              <a:spcAft>
                <a:spcPts val="0"/>
              </a:spcAft>
              <a:buSzPts val="1760"/>
              <a:buChar char="•"/>
            </a:pPr>
            <a:r>
              <a:rPr lang="en-US" sz="1600"/>
              <a:t>Virtual keyboard for text entry</a:t>
            </a:r>
            <a:endParaRPr lang="en-US" sz="1600"/>
          </a:p>
          <a:p>
            <a:pPr marL="342900" lvl="0" indent="-342900" algn="l" rtl="0">
              <a:spcBef>
                <a:spcPts val="560"/>
              </a:spcBef>
              <a:spcAft>
                <a:spcPts val="0"/>
              </a:spcAft>
              <a:buSzPts val="1760"/>
              <a:buChar char="▪"/>
            </a:pPr>
            <a:r>
              <a:rPr lang="en-US" sz="1600"/>
              <a:t>Voice commands</a:t>
            </a:r>
            <a:endParaRPr lang="en-US" sz="1600"/>
          </a:p>
          <a:p>
            <a:pPr marL="0" lvl="0" indent="0" algn="l" rtl="0">
              <a:spcBef>
                <a:spcPts val="630"/>
              </a:spcBef>
              <a:spcAft>
                <a:spcPts val="0"/>
              </a:spcAft>
              <a:buSzPts val="1980"/>
              <a:buFont typeface="Arial" panose="020B0604020202020204"/>
              <a:buNone/>
            </a:pPr>
          </a:p>
          <a:p>
            <a:pPr marL="742950" lvl="1" indent="-160020" algn="l" rtl="0">
              <a:spcBef>
                <a:spcPts val="630"/>
              </a:spcBef>
              <a:spcAft>
                <a:spcPts val="0"/>
              </a:spcAft>
              <a:buSzPts val="1980"/>
              <a:buFont typeface="Arial" panose="020B0604020202020204"/>
              <a:buNone/>
            </a:pPr>
          </a:p>
        </p:txBody>
      </p:sp>
      <p:pic>
        <p:nvPicPr>
          <p:cNvPr id="138" name="Google Shape;138;p11"/>
          <p:cNvPicPr preferRelativeResize="0"/>
          <p:nvPr/>
        </p:nvPicPr>
        <p:blipFill rotWithShape="1">
          <a:blip r:embed="rId1"/>
          <a:srcRect/>
          <a:stretch>
            <a:fillRect/>
          </a:stretch>
        </p:blipFill>
        <p:spPr>
          <a:xfrm>
            <a:off x="5149850" y="1152525"/>
            <a:ext cx="2767013" cy="49196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2" name="Shape 142"/>
        <p:cNvGrpSpPr/>
        <p:nvPr/>
      </p:nvGrpSpPr>
      <p:grpSpPr>
        <a:xfrm>
          <a:off x="0" y="0"/>
          <a:ext cx="0" cy="0"/>
          <a:chOff x="0" y="0"/>
          <a:chExt cx="0" cy="0"/>
        </a:xfrm>
      </p:grpSpPr>
      <p:sp>
        <p:nvSpPr>
          <p:cNvPr id="143" name="Google Shape;143;p12"/>
          <p:cNvSpPr txBox="1"/>
          <p:nvPr>
            <p:ph type="title"/>
          </p:nvPr>
        </p:nvSpPr>
        <p:spPr>
          <a:xfrm>
            <a:off x="457200" y="227013"/>
            <a:ext cx="8113713"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The Mac OS X GUI</a:t>
            </a:r>
            <a:endParaRPr lang="en-US"/>
          </a:p>
        </p:txBody>
      </p:sp>
      <p:sp>
        <p:nvSpPr>
          <p:cNvPr id="144" name="Google Shape;144;p12"/>
          <p:cNvSpPr/>
          <p:nvPr/>
        </p:nvSpPr>
        <p:spPr>
          <a:xfrm>
            <a:off x="573088" y="1279525"/>
            <a:ext cx="8113712" cy="4564063"/>
          </a:xfrm>
          <a:prstGeom prst="rect">
            <a:avLst/>
          </a:prstGeom>
          <a:solidFill>
            <a:srgbClr val="FFFFFF"/>
          </a:solidFill>
          <a:ln>
            <a:no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13"/>
          <p:cNvSpPr txBox="1"/>
          <p:nvPr>
            <p:ph type="title"/>
          </p:nvPr>
        </p:nvSpPr>
        <p:spPr>
          <a:xfrm>
            <a:off x="457200" y="220663"/>
            <a:ext cx="80613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System Calls</a:t>
            </a:r>
            <a:endParaRPr lang="en-US"/>
          </a:p>
        </p:txBody>
      </p:sp>
      <p:sp>
        <p:nvSpPr>
          <p:cNvPr id="151" name="Google Shape;151;p13"/>
          <p:cNvSpPr txBox="1"/>
          <p:nvPr>
            <p:ph type="body" idx="1"/>
          </p:nvPr>
        </p:nvSpPr>
        <p:spPr>
          <a:xfrm>
            <a:off x="839788" y="1385888"/>
            <a:ext cx="7678737" cy="264636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a:t>Programming interface to the services provided by the OS</a:t>
            </a:r>
            <a:endParaRPr sz="800"/>
          </a:p>
          <a:p>
            <a:pPr marL="342900" lvl="0" indent="-342900" algn="l" rtl="0">
              <a:lnSpc>
                <a:spcPct val="90000"/>
              </a:lnSpc>
              <a:spcBef>
                <a:spcPts val="630"/>
              </a:spcBef>
              <a:spcAft>
                <a:spcPts val="0"/>
              </a:spcAft>
              <a:buSzPts val="1980"/>
              <a:buChar char="▪"/>
            </a:pPr>
            <a:r>
              <a:rPr lang="en-US"/>
              <a:t>Typically written in a high-level language (C or C++)</a:t>
            </a:r>
            <a:endParaRPr sz="800"/>
          </a:p>
          <a:p>
            <a:pPr marL="342900" lvl="0" indent="-342900" algn="l" rtl="0">
              <a:lnSpc>
                <a:spcPct val="90000"/>
              </a:lnSpc>
              <a:spcBef>
                <a:spcPts val="630"/>
              </a:spcBef>
              <a:spcAft>
                <a:spcPts val="0"/>
              </a:spcAft>
              <a:buSzPts val="1980"/>
              <a:buChar char="▪"/>
            </a:pPr>
            <a:r>
              <a:rPr lang="en-US"/>
              <a:t>Mostly accessed by programs via a high-level </a:t>
            </a:r>
            <a:r>
              <a:rPr lang="en-US" b="1">
                <a:solidFill>
                  <a:srgbClr val="006699"/>
                </a:solidFill>
                <a:latin typeface="Arial" panose="020B0604020202020204"/>
                <a:ea typeface="Arial" panose="020B0604020202020204"/>
                <a:cs typeface="Arial" panose="020B0604020202020204"/>
                <a:sym typeface="Arial" panose="020B0604020202020204"/>
              </a:rPr>
              <a:t>Application</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Programming</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Interface</a:t>
            </a:r>
            <a:r>
              <a:rPr lang="en-US" b="1">
                <a:solidFill>
                  <a:srgbClr val="3366FF"/>
                </a:solidFill>
              </a:rPr>
              <a:t> </a:t>
            </a:r>
            <a:r>
              <a:rPr lang="en-US">
                <a:solidFill>
                  <a:srgbClr val="000000"/>
                </a:solidFill>
              </a:rPr>
              <a:t>(</a:t>
            </a:r>
            <a:r>
              <a:rPr lang="en-US" b="1">
                <a:solidFill>
                  <a:srgbClr val="006699"/>
                </a:solidFill>
                <a:latin typeface="Arial" panose="020B0604020202020204"/>
                <a:ea typeface="Arial" panose="020B0604020202020204"/>
                <a:cs typeface="Arial" panose="020B0604020202020204"/>
                <a:sym typeface="Arial" panose="020B0604020202020204"/>
              </a:rPr>
              <a:t>API</a:t>
            </a:r>
            <a:r>
              <a:rPr lang="en-US">
                <a:solidFill>
                  <a:srgbClr val="000000"/>
                </a:solidFill>
              </a:rPr>
              <a:t>)</a:t>
            </a:r>
            <a:r>
              <a:rPr lang="en-US">
                <a:solidFill>
                  <a:srgbClr val="3366FF"/>
                </a:solidFill>
              </a:rPr>
              <a:t> </a:t>
            </a:r>
            <a:r>
              <a:rPr lang="en-US"/>
              <a:t>rather than direct system call use</a:t>
            </a:r>
            <a:endParaRPr sz="800"/>
          </a:p>
          <a:p>
            <a:pPr marL="342900" lvl="0" indent="-342900" algn="l" rtl="0">
              <a:lnSpc>
                <a:spcPct val="90000"/>
              </a:lnSpc>
              <a:spcBef>
                <a:spcPts val="630"/>
              </a:spcBef>
              <a:spcAft>
                <a:spcPts val="0"/>
              </a:spcAft>
              <a:buSzPts val="1980"/>
              <a:buChar char="▪"/>
            </a:pPr>
            <a:r>
              <a:rPr lang="en-US"/>
              <a:t>Three most common APIs are Win32 API for Windows, POSIX API for POSIX-based systems (including virtually all versions of UNIX, Linux, and Mac OS X), and Java API for the Java virtual machine (JVM)</a:t>
            </a:r>
            <a:endParaRPr lang="en-US"/>
          </a:p>
        </p:txBody>
      </p:sp>
      <p:sp>
        <p:nvSpPr>
          <p:cNvPr id="152" name="Google Shape;152;p13"/>
          <p:cNvSpPr/>
          <p:nvPr/>
        </p:nvSpPr>
        <p:spPr>
          <a:xfrm>
            <a:off x="942975" y="3624263"/>
            <a:ext cx="7181850" cy="590550"/>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rPr>
              <a:t>Note that the system-call names used throughout this text are generic</a:t>
            </a:r>
            <a:endParaRPr lang="en-US"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57" name="Shape 157"/>
        <p:cNvGrpSpPr/>
        <p:nvPr/>
      </p:nvGrpSpPr>
      <p:grpSpPr>
        <a:xfrm>
          <a:off x="0" y="0"/>
          <a:ext cx="0" cy="0"/>
          <a:chOff x="0" y="0"/>
          <a:chExt cx="0" cy="0"/>
        </a:xfrm>
      </p:grpSpPr>
      <p:sp>
        <p:nvSpPr>
          <p:cNvPr id="158" name="Google Shape;158;p14"/>
          <p:cNvSpPr txBox="1"/>
          <p:nvPr>
            <p:ph type="title"/>
          </p:nvPr>
        </p:nvSpPr>
        <p:spPr>
          <a:xfrm>
            <a:off x="457200" y="214313"/>
            <a:ext cx="80772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Example of System Calls</a:t>
            </a:r>
            <a:endParaRPr lang="en-US"/>
          </a:p>
        </p:txBody>
      </p:sp>
      <p:sp>
        <p:nvSpPr>
          <p:cNvPr id="159" name="Google Shape;159;p14"/>
          <p:cNvSpPr txBox="1"/>
          <p:nvPr>
            <p:ph type="body" idx="1"/>
          </p:nvPr>
        </p:nvSpPr>
        <p:spPr>
          <a:xfrm>
            <a:off x="830263" y="1233488"/>
            <a:ext cx="7704137"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System call sequence to copy the contents of one file to another file</a:t>
            </a:r>
            <a:endParaRPr lang="en-US"/>
          </a:p>
        </p:txBody>
      </p:sp>
      <p:pic>
        <p:nvPicPr>
          <p:cNvPr id="160" name="Google Shape;160;p14"/>
          <p:cNvPicPr preferRelativeResize="0"/>
          <p:nvPr/>
        </p:nvPicPr>
        <p:blipFill rotWithShape="1">
          <a:blip r:embed="rId1"/>
          <a:srcRect/>
          <a:stretch>
            <a:fillRect/>
          </a:stretch>
        </p:blipFill>
        <p:spPr>
          <a:xfrm>
            <a:off x="1458913" y="1965325"/>
            <a:ext cx="5937250" cy="4017963"/>
          </a:xfrm>
          <a:prstGeom prst="rect">
            <a:avLst/>
          </a:prstGeom>
          <a:noFill/>
          <a:ln>
            <a:noFill/>
          </a:ln>
        </p:spPr>
      </p:pic>
      <p:cxnSp>
        <p:nvCxnSpPr>
          <p:cNvPr id="161" name="Google Shape;161;p14"/>
          <p:cNvCxnSpPr/>
          <p:nvPr/>
        </p:nvCxnSpPr>
        <p:spPr>
          <a:xfrm>
            <a:off x="7358063" y="2022475"/>
            <a:ext cx="0" cy="420688"/>
          </a:xfrm>
          <a:prstGeom prst="straightConnector1">
            <a:avLst/>
          </a:prstGeom>
          <a:noFill/>
          <a:ln w="9525" cap="flat" cmpd="sng">
            <a:solidFill>
              <a:schemeClr val="dk1"/>
            </a:solidFill>
            <a:prstDash val="solid"/>
            <a:round/>
            <a:headEnd type="none" w="med" len="med"/>
            <a:tailEnd type="none" w="med" len="med"/>
          </a:ln>
        </p:spPr>
      </p:cxnSp>
      <p:cxnSp>
        <p:nvCxnSpPr>
          <p:cNvPr id="162" name="Google Shape;162;p14"/>
          <p:cNvCxnSpPr/>
          <p:nvPr/>
        </p:nvCxnSpPr>
        <p:spPr>
          <a:xfrm>
            <a:off x="1503363" y="2012950"/>
            <a:ext cx="0" cy="430213"/>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457200" y="220663"/>
            <a:ext cx="80422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Example of Standard API</a:t>
            </a:r>
            <a:endParaRPr lang="en-US"/>
          </a:p>
        </p:txBody>
      </p:sp>
      <p:pic>
        <p:nvPicPr>
          <p:cNvPr id="169" name="Google Shape;169;p15"/>
          <p:cNvPicPr preferRelativeResize="0"/>
          <p:nvPr/>
        </p:nvPicPr>
        <p:blipFill rotWithShape="1">
          <a:blip r:embed="rId1"/>
          <a:srcRect/>
          <a:stretch>
            <a:fillRect/>
          </a:stretch>
        </p:blipFill>
        <p:spPr>
          <a:xfrm>
            <a:off x="1839913" y="984250"/>
            <a:ext cx="5276850" cy="5381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74" name="Shape 174"/>
        <p:cNvGrpSpPr/>
        <p:nvPr/>
      </p:nvGrpSpPr>
      <p:grpSpPr>
        <a:xfrm>
          <a:off x="0" y="0"/>
          <a:ext cx="0" cy="0"/>
          <a:chOff x="0" y="0"/>
          <a:chExt cx="0" cy="0"/>
        </a:xfrm>
      </p:grpSpPr>
      <p:sp>
        <p:nvSpPr>
          <p:cNvPr id="175" name="Google Shape;175;p16"/>
          <p:cNvSpPr txBox="1"/>
          <p:nvPr>
            <p:ph type="title"/>
          </p:nvPr>
        </p:nvSpPr>
        <p:spPr>
          <a:xfrm>
            <a:off x="473075" y="217488"/>
            <a:ext cx="798988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System Call Implementation</a:t>
            </a:r>
            <a:endParaRPr lang="en-US"/>
          </a:p>
        </p:txBody>
      </p:sp>
      <p:sp>
        <p:nvSpPr>
          <p:cNvPr id="176" name="Google Shape;176;p16"/>
          <p:cNvSpPr txBox="1"/>
          <p:nvPr>
            <p:ph type="body" idx="1"/>
          </p:nvPr>
        </p:nvSpPr>
        <p:spPr>
          <a:xfrm>
            <a:off x="830263" y="1233488"/>
            <a:ext cx="763270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Typically, a number is  associated with each system call</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System-call</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interface</a:t>
            </a:r>
            <a:r>
              <a:rPr lang="en-US" b="1">
                <a:solidFill>
                  <a:srgbClr val="3366FF"/>
                </a:solidFill>
              </a:rPr>
              <a:t> </a:t>
            </a:r>
            <a:r>
              <a:rPr lang="en-US"/>
              <a:t>maintains a table indexed according to these numbers</a:t>
            </a:r>
            <a:endParaRPr sz="800"/>
          </a:p>
          <a:p>
            <a:pPr marL="342900" lvl="0" indent="-342900" algn="l" rtl="0">
              <a:spcBef>
                <a:spcPts val="630"/>
              </a:spcBef>
              <a:spcAft>
                <a:spcPts val="0"/>
              </a:spcAft>
              <a:buSzPts val="1980"/>
              <a:buChar char="▪"/>
            </a:pPr>
            <a:r>
              <a:rPr lang="en-US"/>
              <a:t>The system call interface invokes  the intended system call in OS kernel and returns status of the system call and any return values</a:t>
            </a:r>
            <a:endParaRPr sz="800"/>
          </a:p>
          <a:p>
            <a:pPr marL="342900" lvl="0" indent="-342900" algn="l" rtl="0">
              <a:spcBef>
                <a:spcPts val="630"/>
              </a:spcBef>
              <a:spcAft>
                <a:spcPts val="0"/>
              </a:spcAft>
              <a:buSzPts val="1980"/>
              <a:buChar char="▪"/>
            </a:pPr>
            <a:r>
              <a:rPr lang="en-US"/>
              <a:t>The caller need know nothing about how the system call is implemented</a:t>
            </a:r>
            <a:endParaRPr lang="en-US"/>
          </a:p>
          <a:p>
            <a:pPr marL="742950" lvl="1" indent="-285750" algn="l" rtl="0">
              <a:spcBef>
                <a:spcPts val="630"/>
              </a:spcBef>
              <a:spcAft>
                <a:spcPts val="0"/>
              </a:spcAft>
              <a:buSzPts val="1980"/>
              <a:buChar char="•"/>
            </a:pPr>
            <a:r>
              <a:rPr lang="en-US"/>
              <a:t>Just needs to obey API and understand what OS will do as a result call</a:t>
            </a:r>
            <a:endParaRPr lang="en-US"/>
          </a:p>
          <a:p>
            <a:pPr marL="742950" lvl="1" indent="-285750" algn="l" rtl="0">
              <a:spcBef>
                <a:spcPts val="630"/>
              </a:spcBef>
              <a:spcAft>
                <a:spcPts val="0"/>
              </a:spcAft>
              <a:buSzPts val="1980"/>
              <a:buChar char="•"/>
            </a:pPr>
            <a:r>
              <a:rPr lang="en-US"/>
              <a:t>Most details of  OS interface hidden from programmer by API  </a:t>
            </a:r>
            <a:endParaRPr lang="en-US"/>
          </a:p>
          <a:p>
            <a:pPr marL="1085850" lvl="2" indent="-228600" algn="l" rtl="0">
              <a:spcBef>
                <a:spcPts val="630"/>
              </a:spcBef>
              <a:spcAft>
                <a:spcPts val="0"/>
              </a:spcAft>
              <a:buSzPts val="1350"/>
              <a:buChar char="4"/>
            </a:pPr>
            <a:r>
              <a:rPr lang="en-US"/>
              <a:t>Managed by run-time support library (set of functions built into libraries included with compiler)</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920750" y="211138"/>
            <a:ext cx="7840663"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API – System Call – OS Relationship</a:t>
            </a:r>
            <a:endParaRPr lang="en-US"/>
          </a:p>
        </p:txBody>
      </p:sp>
      <p:pic>
        <p:nvPicPr>
          <p:cNvPr id="183" name="Google Shape;183;p17"/>
          <p:cNvPicPr preferRelativeResize="0"/>
          <p:nvPr/>
        </p:nvPicPr>
        <p:blipFill rotWithShape="1">
          <a:blip r:embed="rId1"/>
          <a:srcRect/>
          <a:stretch>
            <a:fillRect/>
          </a:stretch>
        </p:blipFill>
        <p:spPr>
          <a:xfrm>
            <a:off x="949325" y="1217613"/>
            <a:ext cx="7559675" cy="46148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18"/>
          <p:cNvSpPr txBox="1"/>
          <p:nvPr>
            <p:ph type="title"/>
          </p:nvPr>
        </p:nvSpPr>
        <p:spPr>
          <a:xfrm>
            <a:off x="879475" y="217488"/>
            <a:ext cx="770413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System Call Parameter Passing</a:t>
            </a:r>
            <a:endParaRPr lang="en-US"/>
          </a:p>
        </p:txBody>
      </p:sp>
      <p:sp>
        <p:nvSpPr>
          <p:cNvPr id="190" name="Google Shape;190;p18"/>
          <p:cNvSpPr txBox="1"/>
          <p:nvPr>
            <p:ph type="body" idx="1"/>
          </p:nvPr>
        </p:nvSpPr>
        <p:spPr>
          <a:xfrm>
            <a:off x="806450" y="1233488"/>
            <a:ext cx="7704138" cy="4530725"/>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a:t>Often, more information is required than simply identity of desired system call</a:t>
            </a:r>
            <a:endParaRPr lang="en-US"/>
          </a:p>
          <a:p>
            <a:pPr marL="742950" lvl="1" indent="-285750" algn="l" rtl="0">
              <a:lnSpc>
                <a:spcPct val="90000"/>
              </a:lnSpc>
              <a:spcBef>
                <a:spcPts val="630"/>
              </a:spcBef>
              <a:spcAft>
                <a:spcPts val="0"/>
              </a:spcAft>
              <a:buSzPts val="1980"/>
              <a:buChar char="•"/>
            </a:pPr>
            <a:r>
              <a:rPr lang="en-US"/>
              <a:t>Exact type and amount of information vary according to OS and call</a:t>
            </a:r>
            <a:endParaRPr sz="900"/>
          </a:p>
          <a:p>
            <a:pPr marL="342900" lvl="0" indent="-342900" algn="l" rtl="0">
              <a:lnSpc>
                <a:spcPct val="90000"/>
              </a:lnSpc>
              <a:spcBef>
                <a:spcPts val="630"/>
              </a:spcBef>
              <a:spcAft>
                <a:spcPts val="0"/>
              </a:spcAft>
              <a:buSzPts val="1980"/>
              <a:buChar char="▪"/>
            </a:pPr>
            <a:r>
              <a:rPr lang="en-US"/>
              <a:t>Three general methods used to pass parameters to the OS</a:t>
            </a:r>
            <a:endParaRPr lang="en-US"/>
          </a:p>
          <a:p>
            <a:pPr marL="742950" lvl="1" indent="-285750" algn="l" rtl="0">
              <a:lnSpc>
                <a:spcPct val="90000"/>
              </a:lnSpc>
              <a:spcBef>
                <a:spcPts val="630"/>
              </a:spcBef>
              <a:spcAft>
                <a:spcPts val="0"/>
              </a:spcAft>
              <a:buSzPts val="1980"/>
              <a:buChar char="•"/>
            </a:pPr>
            <a:r>
              <a:rPr lang="en-US"/>
              <a:t>Simplest:  pass the parameters in registers</a:t>
            </a:r>
            <a:endParaRPr lang="en-US"/>
          </a:p>
          <a:p>
            <a:pPr marL="1085850" lvl="2" indent="-228600" algn="l" rtl="0">
              <a:lnSpc>
                <a:spcPct val="90000"/>
              </a:lnSpc>
              <a:spcBef>
                <a:spcPts val="630"/>
              </a:spcBef>
              <a:spcAft>
                <a:spcPts val="0"/>
              </a:spcAft>
              <a:buSzPts val="1350"/>
              <a:buChar char="4"/>
            </a:pPr>
            <a:r>
              <a:rPr lang="en-US"/>
              <a:t> In some cases, may be more parameters than registers</a:t>
            </a:r>
            <a:endParaRPr lang="en-US"/>
          </a:p>
          <a:p>
            <a:pPr marL="742950" lvl="1" indent="-285750" algn="l" rtl="0">
              <a:lnSpc>
                <a:spcPct val="90000"/>
              </a:lnSpc>
              <a:spcBef>
                <a:spcPts val="630"/>
              </a:spcBef>
              <a:spcAft>
                <a:spcPts val="0"/>
              </a:spcAft>
              <a:buSzPts val="1980"/>
              <a:buChar char="•"/>
            </a:pPr>
            <a:r>
              <a:rPr lang="en-US"/>
              <a:t>Parameters stored in a block</a:t>
            </a:r>
            <a:r>
              <a:rPr lang="en-US" i="1"/>
              <a:t>, </a:t>
            </a:r>
            <a:r>
              <a:rPr lang="en-US"/>
              <a:t>or table, in memory, and address of block passed as a parameter in a register </a:t>
            </a:r>
            <a:endParaRPr lang="en-US"/>
          </a:p>
          <a:p>
            <a:pPr marL="1085850" lvl="2" indent="-228600" algn="l" rtl="0">
              <a:lnSpc>
                <a:spcPct val="90000"/>
              </a:lnSpc>
              <a:spcBef>
                <a:spcPts val="630"/>
              </a:spcBef>
              <a:spcAft>
                <a:spcPts val="0"/>
              </a:spcAft>
              <a:buSzPts val="1350"/>
              <a:buChar char="4"/>
            </a:pPr>
            <a:r>
              <a:rPr lang="en-US"/>
              <a:t>This approach taken by Linux and Solaris</a:t>
            </a:r>
            <a:endParaRPr lang="en-US"/>
          </a:p>
          <a:p>
            <a:pPr marL="742950" lvl="1" indent="-285750" algn="l" rtl="0">
              <a:lnSpc>
                <a:spcPct val="90000"/>
              </a:lnSpc>
              <a:spcBef>
                <a:spcPts val="630"/>
              </a:spcBef>
              <a:spcAft>
                <a:spcPts val="0"/>
              </a:spcAft>
              <a:buSzPts val="1980"/>
              <a:buChar char="•"/>
            </a:pPr>
            <a:r>
              <a:rPr lang="en-US"/>
              <a:t>Parameters placed, or </a:t>
            </a:r>
            <a:r>
              <a:rPr lang="en-US" b="1">
                <a:solidFill>
                  <a:srgbClr val="006699"/>
                </a:solidFill>
                <a:latin typeface="Arial" panose="020B0604020202020204"/>
                <a:ea typeface="Arial" panose="020B0604020202020204"/>
                <a:cs typeface="Arial" panose="020B0604020202020204"/>
                <a:sym typeface="Arial" panose="020B0604020202020204"/>
              </a:rPr>
              <a:t>pushed</a:t>
            </a:r>
            <a:r>
              <a:rPr lang="en-US" i="1"/>
              <a:t>, </a:t>
            </a:r>
            <a:r>
              <a:rPr lang="en-US"/>
              <a:t>onto the </a:t>
            </a:r>
            <a:r>
              <a:rPr lang="en-US" b="1">
                <a:solidFill>
                  <a:srgbClr val="006699"/>
                </a:solidFill>
                <a:latin typeface="Arial" panose="020B0604020202020204"/>
                <a:ea typeface="Arial" panose="020B0604020202020204"/>
                <a:cs typeface="Arial" panose="020B0604020202020204"/>
                <a:sym typeface="Arial" panose="020B0604020202020204"/>
              </a:rPr>
              <a:t>stack</a:t>
            </a:r>
            <a:r>
              <a:rPr lang="en-US" i="1"/>
              <a:t> </a:t>
            </a:r>
            <a:r>
              <a:rPr lang="en-US"/>
              <a:t>by the program and </a:t>
            </a:r>
            <a:r>
              <a:rPr lang="en-US" b="1">
                <a:solidFill>
                  <a:srgbClr val="006699"/>
                </a:solidFill>
                <a:latin typeface="Arial" panose="020B0604020202020204"/>
                <a:ea typeface="Arial" panose="020B0604020202020204"/>
                <a:cs typeface="Arial" panose="020B0604020202020204"/>
                <a:sym typeface="Arial" panose="020B0604020202020204"/>
              </a:rPr>
              <a:t>popped</a:t>
            </a:r>
            <a:r>
              <a:rPr lang="en-US" i="1"/>
              <a:t> </a:t>
            </a:r>
            <a:r>
              <a:rPr lang="en-US"/>
              <a:t>off the stack by the operating system</a:t>
            </a:r>
            <a:endParaRPr lang="en-US"/>
          </a:p>
          <a:p>
            <a:pPr marL="742950" lvl="1" indent="-285750" algn="l" rtl="0">
              <a:lnSpc>
                <a:spcPct val="90000"/>
              </a:lnSpc>
              <a:spcBef>
                <a:spcPts val="630"/>
              </a:spcBef>
              <a:spcAft>
                <a:spcPts val="0"/>
              </a:spcAft>
              <a:buSzPts val="1980"/>
              <a:buChar char="•"/>
            </a:pPr>
            <a:r>
              <a:rPr lang="en-US"/>
              <a:t>Block and stack methods do not limit the number or length of parameters being passed</a:t>
            </a:r>
            <a:endParaRPr lang="en-US"/>
          </a:p>
          <a:p>
            <a:pPr marL="742950" lvl="1" indent="-160020" algn="l" rtl="0">
              <a:lnSpc>
                <a:spcPct val="90000"/>
              </a:lnSpc>
              <a:spcBef>
                <a:spcPts val="630"/>
              </a:spcBef>
              <a:spcAft>
                <a:spcPts val="0"/>
              </a:spcAft>
              <a:buSzPts val="1980"/>
              <a:buNone/>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95" name="Shape 195"/>
        <p:cNvGrpSpPr/>
        <p:nvPr/>
      </p:nvGrpSpPr>
      <p:grpSpPr>
        <a:xfrm>
          <a:off x="0" y="0"/>
          <a:ext cx="0" cy="0"/>
          <a:chOff x="0" y="0"/>
          <a:chExt cx="0" cy="0"/>
        </a:xfrm>
      </p:grpSpPr>
      <p:sp>
        <p:nvSpPr>
          <p:cNvPr id="196" name="Google Shape;196;p19"/>
          <p:cNvSpPr txBox="1"/>
          <p:nvPr>
            <p:ph type="title"/>
          </p:nvPr>
        </p:nvSpPr>
        <p:spPr>
          <a:xfrm>
            <a:off x="457200" y="207963"/>
            <a:ext cx="80899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Parameter Passing via Table</a:t>
            </a:r>
            <a:endParaRPr lang="en-US"/>
          </a:p>
        </p:txBody>
      </p:sp>
      <p:pic>
        <p:nvPicPr>
          <p:cNvPr id="197" name="Google Shape;197;p19"/>
          <p:cNvPicPr preferRelativeResize="0"/>
          <p:nvPr/>
        </p:nvPicPr>
        <p:blipFill rotWithShape="1">
          <a:blip r:embed="rId1"/>
          <a:srcRect/>
          <a:stretch>
            <a:fillRect/>
          </a:stretch>
        </p:blipFill>
        <p:spPr>
          <a:xfrm>
            <a:off x="989013" y="1643063"/>
            <a:ext cx="7831137" cy="411638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sp>
        <p:nvSpPr>
          <p:cNvPr id="203" name="Google Shape;203;p20"/>
          <p:cNvSpPr txBox="1"/>
          <p:nvPr>
            <p:ph type="title"/>
          </p:nvPr>
        </p:nvSpPr>
        <p:spPr>
          <a:xfrm>
            <a:off x="473075" y="214313"/>
            <a:ext cx="812958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Types of System Calls</a:t>
            </a:r>
            <a:endParaRPr lang="en-US"/>
          </a:p>
        </p:txBody>
      </p:sp>
      <p:sp>
        <p:nvSpPr>
          <p:cNvPr id="204" name="Google Shape;204;p20"/>
          <p:cNvSpPr txBox="1"/>
          <p:nvPr>
            <p:ph type="body" idx="1"/>
          </p:nvPr>
        </p:nvSpPr>
        <p:spPr>
          <a:xfrm>
            <a:off x="808038" y="1250950"/>
            <a:ext cx="7748587"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Process control</a:t>
            </a:r>
            <a:endParaRPr lang="en-US"/>
          </a:p>
          <a:p>
            <a:pPr marL="742950" lvl="1" indent="-285750" algn="l" rtl="0">
              <a:spcBef>
                <a:spcPts val="630"/>
              </a:spcBef>
              <a:spcAft>
                <a:spcPts val="0"/>
              </a:spcAft>
              <a:buSzPts val="1980"/>
              <a:buChar char="•"/>
            </a:pPr>
            <a:r>
              <a:rPr lang="en-US"/>
              <a:t>create process, terminate process</a:t>
            </a:r>
            <a:endParaRPr lang="en-US"/>
          </a:p>
          <a:p>
            <a:pPr marL="742950" lvl="1" indent="-285750" algn="l" rtl="0">
              <a:spcBef>
                <a:spcPts val="630"/>
              </a:spcBef>
              <a:spcAft>
                <a:spcPts val="0"/>
              </a:spcAft>
              <a:buSzPts val="1980"/>
              <a:buChar char="•"/>
            </a:pPr>
            <a:r>
              <a:rPr lang="en-US"/>
              <a:t>end, abort</a:t>
            </a:r>
            <a:endParaRPr lang="en-US"/>
          </a:p>
          <a:p>
            <a:pPr marL="742950" lvl="1" indent="-285750" algn="l" rtl="0">
              <a:spcBef>
                <a:spcPts val="630"/>
              </a:spcBef>
              <a:spcAft>
                <a:spcPts val="0"/>
              </a:spcAft>
              <a:buSzPts val="1980"/>
              <a:buChar char="•"/>
            </a:pPr>
            <a:r>
              <a:rPr lang="en-US"/>
              <a:t>load, execute</a:t>
            </a:r>
            <a:endParaRPr lang="en-US"/>
          </a:p>
          <a:p>
            <a:pPr marL="742950" lvl="1" indent="-285750" algn="l" rtl="0">
              <a:spcBef>
                <a:spcPts val="630"/>
              </a:spcBef>
              <a:spcAft>
                <a:spcPts val="0"/>
              </a:spcAft>
              <a:buSzPts val="1980"/>
              <a:buChar char="•"/>
            </a:pPr>
            <a:r>
              <a:rPr lang="en-US"/>
              <a:t>get process attributes, set process attributes</a:t>
            </a:r>
            <a:endParaRPr lang="en-US"/>
          </a:p>
          <a:p>
            <a:pPr marL="742950" lvl="1" indent="-285750" algn="l" rtl="0">
              <a:spcBef>
                <a:spcPts val="630"/>
              </a:spcBef>
              <a:spcAft>
                <a:spcPts val="0"/>
              </a:spcAft>
              <a:buSzPts val="1980"/>
              <a:buChar char="•"/>
            </a:pPr>
            <a:r>
              <a:rPr lang="en-US"/>
              <a:t>wait for time</a:t>
            </a:r>
            <a:endParaRPr lang="en-US"/>
          </a:p>
          <a:p>
            <a:pPr marL="742950" lvl="1" indent="-285750" algn="l" rtl="0">
              <a:spcBef>
                <a:spcPts val="630"/>
              </a:spcBef>
              <a:spcAft>
                <a:spcPts val="0"/>
              </a:spcAft>
              <a:buSzPts val="1980"/>
              <a:buChar char="•"/>
            </a:pPr>
            <a:r>
              <a:rPr lang="en-US"/>
              <a:t>wait event, signal event</a:t>
            </a:r>
            <a:endParaRPr lang="en-US"/>
          </a:p>
          <a:p>
            <a:pPr marL="742950" lvl="1" indent="-285750" algn="l" rtl="0">
              <a:spcBef>
                <a:spcPts val="630"/>
              </a:spcBef>
              <a:spcAft>
                <a:spcPts val="0"/>
              </a:spcAft>
              <a:buSzPts val="1980"/>
              <a:buChar char="•"/>
            </a:pPr>
            <a:r>
              <a:rPr lang="en-US"/>
              <a:t>allocate and free memory</a:t>
            </a:r>
            <a:endParaRPr lang="en-US"/>
          </a:p>
          <a:p>
            <a:pPr marL="742950" lvl="1" indent="-285750" algn="l" rtl="0">
              <a:spcBef>
                <a:spcPts val="630"/>
              </a:spcBef>
              <a:spcAft>
                <a:spcPts val="0"/>
              </a:spcAft>
              <a:buSzPts val="1980"/>
              <a:buChar char="•"/>
            </a:pPr>
            <a:r>
              <a:rPr lang="en-US"/>
              <a:t>Dump memory if error</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Debugger</a:t>
            </a:r>
            <a:r>
              <a:rPr lang="en-US"/>
              <a:t> for determining </a:t>
            </a:r>
            <a:r>
              <a:rPr lang="en-US" b="1">
                <a:solidFill>
                  <a:srgbClr val="006699"/>
                </a:solidFill>
                <a:latin typeface="Arial" panose="020B0604020202020204"/>
                <a:ea typeface="Arial" panose="020B0604020202020204"/>
                <a:cs typeface="Arial" panose="020B0604020202020204"/>
                <a:sym typeface="Arial" panose="020B0604020202020204"/>
              </a:rPr>
              <a:t>bugs</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single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step</a:t>
            </a:r>
            <a:r>
              <a:rPr lang="en-US" b="1">
                <a:solidFill>
                  <a:srgbClr val="3366FF"/>
                </a:solidFill>
              </a:rPr>
              <a:t> </a:t>
            </a:r>
            <a:r>
              <a:rPr lang="en-US"/>
              <a:t>execution</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Locks</a:t>
            </a:r>
            <a:r>
              <a:rPr lang="en-US"/>
              <a:t> for managing access to shared data between processes</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09" name="Shape 209"/>
        <p:cNvGrpSpPr/>
        <p:nvPr/>
      </p:nvGrpSpPr>
      <p:grpSpPr>
        <a:xfrm>
          <a:off x="0" y="0"/>
          <a:ext cx="0" cy="0"/>
          <a:chOff x="0" y="0"/>
          <a:chExt cx="0" cy="0"/>
        </a:xfrm>
      </p:grpSpPr>
      <p:sp>
        <p:nvSpPr>
          <p:cNvPr id="210" name="Google Shape;210;p21"/>
          <p:cNvSpPr txBox="1"/>
          <p:nvPr>
            <p:ph type="body" idx="1"/>
          </p:nvPr>
        </p:nvSpPr>
        <p:spPr>
          <a:xfrm>
            <a:off x="801688" y="1233488"/>
            <a:ext cx="7732712"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File management</a:t>
            </a:r>
            <a:endParaRPr lang="en-US"/>
          </a:p>
          <a:p>
            <a:pPr marL="742950" lvl="1" indent="-285750" algn="l" rtl="0">
              <a:spcBef>
                <a:spcPts val="630"/>
              </a:spcBef>
              <a:spcAft>
                <a:spcPts val="0"/>
              </a:spcAft>
              <a:buSzPts val="1980"/>
              <a:buChar char="•"/>
            </a:pPr>
            <a:r>
              <a:rPr lang="en-US"/>
              <a:t>create file, delete file</a:t>
            </a:r>
            <a:endParaRPr lang="en-US"/>
          </a:p>
          <a:p>
            <a:pPr marL="742950" lvl="1" indent="-285750" algn="l" rtl="0">
              <a:spcBef>
                <a:spcPts val="630"/>
              </a:spcBef>
              <a:spcAft>
                <a:spcPts val="0"/>
              </a:spcAft>
              <a:buSzPts val="1980"/>
              <a:buChar char="•"/>
            </a:pPr>
            <a:r>
              <a:rPr lang="en-US"/>
              <a:t>open, close file</a:t>
            </a:r>
            <a:endParaRPr lang="en-US"/>
          </a:p>
          <a:p>
            <a:pPr marL="742950" lvl="1" indent="-285750" algn="l" rtl="0">
              <a:spcBef>
                <a:spcPts val="630"/>
              </a:spcBef>
              <a:spcAft>
                <a:spcPts val="0"/>
              </a:spcAft>
              <a:buSzPts val="1980"/>
              <a:buChar char="•"/>
            </a:pPr>
            <a:r>
              <a:rPr lang="en-US"/>
              <a:t>read, write, reposition</a:t>
            </a:r>
            <a:endParaRPr lang="en-US"/>
          </a:p>
          <a:p>
            <a:pPr marL="742950" lvl="1" indent="-285750" algn="l" rtl="0">
              <a:spcBef>
                <a:spcPts val="630"/>
              </a:spcBef>
              <a:spcAft>
                <a:spcPts val="0"/>
              </a:spcAft>
              <a:buSzPts val="1980"/>
              <a:buChar char="•"/>
            </a:pPr>
            <a:r>
              <a:rPr lang="en-US"/>
              <a:t>get and set file attributes</a:t>
            </a:r>
            <a:endParaRPr lang="en-US"/>
          </a:p>
          <a:p>
            <a:pPr marL="342900" lvl="0" indent="-342900" algn="l" rtl="0">
              <a:spcBef>
                <a:spcPts val="630"/>
              </a:spcBef>
              <a:spcAft>
                <a:spcPts val="0"/>
              </a:spcAft>
              <a:buSzPts val="1980"/>
              <a:buChar char="▪"/>
            </a:pPr>
            <a:r>
              <a:rPr lang="en-US"/>
              <a:t>Device management</a:t>
            </a:r>
            <a:endParaRPr lang="en-US"/>
          </a:p>
          <a:p>
            <a:pPr marL="742950" lvl="1" indent="-285750" algn="l" rtl="0">
              <a:spcBef>
                <a:spcPts val="630"/>
              </a:spcBef>
              <a:spcAft>
                <a:spcPts val="0"/>
              </a:spcAft>
              <a:buSzPts val="1980"/>
              <a:buChar char="•"/>
            </a:pPr>
            <a:r>
              <a:rPr lang="en-US"/>
              <a:t>request device, release device</a:t>
            </a:r>
            <a:endParaRPr lang="en-US"/>
          </a:p>
          <a:p>
            <a:pPr marL="742950" lvl="1" indent="-285750" algn="l" rtl="0">
              <a:spcBef>
                <a:spcPts val="630"/>
              </a:spcBef>
              <a:spcAft>
                <a:spcPts val="0"/>
              </a:spcAft>
              <a:buSzPts val="1980"/>
              <a:buChar char="•"/>
            </a:pPr>
            <a:r>
              <a:rPr lang="en-US"/>
              <a:t>read, write, reposition</a:t>
            </a:r>
            <a:endParaRPr lang="en-US"/>
          </a:p>
          <a:p>
            <a:pPr marL="742950" lvl="1" indent="-285750" algn="l" rtl="0">
              <a:spcBef>
                <a:spcPts val="630"/>
              </a:spcBef>
              <a:spcAft>
                <a:spcPts val="0"/>
              </a:spcAft>
              <a:buSzPts val="1980"/>
              <a:buChar char="•"/>
            </a:pPr>
            <a:r>
              <a:rPr lang="en-US"/>
              <a:t>get device attributes, set device attributes</a:t>
            </a:r>
            <a:endParaRPr lang="en-US"/>
          </a:p>
          <a:p>
            <a:pPr marL="742950" lvl="1" indent="-285750" algn="l" rtl="0">
              <a:spcBef>
                <a:spcPts val="630"/>
              </a:spcBef>
              <a:spcAft>
                <a:spcPts val="0"/>
              </a:spcAft>
              <a:buSzPts val="1980"/>
              <a:buChar char="•"/>
            </a:pPr>
            <a:r>
              <a:rPr lang="en-US"/>
              <a:t>logically attach or detach devices</a:t>
            </a:r>
            <a:endParaRPr lang="en-US"/>
          </a:p>
          <a:p>
            <a:pPr marL="742950" lvl="1" indent="-160020" algn="l" rtl="0">
              <a:spcBef>
                <a:spcPts val="630"/>
              </a:spcBef>
              <a:spcAft>
                <a:spcPts val="0"/>
              </a:spcAft>
              <a:buSzPts val="1980"/>
              <a:buNone/>
            </a:pPr>
          </a:p>
        </p:txBody>
      </p:sp>
      <p:sp>
        <p:nvSpPr>
          <p:cNvPr id="211" name="Google Shape;211;p21"/>
          <p:cNvSpPr txBox="1"/>
          <p:nvPr>
            <p:ph type="title"/>
          </p:nvPr>
        </p:nvSpPr>
        <p:spPr>
          <a:xfrm>
            <a:off x="512763" y="225425"/>
            <a:ext cx="8021637"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Types of System Calls (Cont.)</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p22"/>
          <p:cNvSpPr txBox="1"/>
          <p:nvPr>
            <p:ph type="title"/>
          </p:nvPr>
        </p:nvSpPr>
        <p:spPr>
          <a:xfrm>
            <a:off x="527050" y="227013"/>
            <a:ext cx="79914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Types of System Calls (Cont.)</a:t>
            </a:r>
            <a:endParaRPr lang="en-US"/>
          </a:p>
        </p:txBody>
      </p:sp>
      <p:sp>
        <p:nvSpPr>
          <p:cNvPr id="218" name="Google Shape;218;p22"/>
          <p:cNvSpPr txBox="1"/>
          <p:nvPr>
            <p:ph type="body" idx="1"/>
          </p:nvPr>
        </p:nvSpPr>
        <p:spPr>
          <a:xfrm>
            <a:off x="806450" y="1233488"/>
            <a:ext cx="7234238"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Information maintenance</a:t>
            </a:r>
            <a:endParaRPr lang="en-US"/>
          </a:p>
          <a:p>
            <a:pPr marL="742950" lvl="1" indent="-285750" algn="l" rtl="0">
              <a:spcBef>
                <a:spcPts val="630"/>
              </a:spcBef>
              <a:spcAft>
                <a:spcPts val="0"/>
              </a:spcAft>
              <a:buSzPts val="1980"/>
              <a:buChar char="•"/>
            </a:pPr>
            <a:r>
              <a:rPr lang="en-US"/>
              <a:t>get time or date, set time or date</a:t>
            </a:r>
            <a:endParaRPr lang="en-US"/>
          </a:p>
          <a:p>
            <a:pPr marL="742950" lvl="1" indent="-285750" algn="l" rtl="0">
              <a:spcBef>
                <a:spcPts val="630"/>
              </a:spcBef>
              <a:spcAft>
                <a:spcPts val="0"/>
              </a:spcAft>
              <a:buSzPts val="1980"/>
              <a:buChar char="•"/>
            </a:pPr>
            <a:r>
              <a:rPr lang="en-US"/>
              <a:t>get system data, set system data</a:t>
            </a:r>
            <a:endParaRPr lang="en-US"/>
          </a:p>
          <a:p>
            <a:pPr marL="742950" lvl="1" indent="-285750" algn="l" rtl="0">
              <a:spcBef>
                <a:spcPts val="630"/>
              </a:spcBef>
              <a:spcAft>
                <a:spcPts val="0"/>
              </a:spcAft>
              <a:buSzPts val="1980"/>
              <a:buChar char="•"/>
            </a:pPr>
            <a:r>
              <a:rPr lang="en-US"/>
              <a:t>get and set process, file, or device attributes</a:t>
            </a:r>
            <a:endParaRPr lang="en-US"/>
          </a:p>
          <a:p>
            <a:pPr marL="342900" lvl="0" indent="-342900" algn="l" rtl="0">
              <a:spcBef>
                <a:spcPts val="630"/>
              </a:spcBef>
              <a:spcAft>
                <a:spcPts val="0"/>
              </a:spcAft>
              <a:buSzPts val="1980"/>
              <a:buChar char="▪"/>
            </a:pPr>
            <a:r>
              <a:rPr lang="en-US"/>
              <a:t>Communications</a:t>
            </a:r>
            <a:endParaRPr lang="en-US"/>
          </a:p>
          <a:p>
            <a:pPr marL="742950" lvl="1" indent="-285750" algn="l" rtl="0">
              <a:spcBef>
                <a:spcPts val="630"/>
              </a:spcBef>
              <a:spcAft>
                <a:spcPts val="0"/>
              </a:spcAft>
              <a:buSzPts val="1980"/>
              <a:buChar char="•"/>
            </a:pPr>
            <a:r>
              <a:rPr lang="en-US"/>
              <a:t>create, delete communication connection</a:t>
            </a:r>
            <a:endParaRPr lang="en-US"/>
          </a:p>
          <a:p>
            <a:pPr marL="742950" lvl="1" indent="-285750" algn="l" rtl="0">
              <a:spcBef>
                <a:spcPts val="630"/>
              </a:spcBef>
              <a:spcAft>
                <a:spcPts val="0"/>
              </a:spcAft>
              <a:buSzPts val="1980"/>
              <a:buChar char="•"/>
            </a:pPr>
            <a:r>
              <a:rPr lang="en-US"/>
              <a:t>send, receive messages if </a:t>
            </a:r>
            <a:r>
              <a:rPr lang="en-US" b="1">
                <a:solidFill>
                  <a:srgbClr val="006699"/>
                </a:solidFill>
                <a:latin typeface="Arial" panose="020B0604020202020204"/>
                <a:ea typeface="Arial" panose="020B0604020202020204"/>
                <a:cs typeface="Arial" panose="020B0604020202020204"/>
                <a:sym typeface="Arial" panose="020B0604020202020204"/>
              </a:rPr>
              <a:t>message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passing</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model</a:t>
            </a:r>
            <a:r>
              <a:rPr lang="en-US" b="1">
                <a:solidFill>
                  <a:srgbClr val="3366FF"/>
                </a:solidFill>
              </a:rPr>
              <a:t> </a:t>
            </a:r>
            <a:r>
              <a:rPr lang="en-US"/>
              <a:t>to </a:t>
            </a:r>
            <a:r>
              <a:rPr lang="en-US" b="1">
                <a:solidFill>
                  <a:srgbClr val="006699"/>
                </a:solidFill>
                <a:latin typeface="Arial" panose="020B0604020202020204"/>
                <a:ea typeface="Arial" panose="020B0604020202020204"/>
                <a:cs typeface="Arial" panose="020B0604020202020204"/>
                <a:sym typeface="Arial" panose="020B0604020202020204"/>
              </a:rPr>
              <a:t>host</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name</a:t>
            </a:r>
            <a:r>
              <a:rPr lang="en-US"/>
              <a:t> or </a:t>
            </a:r>
            <a:r>
              <a:rPr lang="en-US" b="1">
                <a:solidFill>
                  <a:srgbClr val="006699"/>
                </a:solidFill>
                <a:latin typeface="Arial" panose="020B0604020202020204"/>
                <a:ea typeface="Arial" panose="020B0604020202020204"/>
                <a:cs typeface="Arial" panose="020B0604020202020204"/>
                <a:sym typeface="Arial" panose="020B0604020202020204"/>
              </a:rPr>
              <a:t>process</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name</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1085850" lvl="2" indent="-228600" algn="l" rtl="0">
              <a:spcBef>
                <a:spcPts val="630"/>
              </a:spcBef>
              <a:spcAft>
                <a:spcPts val="0"/>
              </a:spcAft>
              <a:buSzPts val="1350"/>
              <a:buChar char="4"/>
            </a:pPr>
            <a:r>
              <a:rPr lang="en-US"/>
              <a:t>From</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client</a:t>
            </a:r>
            <a:r>
              <a:rPr lang="en-US" b="1">
                <a:solidFill>
                  <a:srgbClr val="3366FF"/>
                </a:solidFill>
              </a:rPr>
              <a:t> </a:t>
            </a:r>
            <a:r>
              <a:rPr lang="en-US"/>
              <a:t>to</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server</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Shared-memory</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model</a:t>
            </a:r>
            <a:r>
              <a:rPr lang="en-US" b="1">
                <a:solidFill>
                  <a:srgbClr val="3366FF"/>
                </a:solidFill>
              </a:rPr>
              <a:t> </a:t>
            </a:r>
            <a:r>
              <a:rPr lang="en-US"/>
              <a:t>create and gain access to memory regions</a:t>
            </a:r>
            <a:endParaRPr lang="en-US"/>
          </a:p>
          <a:p>
            <a:pPr marL="742950" lvl="1" indent="-285750" algn="l" rtl="0">
              <a:spcBef>
                <a:spcPts val="630"/>
              </a:spcBef>
              <a:spcAft>
                <a:spcPts val="0"/>
              </a:spcAft>
              <a:buSzPts val="1980"/>
              <a:buChar char="•"/>
            </a:pPr>
            <a:r>
              <a:rPr lang="en-US"/>
              <a:t>transfer status information</a:t>
            </a:r>
            <a:endParaRPr lang="en-US"/>
          </a:p>
          <a:p>
            <a:pPr marL="742950" lvl="1" indent="-285750" algn="l" rtl="0">
              <a:spcBef>
                <a:spcPts val="630"/>
              </a:spcBef>
              <a:spcAft>
                <a:spcPts val="0"/>
              </a:spcAft>
              <a:buSzPts val="1980"/>
              <a:buChar char="•"/>
            </a:pPr>
            <a:r>
              <a:rPr lang="en-US"/>
              <a:t>attach and detach remote devices</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23" name="Shape 223"/>
        <p:cNvGrpSpPr/>
        <p:nvPr/>
      </p:nvGrpSpPr>
      <p:grpSpPr>
        <a:xfrm>
          <a:off x="0" y="0"/>
          <a:ext cx="0" cy="0"/>
          <a:chOff x="0" y="0"/>
          <a:chExt cx="0" cy="0"/>
        </a:xfrm>
      </p:grpSpPr>
      <p:sp>
        <p:nvSpPr>
          <p:cNvPr id="224" name="Google Shape;224;p23"/>
          <p:cNvSpPr txBox="1"/>
          <p:nvPr>
            <p:ph type="title"/>
          </p:nvPr>
        </p:nvSpPr>
        <p:spPr>
          <a:xfrm>
            <a:off x="503238" y="227013"/>
            <a:ext cx="803116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Types of System Calls (Cont.)</a:t>
            </a:r>
            <a:endParaRPr lang="en-US"/>
          </a:p>
        </p:txBody>
      </p:sp>
      <p:sp>
        <p:nvSpPr>
          <p:cNvPr id="225" name="Google Shape;225;p23"/>
          <p:cNvSpPr txBox="1"/>
          <p:nvPr>
            <p:ph type="body" idx="1"/>
          </p:nvPr>
        </p:nvSpPr>
        <p:spPr>
          <a:xfrm>
            <a:off x="806450" y="1233488"/>
            <a:ext cx="772795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Protection</a:t>
            </a:r>
            <a:endParaRPr lang="en-US"/>
          </a:p>
          <a:p>
            <a:pPr marL="742950" lvl="1" indent="-285750" algn="l" rtl="0">
              <a:spcBef>
                <a:spcPts val="630"/>
              </a:spcBef>
              <a:spcAft>
                <a:spcPts val="0"/>
              </a:spcAft>
              <a:buSzPts val="1980"/>
              <a:buChar char="•"/>
            </a:pPr>
            <a:r>
              <a:rPr lang="en-US"/>
              <a:t>Control access to resources</a:t>
            </a:r>
            <a:endParaRPr lang="en-US"/>
          </a:p>
          <a:p>
            <a:pPr marL="742950" lvl="1" indent="-285750" algn="l" rtl="0">
              <a:spcBef>
                <a:spcPts val="630"/>
              </a:spcBef>
              <a:spcAft>
                <a:spcPts val="0"/>
              </a:spcAft>
              <a:buSzPts val="1980"/>
              <a:buChar char="•"/>
            </a:pPr>
            <a:r>
              <a:rPr lang="en-US"/>
              <a:t>Get and set permissions</a:t>
            </a:r>
            <a:endParaRPr lang="en-US"/>
          </a:p>
          <a:p>
            <a:pPr marL="742950" lvl="1" indent="-285750" algn="l" rtl="0">
              <a:spcBef>
                <a:spcPts val="630"/>
              </a:spcBef>
              <a:spcAft>
                <a:spcPts val="0"/>
              </a:spcAft>
              <a:buSzPts val="1980"/>
              <a:buChar char="•"/>
            </a:pPr>
            <a:r>
              <a:rPr lang="en-US"/>
              <a:t>Allow and deny user access</a:t>
            </a:r>
            <a:endParaRPr lang="en-US"/>
          </a:p>
          <a:p>
            <a:pPr marL="742950" lvl="1" indent="-160020" algn="l" rtl="0">
              <a:spcBef>
                <a:spcPts val="630"/>
              </a:spcBef>
              <a:spcAft>
                <a:spcPts val="0"/>
              </a:spcAft>
              <a:buSzPts val="1980"/>
              <a:buNone/>
            </a:p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29" name="Shape 229"/>
        <p:cNvGrpSpPr/>
        <p:nvPr/>
      </p:nvGrpSpPr>
      <p:grpSpPr>
        <a:xfrm>
          <a:off x="0" y="0"/>
          <a:ext cx="0" cy="0"/>
          <a:chOff x="0" y="0"/>
          <a:chExt cx="0" cy="0"/>
        </a:xfrm>
      </p:grpSpPr>
      <p:sp>
        <p:nvSpPr>
          <p:cNvPr id="230" name="Google Shape;230;p24"/>
          <p:cNvSpPr txBox="1"/>
          <p:nvPr>
            <p:ph type="title"/>
          </p:nvPr>
        </p:nvSpPr>
        <p:spPr>
          <a:xfrm>
            <a:off x="1351275" y="110535"/>
            <a:ext cx="7632700" cy="59437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600"/>
              <a:t>Examples of Windows and Unix System Calls</a:t>
            </a:r>
            <a:endParaRPr lang="en-US" sz="2600"/>
          </a:p>
        </p:txBody>
      </p:sp>
      <p:pic>
        <p:nvPicPr>
          <p:cNvPr id="231" name="Google Shape;231;p24"/>
          <p:cNvPicPr preferRelativeResize="0"/>
          <p:nvPr/>
        </p:nvPicPr>
        <p:blipFill rotWithShape="1">
          <a:blip r:embed="rId1"/>
          <a:srcRect/>
          <a:stretch>
            <a:fillRect/>
          </a:stretch>
        </p:blipFill>
        <p:spPr>
          <a:xfrm>
            <a:off x="2363788" y="1152525"/>
            <a:ext cx="4751387" cy="513556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36" name="Shape 236"/>
        <p:cNvGrpSpPr/>
        <p:nvPr/>
      </p:nvGrpSpPr>
      <p:grpSpPr>
        <a:xfrm>
          <a:off x="0" y="0"/>
          <a:ext cx="0" cy="0"/>
          <a:chOff x="0" y="0"/>
          <a:chExt cx="0" cy="0"/>
        </a:xfrm>
      </p:grpSpPr>
      <p:sp>
        <p:nvSpPr>
          <p:cNvPr id="237" name="Google Shape;237;p25"/>
          <p:cNvSpPr txBox="1"/>
          <p:nvPr>
            <p:ph type="title"/>
          </p:nvPr>
        </p:nvSpPr>
        <p:spPr>
          <a:xfrm>
            <a:off x="457200" y="222250"/>
            <a:ext cx="804227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Standard C Library Example</a:t>
            </a:r>
            <a:endParaRPr lang="en-US"/>
          </a:p>
        </p:txBody>
      </p:sp>
      <p:sp>
        <p:nvSpPr>
          <p:cNvPr id="238" name="Google Shape;238;p25"/>
          <p:cNvSpPr txBox="1"/>
          <p:nvPr>
            <p:ph type="body" idx="1"/>
          </p:nvPr>
        </p:nvSpPr>
        <p:spPr>
          <a:xfrm>
            <a:off x="768350" y="1173163"/>
            <a:ext cx="7642225" cy="507841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C program invoking printf() library call, which calls write() system call</a:t>
            </a:r>
            <a:endParaRPr lang="en-US"/>
          </a:p>
        </p:txBody>
      </p:sp>
      <p:pic>
        <p:nvPicPr>
          <p:cNvPr id="239" name="Google Shape;239;p25"/>
          <p:cNvPicPr preferRelativeResize="0"/>
          <p:nvPr/>
        </p:nvPicPr>
        <p:blipFill rotWithShape="1">
          <a:blip r:embed="rId1"/>
          <a:srcRect/>
          <a:stretch>
            <a:fillRect/>
          </a:stretch>
        </p:blipFill>
        <p:spPr>
          <a:xfrm>
            <a:off x="2119313" y="1704975"/>
            <a:ext cx="4579937" cy="4702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43" name="Shape 243"/>
        <p:cNvGrpSpPr/>
        <p:nvPr/>
      </p:nvGrpSpPr>
      <p:grpSpPr>
        <a:xfrm>
          <a:off x="0" y="0"/>
          <a:ext cx="0" cy="0"/>
          <a:chOff x="0" y="0"/>
          <a:chExt cx="0" cy="0"/>
        </a:xfrm>
      </p:grpSpPr>
      <p:sp>
        <p:nvSpPr>
          <p:cNvPr id="244" name="Google Shape;244;p26"/>
          <p:cNvSpPr txBox="1"/>
          <p:nvPr>
            <p:ph type="title"/>
          </p:nvPr>
        </p:nvSpPr>
        <p:spPr>
          <a:xfrm>
            <a:off x="457200" y="215900"/>
            <a:ext cx="8062913"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Example: Arduino</a:t>
            </a:r>
            <a:endParaRPr lang="en-US"/>
          </a:p>
        </p:txBody>
      </p:sp>
      <p:sp>
        <p:nvSpPr>
          <p:cNvPr id="245" name="Google Shape;245;p26"/>
          <p:cNvSpPr txBox="1"/>
          <p:nvPr>
            <p:ph type="body" idx="1"/>
          </p:nvPr>
        </p:nvSpPr>
        <p:spPr>
          <a:xfrm>
            <a:off x="755650" y="1245997"/>
            <a:ext cx="3538538" cy="388042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Single-tasking</a:t>
            </a:r>
            <a:endParaRPr lang="en-US"/>
          </a:p>
          <a:p>
            <a:pPr marL="342900" lvl="0" indent="-342900" algn="l" rtl="0">
              <a:spcBef>
                <a:spcPts val="630"/>
              </a:spcBef>
              <a:spcAft>
                <a:spcPts val="0"/>
              </a:spcAft>
              <a:buSzPts val="1980"/>
              <a:buChar char="▪"/>
            </a:pPr>
            <a:r>
              <a:rPr lang="en-US"/>
              <a:t>No operating system</a:t>
            </a:r>
            <a:endParaRPr lang="en-US"/>
          </a:p>
          <a:p>
            <a:pPr marL="342900" lvl="0" indent="-342900" algn="l" rtl="0">
              <a:spcBef>
                <a:spcPts val="630"/>
              </a:spcBef>
              <a:spcAft>
                <a:spcPts val="0"/>
              </a:spcAft>
              <a:buSzPts val="1980"/>
              <a:buChar char="▪"/>
            </a:pPr>
            <a:r>
              <a:rPr lang="en-US"/>
              <a:t>Programs (sketch) loaded via USB into flash memory</a:t>
            </a:r>
            <a:endParaRPr lang="en-US"/>
          </a:p>
          <a:p>
            <a:pPr marL="342900" lvl="0" indent="-342900" algn="l" rtl="0">
              <a:spcBef>
                <a:spcPts val="630"/>
              </a:spcBef>
              <a:spcAft>
                <a:spcPts val="0"/>
              </a:spcAft>
              <a:buSzPts val="1980"/>
              <a:buChar char="▪"/>
            </a:pPr>
            <a:r>
              <a:rPr lang="en-US"/>
              <a:t>Single memory space</a:t>
            </a:r>
            <a:endParaRPr lang="en-US"/>
          </a:p>
          <a:p>
            <a:pPr marL="342900" lvl="0" indent="-342900" algn="l" rtl="0">
              <a:spcBef>
                <a:spcPts val="630"/>
              </a:spcBef>
              <a:spcAft>
                <a:spcPts val="0"/>
              </a:spcAft>
              <a:buSzPts val="1980"/>
              <a:buChar char="▪"/>
            </a:pPr>
            <a:r>
              <a:rPr lang="en-US"/>
              <a:t>Boot loader loads program</a:t>
            </a:r>
            <a:endParaRPr lang="en-US"/>
          </a:p>
          <a:p>
            <a:pPr marL="342900" lvl="0" indent="-342900" algn="l" rtl="0">
              <a:spcBef>
                <a:spcPts val="630"/>
              </a:spcBef>
              <a:spcAft>
                <a:spcPts val="0"/>
              </a:spcAft>
              <a:buSzPts val="1980"/>
              <a:buChar char="▪"/>
            </a:pPr>
            <a:r>
              <a:rPr lang="en-US"/>
              <a:t>Program exit -&gt; shell reloaded</a:t>
            </a:r>
            <a:endParaRPr lang="en-US"/>
          </a:p>
        </p:txBody>
      </p:sp>
      <p:sp>
        <p:nvSpPr>
          <p:cNvPr id="246" name="Google Shape;246;p26"/>
          <p:cNvSpPr/>
          <p:nvPr/>
        </p:nvSpPr>
        <p:spPr>
          <a:xfrm>
            <a:off x="4397375" y="4372519"/>
            <a:ext cx="5029200" cy="7794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993300"/>
              </a:buClr>
              <a:buSzPts val="1620"/>
              <a:buFont typeface="Arial" panose="020B0604020202020204"/>
              <a:buNone/>
            </a:pPr>
            <a:r>
              <a:rPr lang="en-US"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rPr>
              <a:t>At system startup          running a program</a:t>
            </a:r>
            <a:endParaRPr lang="en-US"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endParaRPr>
          </a:p>
          <a:p>
            <a:pPr marL="0" marR="0" lvl="0" indent="0" algn="l" rtl="0">
              <a:spcBef>
                <a:spcPts val="900"/>
              </a:spcBef>
              <a:spcAft>
                <a:spcPts val="0"/>
              </a:spcAft>
              <a:buClr>
                <a:srgbClr val="993300"/>
              </a:buClr>
              <a:buSzPts val="1620"/>
              <a:buFont typeface="Arial" panose="020B0604020202020204"/>
              <a:buNone/>
            </a:pPr>
            <a:endParaRPr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endParaRPr>
          </a:p>
        </p:txBody>
      </p:sp>
      <p:pic>
        <p:nvPicPr>
          <p:cNvPr id="247" name="Google Shape;247;p26"/>
          <p:cNvPicPr preferRelativeResize="0"/>
          <p:nvPr/>
        </p:nvPicPr>
        <p:blipFill rotWithShape="1">
          <a:blip r:embed="rId1"/>
          <a:srcRect/>
          <a:stretch>
            <a:fillRect/>
          </a:stretch>
        </p:blipFill>
        <p:spPr>
          <a:xfrm>
            <a:off x="4588953" y="1266090"/>
            <a:ext cx="3931159" cy="308943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51" name="Shape 251"/>
        <p:cNvGrpSpPr/>
        <p:nvPr/>
      </p:nvGrpSpPr>
      <p:grpSpPr>
        <a:xfrm>
          <a:off x="0" y="0"/>
          <a:ext cx="0" cy="0"/>
          <a:chOff x="0" y="0"/>
          <a:chExt cx="0" cy="0"/>
        </a:xfrm>
      </p:grpSpPr>
      <p:sp>
        <p:nvSpPr>
          <p:cNvPr id="252" name="Google Shape;252;p27"/>
          <p:cNvSpPr txBox="1"/>
          <p:nvPr>
            <p:ph type="title"/>
          </p:nvPr>
        </p:nvSpPr>
        <p:spPr>
          <a:xfrm>
            <a:off x="457200" y="215900"/>
            <a:ext cx="8040688"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Example: FreeBSD</a:t>
            </a:r>
            <a:endParaRPr lang="en-US"/>
          </a:p>
        </p:txBody>
      </p:sp>
      <p:sp>
        <p:nvSpPr>
          <p:cNvPr id="253" name="Google Shape;253;p27"/>
          <p:cNvSpPr txBox="1"/>
          <p:nvPr>
            <p:ph type="body" idx="1"/>
          </p:nvPr>
        </p:nvSpPr>
        <p:spPr>
          <a:xfrm>
            <a:off x="869950" y="1118305"/>
            <a:ext cx="4777224" cy="438819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Unix variant</a:t>
            </a:r>
            <a:endParaRPr lang="en-US"/>
          </a:p>
          <a:p>
            <a:pPr marL="342900" lvl="0" indent="-342900" algn="l" rtl="0">
              <a:spcBef>
                <a:spcPts val="630"/>
              </a:spcBef>
              <a:spcAft>
                <a:spcPts val="0"/>
              </a:spcAft>
              <a:buSzPts val="1980"/>
              <a:buChar char="▪"/>
            </a:pPr>
            <a:r>
              <a:rPr lang="en-US"/>
              <a:t>Multitasking</a:t>
            </a:r>
            <a:endParaRPr lang="en-US"/>
          </a:p>
          <a:p>
            <a:pPr marL="342900" lvl="0" indent="-342900" algn="l" rtl="0">
              <a:spcBef>
                <a:spcPts val="630"/>
              </a:spcBef>
              <a:spcAft>
                <a:spcPts val="0"/>
              </a:spcAft>
              <a:buSzPts val="1980"/>
              <a:buChar char="▪"/>
            </a:pPr>
            <a:r>
              <a:rPr lang="en-US"/>
              <a:t>User login -&gt; invoke user’s choice of shell</a:t>
            </a:r>
            <a:endParaRPr lang="en-US"/>
          </a:p>
          <a:p>
            <a:pPr marL="342900" lvl="0" indent="-342900" algn="l" rtl="0">
              <a:spcBef>
                <a:spcPts val="630"/>
              </a:spcBef>
              <a:spcAft>
                <a:spcPts val="0"/>
              </a:spcAft>
              <a:buSzPts val="1980"/>
              <a:buChar char="▪"/>
            </a:pPr>
            <a:r>
              <a:rPr lang="en-US"/>
              <a:t>Shell executes fork() system call to create process</a:t>
            </a:r>
            <a:endParaRPr lang="en-US"/>
          </a:p>
          <a:p>
            <a:pPr marL="742950" lvl="1" indent="-285750" algn="l" rtl="0">
              <a:spcBef>
                <a:spcPts val="630"/>
              </a:spcBef>
              <a:spcAft>
                <a:spcPts val="0"/>
              </a:spcAft>
              <a:buSzPts val="1980"/>
              <a:buChar char="•"/>
            </a:pPr>
            <a:r>
              <a:rPr lang="en-US"/>
              <a:t>Executes exec() to load program into process</a:t>
            </a:r>
            <a:endParaRPr lang="en-US"/>
          </a:p>
          <a:p>
            <a:pPr marL="742950" lvl="1" indent="-285750" algn="l" rtl="0">
              <a:spcBef>
                <a:spcPts val="630"/>
              </a:spcBef>
              <a:spcAft>
                <a:spcPts val="0"/>
              </a:spcAft>
              <a:buSzPts val="1980"/>
              <a:buChar char="•"/>
            </a:pPr>
            <a:r>
              <a:rPr lang="en-US"/>
              <a:t>Shell waits for process to terminate or continues with user commands</a:t>
            </a:r>
            <a:endParaRPr lang="en-US"/>
          </a:p>
          <a:p>
            <a:pPr marL="342900" lvl="0" indent="-342900" algn="l" rtl="0">
              <a:spcBef>
                <a:spcPts val="630"/>
              </a:spcBef>
              <a:spcAft>
                <a:spcPts val="0"/>
              </a:spcAft>
              <a:buSzPts val="1980"/>
              <a:buChar char="▪"/>
            </a:pPr>
            <a:r>
              <a:rPr lang="en-US"/>
              <a:t>Process exits with:</a:t>
            </a:r>
            <a:endParaRPr lang="en-US"/>
          </a:p>
          <a:p>
            <a:pPr marL="742950" lvl="1" indent="-285750" algn="l" rtl="0">
              <a:spcBef>
                <a:spcPts val="630"/>
              </a:spcBef>
              <a:spcAft>
                <a:spcPts val="0"/>
              </a:spcAft>
              <a:buSzPts val="1980"/>
              <a:buChar char="•"/>
            </a:pPr>
            <a:r>
              <a:rPr lang="en-US"/>
              <a:t> code = 0 – no error </a:t>
            </a:r>
            <a:endParaRPr lang="en-US"/>
          </a:p>
          <a:p>
            <a:pPr marL="742950" lvl="1" indent="-285750" algn="l" rtl="0">
              <a:spcBef>
                <a:spcPts val="630"/>
              </a:spcBef>
              <a:spcAft>
                <a:spcPts val="0"/>
              </a:spcAft>
              <a:buSzPts val="1980"/>
              <a:buChar char="•"/>
            </a:pPr>
            <a:r>
              <a:rPr lang="en-US"/>
              <a:t> code &gt; 0 – error code</a:t>
            </a:r>
            <a:endParaRPr lang="en-US"/>
          </a:p>
          <a:p>
            <a:pPr marL="342900" lvl="0" indent="-217170" algn="l" rtl="0">
              <a:spcBef>
                <a:spcPts val="630"/>
              </a:spcBef>
              <a:spcAft>
                <a:spcPts val="0"/>
              </a:spcAft>
              <a:buSzPts val="1980"/>
              <a:buNone/>
            </a:pPr>
          </a:p>
        </p:txBody>
      </p:sp>
      <p:pic>
        <p:nvPicPr>
          <p:cNvPr id="254" name="Google Shape;254;p27"/>
          <p:cNvPicPr preferRelativeResize="0"/>
          <p:nvPr/>
        </p:nvPicPr>
        <p:blipFill rotWithShape="1">
          <a:blip r:embed="rId1"/>
          <a:srcRect/>
          <a:stretch>
            <a:fillRect/>
          </a:stretch>
        </p:blipFill>
        <p:spPr>
          <a:xfrm>
            <a:off x="5799138" y="1389190"/>
            <a:ext cx="2698750" cy="390683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59" name="Shape 259"/>
        <p:cNvGrpSpPr/>
        <p:nvPr/>
      </p:nvGrpSpPr>
      <p:grpSpPr>
        <a:xfrm>
          <a:off x="0" y="0"/>
          <a:ext cx="0" cy="0"/>
          <a:chOff x="0" y="0"/>
          <a:chExt cx="0" cy="0"/>
        </a:xfrm>
      </p:grpSpPr>
      <p:sp>
        <p:nvSpPr>
          <p:cNvPr id="260" name="Google Shape;260;p28"/>
          <p:cNvSpPr txBox="1"/>
          <p:nvPr>
            <p:ph type="title"/>
          </p:nvPr>
        </p:nvSpPr>
        <p:spPr>
          <a:xfrm>
            <a:off x="457200" y="217488"/>
            <a:ext cx="80613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System Services</a:t>
            </a:r>
            <a:endParaRPr lang="en-US"/>
          </a:p>
        </p:txBody>
      </p:sp>
      <p:sp>
        <p:nvSpPr>
          <p:cNvPr id="261" name="Google Shape;261;p28"/>
          <p:cNvSpPr txBox="1"/>
          <p:nvPr>
            <p:ph type="body" idx="1"/>
          </p:nvPr>
        </p:nvSpPr>
        <p:spPr>
          <a:xfrm>
            <a:off x="811213" y="1122363"/>
            <a:ext cx="7707312" cy="46831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System programs provide a convenient environment for program development and execution.  They can be divided into:</a:t>
            </a:r>
            <a:endParaRPr lang="en-US"/>
          </a:p>
          <a:p>
            <a:pPr marL="742950" lvl="1" indent="-285750" algn="l" rtl="0">
              <a:spcBef>
                <a:spcPts val="630"/>
              </a:spcBef>
              <a:spcAft>
                <a:spcPts val="0"/>
              </a:spcAft>
              <a:buSzPts val="1980"/>
              <a:buChar char="•"/>
            </a:pPr>
            <a:r>
              <a:rPr lang="en-US"/>
              <a:t>File manipulation </a:t>
            </a:r>
            <a:endParaRPr lang="en-US"/>
          </a:p>
          <a:p>
            <a:pPr marL="742950" lvl="1" indent="-285750" algn="l" rtl="0">
              <a:spcBef>
                <a:spcPts val="630"/>
              </a:spcBef>
              <a:spcAft>
                <a:spcPts val="0"/>
              </a:spcAft>
              <a:buSzPts val="1980"/>
              <a:buChar char="•"/>
            </a:pPr>
            <a:r>
              <a:rPr lang="en-US"/>
              <a:t>Status information sometimes stored in a file</a:t>
            </a:r>
            <a:endParaRPr lang="en-US"/>
          </a:p>
          <a:p>
            <a:pPr marL="742950" lvl="1" indent="-285750" algn="l" rtl="0">
              <a:spcBef>
                <a:spcPts val="630"/>
              </a:spcBef>
              <a:spcAft>
                <a:spcPts val="0"/>
              </a:spcAft>
              <a:buSzPts val="1980"/>
              <a:buChar char="•"/>
            </a:pPr>
            <a:r>
              <a:rPr lang="en-US"/>
              <a:t>Programming language support</a:t>
            </a:r>
            <a:endParaRPr lang="en-US"/>
          </a:p>
          <a:p>
            <a:pPr marL="742950" lvl="1" indent="-285750" algn="l" rtl="0">
              <a:spcBef>
                <a:spcPts val="630"/>
              </a:spcBef>
              <a:spcAft>
                <a:spcPts val="0"/>
              </a:spcAft>
              <a:buSzPts val="1980"/>
              <a:buChar char="•"/>
            </a:pPr>
            <a:r>
              <a:rPr lang="en-US"/>
              <a:t>Program loading and execution</a:t>
            </a:r>
            <a:endParaRPr lang="en-US"/>
          </a:p>
          <a:p>
            <a:pPr marL="742950" lvl="1" indent="-285750" algn="l" rtl="0">
              <a:spcBef>
                <a:spcPts val="630"/>
              </a:spcBef>
              <a:spcAft>
                <a:spcPts val="0"/>
              </a:spcAft>
              <a:buSzPts val="1980"/>
              <a:buChar char="•"/>
            </a:pPr>
            <a:r>
              <a:rPr lang="en-US"/>
              <a:t>Communications</a:t>
            </a:r>
            <a:endParaRPr lang="en-US"/>
          </a:p>
          <a:p>
            <a:pPr marL="742950" lvl="1" indent="-285750" algn="l" rtl="0">
              <a:spcBef>
                <a:spcPts val="630"/>
              </a:spcBef>
              <a:spcAft>
                <a:spcPts val="0"/>
              </a:spcAft>
              <a:buSzPts val="1980"/>
              <a:buChar char="•"/>
            </a:pPr>
            <a:r>
              <a:rPr lang="en-US"/>
              <a:t>Background services</a:t>
            </a:r>
            <a:endParaRPr lang="en-US"/>
          </a:p>
          <a:p>
            <a:pPr marL="742950" lvl="1" indent="-285750" algn="l" rtl="0">
              <a:spcBef>
                <a:spcPts val="630"/>
              </a:spcBef>
              <a:spcAft>
                <a:spcPts val="0"/>
              </a:spcAft>
              <a:buSzPts val="1980"/>
              <a:buChar char="•"/>
            </a:pPr>
            <a:r>
              <a:rPr lang="en-US"/>
              <a:t>Application programs</a:t>
            </a:r>
            <a:endParaRPr lang="en-US"/>
          </a:p>
          <a:p>
            <a:pPr marL="342900" lvl="0" indent="-342900" algn="l" rtl="0">
              <a:spcBef>
                <a:spcPts val="630"/>
              </a:spcBef>
              <a:spcAft>
                <a:spcPts val="0"/>
              </a:spcAft>
              <a:buSzPts val="1980"/>
              <a:buChar char="▪"/>
            </a:pPr>
            <a:r>
              <a:rPr lang="en-US"/>
              <a:t>Most users’ view of the operation system is defined by system programs, not the actual system calls</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66" name="Shape 266"/>
        <p:cNvGrpSpPr/>
        <p:nvPr/>
      </p:nvGrpSpPr>
      <p:grpSpPr>
        <a:xfrm>
          <a:off x="0" y="0"/>
          <a:ext cx="0" cy="0"/>
          <a:chOff x="0" y="0"/>
          <a:chExt cx="0" cy="0"/>
        </a:xfrm>
      </p:grpSpPr>
      <p:sp>
        <p:nvSpPr>
          <p:cNvPr id="267" name="Google Shape;267;p29"/>
          <p:cNvSpPr txBox="1"/>
          <p:nvPr>
            <p:ph type="title"/>
          </p:nvPr>
        </p:nvSpPr>
        <p:spPr>
          <a:xfrm>
            <a:off x="457200" y="217488"/>
            <a:ext cx="80613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System Services (Cont.)</a:t>
            </a:r>
            <a:endParaRPr lang="en-US"/>
          </a:p>
        </p:txBody>
      </p:sp>
      <p:sp>
        <p:nvSpPr>
          <p:cNvPr id="268" name="Google Shape;268;p29"/>
          <p:cNvSpPr txBox="1"/>
          <p:nvPr>
            <p:ph type="body" idx="1"/>
          </p:nvPr>
        </p:nvSpPr>
        <p:spPr>
          <a:xfrm>
            <a:off x="808038" y="1073150"/>
            <a:ext cx="7359650" cy="502761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a:t>Provide a convenient environment for program development and execution</a:t>
            </a:r>
            <a:endParaRPr lang="en-US"/>
          </a:p>
          <a:p>
            <a:pPr marL="742950" lvl="1" indent="-285750" algn="l" rtl="0">
              <a:lnSpc>
                <a:spcPct val="90000"/>
              </a:lnSpc>
              <a:spcBef>
                <a:spcPts val="630"/>
              </a:spcBef>
              <a:spcAft>
                <a:spcPts val="0"/>
              </a:spcAft>
              <a:buSzPts val="1980"/>
              <a:buChar char="•"/>
            </a:pPr>
            <a:r>
              <a:rPr lang="en-US"/>
              <a:t>Some of them are simply user interfaces to system calls; others are considerably more complex</a:t>
            </a:r>
            <a:endParaRPr lang="en-US"/>
          </a:p>
          <a:p>
            <a:pPr marL="742950" lvl="1" indent="-229870" algn="l" rtl="0">
              <a:lnSpc>
                <a:spcPct val="90000"/>
              </a:lnSpc>
              <a:spcBef>
                <a:spcPts val="280"/>
              </a:spcBef>
              <a:spcAft>
                <a:spcPts val="0"/>
              </a:spcAft>
              <a:buSzPts val="880"/>
              <a:buNone/>
            </a:pPr>
            <a:endParaRPr sz="800"/>
          </a:p>
          <a:p>
            <a:pPr marL="342900" lvl="0" indent="-342900" algn="l" rtl="0">
              <a:lnSpc>
                <a:spcPct val="90000"/>
              </a:lnSpc>
              <a:spcBef>
                <a:spcPts val="630"/>
              </a:spcBef>
              <a:spcAft>
                <a:spcPts val="0"/>
              </a:spcAft>
              <a:buSzPts val="1980"/>
              <a:buChar char="▪"/>
            </a:pPr>
            <a:r>
              <a:rPr lang="en-US" b="1"/>
              <a:t>File management </a:t>
            </a:r>
            <a:r>
              <a:rPr lang="en-US"/>
              <a:t>- Create, delete, copy, rename, print, dump, list, and generally manipulate files and directories</a:t>
            </a:r>
            <a:endParaRPr lang="en-US"/>
          </a:p>
          <a:p>
            <a:pPr marL="342900" lvl="0" indent="-287020" algn="l" rtl="0">
              <a:lnSpc>
                <a:spcPct val="90000"/>
              </a:lnSpc>
              <a:spcBef>
                <a:spcPts val="280"/>
              </a:spcBef>
              <a:spcAft>
                <a:spcPts val="0"/>
              </a:spcAft>
              <a:buSzPts val="880"/>
              <a:buNone/>
            </a:pPr>
            <a:endParaRPr sz="800"/>
          </a:p>
          <a:p>
            <a:pPr marL="342900" lvl="0" indent="-342900" algn="l" rtl="0">
              <a:lnSpc>
                <a:spcPct val="90000"/>
              </a:lnSpc>
              <a:spcBef>
                <a:spcPts val="630"/>
              </a:spcBef>
              <a:spcAft>
                <a:spcPts val="0"/>
              </a:spcAft>
              <a:buSzPts val="1980"/>
              <a:buChar char="▪"/>
            </a:pPr>
            <a:r>
              <a:rPr lang="en-US" b="1"/>
              <a:t>Status information</a:t>
            </a:r>
            <a:endParaRPr lang="en-US" b="1"/>
          </a:p>
          <a:p>
            <a:pPr marL="742950" lvl="1" indent="-285750" algn="l" rtl="0">
              <a:lnSpc>
                <a:spcPct val="90000"/>
              </a:lnSpc>
              <a:spcBef>
                <a:spcPts val="630"/>
              </a:spcBef>
              <a:spcAft>
                <a:spcPts val="0"/>
              </a:spcAft>
              <a:buSzPts val="1980"/>
              <a:buChar char="•"/>
            </a:pPr>
            <a:r>
              <a:rPr lang="en-US"/>
              <a:t>Some ask the system for info - date, time, amount of available memory, disk space, number of users</a:t>
            </a:r>
            <a:endParaRPr lang="en-US"/>
          </a:p>
          <a:p>
            <a:pPr marL="742950" lvl="1" indent="-285750" algn="l" rtl="0">
              <a:lnSpc>
                <a:spcPct val="90000"/>
              </a:lnSpc>
              <a:spcBef>
                <a:spcPts val="630"/>
              </a:spcBef>
              <a:spcAft>
                <a:spcPts val="0"/>
              </a:spcAft>
              <a:buSzPts val="1980"/>
              <a:buChar char="•"/>
            </a:pPr>
            <a:r>
              <a:rPr lang="en-US"/>
              <a:t>Others provide detailed performance, logging, and debugging information</a:t>
            </a:r>
            <a:endParaRPr lang="en-US"/>
          </a:p>
          <a:p>
            <a:pPr marL="742950" lvl="1" indent="-285750" algn="l" rtl="0">
              <a:lnSpc>
                <a:spcPct val="90000"/>
              </a:lnSpc>
              <a:spcBef>
                <a:spcPts val="630"/>
              </a:spcBef>
              <a:spcAft>
                <a:spcPts val="0"/>
              </a:spcAft>
              <a:buSzPts val="1980"/>
              <a:buChar char="•"/>
            </a:pPr>
            <a:r>
              <a:rPr lang="en-US"/>
              <a:t>Typically, these programs format and print the output to the terminal or other output devices</a:t>
            </a:r>
            <a:endParaRPr lang="en-US"/>
          </a:p>
          <a:p>
            <a:pPr marL="742950" lvl="1" indent="-285750" algn="l" rtl="0">
              <a:lnSpc>
                <a:spcPct val="90000"/>
              </a:lnSpc>
              <a:spcBef>
                <a:spcPts val="630"/>
              </a:spcBef>
              <a:spcAft>
                <a:spcPts val="0"/>
              </a:spcAft>
              <a:buSzPts val="1980"/>
              <a:buChar char="•"/>
            </a:pPr>
            <a:r>
              <a:rPr lang="en-US"/>
              <a:t>Some systems implement  a </a:t>
            </a:r>
            <a:r>
              <a:rPr lang="en-US" b="1">
                <a:solidFill>
                  <a:srgbClr val="006699"/>
                </a:solidFill>
                <a:latin typeface="Arial" panose="020B0604020202020204"/>
                <a:ea typeface="Arial" panose="020B0604020202020204"/>
                <a:cs typeface="Arial" panose="020B0604020202020204"/>
                <a:sym typeface="Arial" panose="020B0604020202020204"/>
              </a:rPr>
              <a:t>registry</a:t>
            </a:r>
            <a:r>
              <a:rPr lang="en-US"/>
              <a:t> - used to store and retrieve configuration information</a:t>
            </a:r>
            <a:endParaRPr lang="en-US"/>
          </a:p>
          <a:p>
            <a:pPr marL="342900" lvl="0" indent="-342900" algn="l" rtl="0">
              <a:lnSpc>
                <a:spcPct val="90000"/>
              </a:lnSpc>
              <a:spcBef>
                <a:spcPts val="630"/>
              </a:spcBef>
              <a:spcAft>
                <a:spcPts val="0"/>
              </a:spcAft>
              <a:buSzPts val="1980"/>
              <a:buFont typeface="Arial" panose="020B0604020202020204"/>
              <a:buNone/>
            </a:p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273" name="Shape 273"/>
        <p:cNvGrpSpPr/>
        <p:nvPr/>
      </p:nvGrpSpPr>
      <p:grpSpPr>
        <a:xfrm>
          <a:off x="0" y="0"/>
          <a:ext cx="0" cy="0"/>
          <a:chOff x="0" y="0"/>
          <a:chExt cx="0" cy="0"/>
        </a:xfrm>
      </p:grpSpPr>
      <p:sp>
        <p:nvSpPr>
          <p:cNvPr id="274" name="Google Shape;274;p30"/>
          <p:cNvSpPr txBox="1"/>
          <p:nvPr>
            <p:ph type="title"/>
          </p:nvPr>
        </p:nvSpPr>
        <p:spPr>
          <a:xfrm>
            <a:off x="447675" y="217488"/>
            <a:ext cx="80803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System Services (Cont.)</a:t>
            </a:r>
            <a:endParaRPr lang="en-US"/>
          </a:p>
        </p:txBody>
      </p:sp>
      <p:sp>
        <p:nvSpPr>
          <p:cNvPr id="275" name="Google Shape;275;p30"/>
          <p:cNvSpPr txBox="1"/>
          <p:nvPr>
            <p:ph type="body" idx="1"/>
          </p:nvPr>
        </p:nvSpPr>
        <p:spPr>
          <a:xfrm>
            <a:off x="811213" y="1131888"/>
            <a:ext cx="7697787" cy="518795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b="1"/>
              <a:t>File modification</a:t>
            </a:r>
            <a:endParaRPr lang="en-US" b="1"/>
          </a:p>
          <a:p>
            <a:pPr marL="742950" lvl="1" indent="-285750" algn="l" rtl="0">
              <a:lnSpc>
                <a:spcPct val="90000"/>
              </a:lnSpc>
              <a:spcBef>
                <a:spcPts val="630"/>
              </a:spcBef>
              <a:spcAft>
                <a:spcPts val="0"/>
              </a:spcAft>
              <a:buSzPts val="1980"/>
              <a:buChar char="•"/>
            </a:pPr>
            <a:r>
              <a:rPr lang="en-US"/>
              <a:t>Text editors to create and modify files</a:t>
            </a:r>
            <a:endParaRPr lang="en-US"/>
          </a:p>
          <a:p>
            <a:pPr marL="742950" lvl="1" indent="-285750" algn="l" rtl="0">
              <a:lnSpc>
                <a:spcPct val="90000"/>
              </a:lnSpc>
              <a:spcBef>
                <a:spcPts val="630"/>
              </a:spcBef>
              <a:spcAft>
                <a:spcPts val="0"/>
              </a:spcAft>
              <a:buSzPts val="1980"/>
              <a:buChar char="•"/>
            </a:pPr>
            <a:r>
              <a:rPr lang="en-US"/>
              <a:t>Special commands to search contents of files or perform transformations of the text</a:t>
            </a:r>
            <a:endParaRPr sz="800"/>
          </a:p>
          <a:p>
            <a:pPr marL="342900" lvl="0" indent="-342900" algn="l" rtl="0">
              <a:lnSpc>
                <a:spcPct val="90000"/>
              </a:lnSpc>
              <a:spcBef>
                <a:spcPts val="630"/>
              </a:spcBef>
              <a:spcAft>
                <a:spcPts val="0"/>
              </a:spcAft>
              <a:buSzPts val="1980"/>
              <a:buChar char="▪"/>
            </a:pPr>
            <a:r>
              <a:rPr lang="en-US" b="1"/>
              <a:t>Programming-language support </a:t>
            </a:r>
            <a:r>
              <a:rPr lang="en-US"/>
              <a:t>- Compilers, assemblers, debuggers and interpreters sometimes provided</a:t>
            </a:r>
            <a:endParaRPr sz="800"/>
          </a:p>
          <a:p>
            <a:pPr marL="342900" lvl="0" indent="-342900" algn="l" rtl="0">
              <a:lnSpc>
                <a:spcPct val="90000"/>
              </a:lnSpc>
              <a:spcBef>
                <a:spcPts val="630"/>
              </a:spcBef>
              <a:spcAft>
                <a:spcPts val="0"/>
              </a:spcAft>
              <a:buSzPts val="1980"/>
              <a:buChar char="▪"/>
            </a:pPr>
            <a:r>
              <a:rPr lang="en-US" b="1"/>
              <a:t>Program loading and execution</a:t>
            </a:r>
            <a:r>
              <a:rPr lang="en-US"/>
              <a:t>- Absolute loaders, relocatable loaders, linkage editors, and overlay-loaders, debugging systems for higher-level and machine language</a:t>
            </a:r>
            <a:endParaRPr sz="800"/>
          </a:p>
          <a:p>
            <a:pPr marL="342900" lvl="0" indent="-342900" algn="l" rtl="0">
              <a:lnSpc>
                <a:spcPct val="90000"/>
              </a:lnSpc>
              <a:spcBef>
                <a:spcPts val="630"/>
              </a:spcBef>
              <a:spcAft>
                <a:spcPts val="0"/>
              </a:spcAft>
              <a:buSzPts val="1980"/>
              <a:buChar char="▪"/>
            </a:pPr>
            <a:r>
              <a:rPr lang="en-US" b="1"/>
              <a:t>Communications</a:t>
            </a:r>
            <a:r>
              <a:rPr lang="en-US"/>
              <a:t> - Provide the mechanism for creating virtual connections among processes, users, and computer systems</a:t>
            </a:r>
            <a:endParaRPr lang="en-US"/>
          </a:p>
          <a:p>
            <a:pPr marL="742950" lvl="1" indent="-285750" algn="l" rtl="0">
              <a:lnSpc>
                <a:spcPct val="90000"/>
              </a:lnSpc>
              <a:spcBef>
                <a:spcPts val="630"/>
              </a:spcBef>
              <a:spcAft>
                <a:spcPts val="0"/>
              </a:spcAft>
              <a:buSzPts val="1980"/>
              <a:buChar char="•"/>
            </a:pPr>
            <a:r>
              <a:rPr lang="en-US"/>
              <a:t>Allow users to send messages to one another’s screens, browse web pages, send electronic-mail messages, log in remotely, transfer files from one machine to another</a:t>
            </a:r>
            <a:endParaRPr lang="en-US"/>
          </a:p>
          <a:p>
            <a:pPr marL="342900" lvl="0" indent="-217170" algn="l" rtl="0">
              <a:lnSpc>
                <a:spcPct val="90000"/>
              </a:lnSpc>
              <a:spcBef>
                <a:spcPts val="630"/>
              </a:spcBef>
              <a:spcAft>
                <a:spcPts val="0"/>
              </a:spcAft>
              <a:buSzPts val="1980"/>
              <a:buNone/>
            </a:p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485775" y="217488"/>
            <a:ext cx="799623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System Services (Cont.)</a:t>
            </a:r>
            <a:endParaRPr lang="en-US"/>
          </a:p>
        </p:txBody>
      </p:sp>
      <p:sp>
        <p:nvSpPr>
          <p:cNvPr id="282" name="Google Shape;282;p31"/>
          <p:cNvSpPr txBox="1"/>
          <p:nvPr>
            <p:ph type="body" idx="1"/>
          </p:nvPr>
        </p:nvSpPr>
        <p:spPr>
          <a:xfrm>
            <a:off x="806450" y="1108075"/>
            <a:ext cx="7675563" cy="518795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Char char="▪"/>
            </a:pPr>
            <a:r>
              <a:rPr lang="en-US" b="1"/>
              <a:t>Background Services</a:t>
            </a:r>
            <a:endParaRPr lang="en-US" b="1"/>
          </a:p>
          <a:p>
            <a:pPr marL="742950" lvl="1" indent="-285750" algn="l" rtl="0">
              <a:lnSpc>
                <a:spcPct val="90000"/>
              </a:lnSpc>
              <a:spcBef>
                <a:spcPts val="630"/>
              </a:spcBef>
              <a:spcAft>
                <a:spcPts val="0"/>
              </a:spcAft>
              <a:buSzPts val="1980"/>
              <a:buChar char="•"/>
            </a:pPr>
            <a:r>
              <a:rPr lang="en-US"/>
              <a:t>Launch at boot time</a:t>
            </a:r>
            <a:endParaRPr lang="en-US"/>
          </a:p>
          <a:p>
            <a:pPr marL="1085850" lvl="2" indent="-228600" algn="l" rtl="0">
              <a:lnSpc>
                <a:spcPct val="90000"/>
              </a:lnSpc>
              <a:spcBef>
                <a:spcPts val="630"/>
              </a:spcBef>
              <a:spcAft>
                <a:spcPts val="0"/>
              </a:spcAft>
              <a:buSzPts val="1350"/>
              <a:buChar char="4"/>
            </a:pPr>
            <a:r>
              <a:rPr lang="en-US"/>
              <a:t>Some for system startup, then terminate</a:t>
            </a:r>
            <a:endParaRPr lang="en-US"/>
          </a:p>
          <a:p>
            <a:pPr marL="1085850" lvl="2" indent="-228600" algn="l" rtl="0">
              <a:lnSpc>
                <a:spcPct val="90000"/>
              </a:lnSpc>
              <a:spcBef>
                <a:spcPts val="630"/>
              </a:spcBef>
              <a:spcAft>
                <a:spcPts val="0"/>
              </a:spcAft>
              <a:buSzPts val="1350"/>
              <a:buChar char="4"/>
            </a:pPr>
            <a:r>
              <a:rPr lang="en-US"/>
              <a:t>Some from system boot to shutdown</a:t>
            </a:r>
            <a:endParaRPr lang="en-US"/>
          </a:p>
          <a:p>
            <a:pPr marL="742950" lvl="1" indent="-285750" algn="l" rtl="0">
              <a:lnSpc>
                <a:spcPct val="90000"/>
              </a:lnSpc>
              <a:spcBef>
                <a:spcPts val="630"/>
              </a:spcBef>
              <a:spcAft>
                <a:spcPts val="0"/>
              </a:spcAft>
              <a:buSzPts val="1980"/>
              <a:buChar char="•"/>
            </a:pPr>
            <a:r>
              <a:rPr lang="en-US"/>
              <a:t>Provide facilities like disk checking, process scheduling, error logging, printing</a:t>
            </a:r>
            <a:endParaRPr lang="en-US"/>
          </a:p>
          <a:p>
            <a:pPr marL="742950" lvl="1" indent="-285750" algn="l" rtl="0">
              <a:lnSpc>
                <a:spcPct val="90000"/>
              </a:lnSpc>
              <a:spcBef>
                <a:spcPts val="630"/>
              </a:spcBef>
              <a:spcAft>
                <a:spcPts val="0"/>
              </a:spcAft>
              <a:buSzPts val="1980"/>
              <a:buChar char="•"/>
            </a:pPr>
            <a:r>
              <a:rPr lang="en-US"/>
              <a:t>Run in user context not kernel context</a:t>
            </a:r>
            <a:endParaRPr lang="en-US"/>
          </a:p>
          <a:p>
            <a:pPr marL="742950" lvl="1" indent="-285750" algn="l" rtl="0">
              <a:lnSpc>
                <a:spcPct val="90000"/>
              </a:lnSpc>
              <a:spcBef>
                <a:spcPts val="630"/>
              </a:spcBef>
              <a:spcAft>
                <a:spcPts val="0"/>
              </a:spcAft>
              <a:buSzPts val="1980"/>
              <a:buChar char="•"/>
            </a:pPr>
            <a:r>
              <a:rPr lang="en-US"/>
              <a:t>Known as </a:t>
            </a:r>
            <a:r>
              <a:rPr lang="en-US" b="1">
                <a:solidFill>
                  <a:srgbClr val="006699"/>
                </a:solidFill>
                <a:latin typeface="Arial" panose="020B0604020202020204"/>
                <a:ea typeface="Arial" panose="020B0604020202020204"/>
                <a:cs typeface="Arial" panose="020B0604020202020204"/>
                <a:sym typeface="Arial" panose="020B0604020202020204"/>
              </a:rPr>
              <a:t>services</a:t>
            </a:r>
            <a:r>
              <a:rPr lang="en-US"/>
              <a:t>, </a:t>
            </a:r>
            <a:r>
              <a:rPr lang="en-US" b="1">
                <a:solidFill>
                  <a:srgbClr val="006699"/>
                </a:solidFill>
                <a:latin typeface="Arial" panose="020B0604020202020204"/>
                <a:ea typeface="Arial" panose="020B0604020202020204"/>
                <a:cs typeface="Arial" panose="020B0604020202020204"/>
                <a:sym typeface="Arial" panose="020B0604020202020204"/>
              </a:rPr>
              <a:t>subsystems</a:t>
            </a:r>
            <a:r>
              <a:rPr lang="en-US"/>
              <a:t>, </a:t>
            </a:r>
            <a:r>
              <a:rPr lang="en-US" b="1">
                <a:solidFill>
                  <a:srgbClr val="006699"/>
                </a:solidFill>
                <a:latin typeface="Arial" panose="020B0604020202020204"/>
                <a:ea typeface="Arial" panose="020B0604020202020204"/>
                <a:cs typeface="Arial" panose="020B0604020202020204"/>
                <a:sym typeface="Arial" panose="020B0604020202020204"/>
              </a:rPr>
              <a:t>daemons</a:t>
            </a:r>
            <a:r>
              <a:rPr lang="en-US"/>
              <a:t> </a:t>
            </a:r>
            <a:endParaRPr b="1"/>
          </a:p>
          <a:p>
            <a:pPr marL="742950" lvl="1" indent="-285750" algn="l" rtl="0">
              <a:lnSpc>
                <a:spcPct val="90000"/>
              </a:lnSpc>
              <a:spcBef>
                <a:spcPts val="280"/>
              </a:spcBef>
              <a:spcAft>
                <a:spcPts val="0"/>
              </a:spcAft>
              <a:buSzPts val="880"/>
              <a:buFont typeface="Arial" panose="020B0604020202020204"/>
              <a:buNone/>
            </a:pPr>
            <a:endParaRPr sz="800"/>
          </a:p>
          <a:p>
            <a:pPr marL="342900" lvl="0" indent="-342900" algn="l" rtl="0">
              <a:lnSpc>
                <a:spcPct val="90000"/>
              </a:lnSpc>
              <a:spcBef>
                <a:spcPts val="630"/>
              </a:spcBef>
              <a:spcAft>
                <a:spcPts val="0"/>
              </a:spcAft>
              <a:buSzPts val="1980"/>
              <a:buChar char="▪"/>
            </a:pPr>
            <a:r>
              <a:rPr lang="en-US" b="1"/>
              <a:t>Application programs</a:t>
            </a:r>
            <a:endParaRPr lang="en-US" b="1"/>
          </a:p>
          <a:p>
            <a:pPr marL="742950" lvl="1" indent="-285750" algn="l" rtl="0">
              <a:lnSpc>
                <a:spcPct val="90000"/>
              </a:lnSpc>
              <a:spcBef>
                <a:spcPts val="630"/>
              </a:spcBef>
              <a:spcAft>
                <a:spcPts val="0"/>
              </a:spcAft>
              <a:buSzPts val="1980"/>
              <a:buChar char="•"/>
            </a:pPr>
            <a:r>
              <a:rPr lang="en-US"/>
              <a:t>Don’t pertain to system</a:t>
            </a:r>
            <a:endParaRPr lang="en-US"/>
          </a:p>
          <a:p>
            <a:pPr marL="742950" lvl="1" indent="-285750" algn="l" rtl="0">
              <a:lnSpc>
                <a:spcPct val="90000"/>
              </a:lnSpc>
              <a:spcBef>
                <a:spcPts val="630"/>
              </a:spcBef>
              <a:spcAft>
                <a:spcPts val="0"/>
              </a:spcAft>
              <a:buSzPts val="1980"/>
              <a:buChar char="•"/>
            </a:pPr>
            <a:r>
              <a:rPr lang="en-US"/>
              <a:t>Run by users</a:t>
            </a:r>
            <a:endParaRPr lang="en-US"/>
          </a:p>
          <a:p>
            <a:pPr marL="742950" lvl="1" indent="-285750" algn="l" rtl="0">
              <a:lnSpc>
                <a:spcPct val="90000"/>
              </a:lnSpc>
              <a:spcBef>
                <a:spcPts val="630"/>
              </a:spcBef>
              <a:spcAft>
                <a:spcPts val="0"/>
              </a:spcAft>
              <a:buSzPts val="1980"/>
              <a:buChar char="•"/>
            </a:pPr>
            <a:r>
              <a:rPr lang="en-US"/>
              <a:t>Not typically considered part of OS</a:t>
            </a:r>
            <a:endParaRPr lang="en-US"/>
          </a:p>
          <a:p>
            <a:pPr marL="742950" lvl="1" indent="-285750" algn="l" rtl="0">
              <a:lnSpc>
                <a:spcPct val="90000"/>
              </a:lnSpc>
              <a:spcBef>
                <a:spcPts val="630"/>
              </a:spcBef>
              <a:spcAft>
                <a:spcPts val="0"/>
              </a:spcAft>
              <a:buSzPts val="1980"/>
              <a:buChar char="•"/>
            </a:pPr>
            <a:r>
              <a:rPr lang="en-US"/>
              <a:t>Launched by command line, mouse click, finger poke</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86" name="Shape 286"/>
        <p:cNvGrpSpPr/>
        <p:nvPr/>
      </p:nvGrpSpPr>
      <p:grpSpPr>
        <a:xfrm>
          <a:off x="0" y="0"/>
          <a:ext cx="0" cy="0"/>
          <a:chOff x="0" y="0"/>
          <a:chExt cx="0" cy="0"/>
        </a:xfrm>
      </p:grpSpPr>
      <p:sp>
        <p:nvSpPr>
          <p:cNvPr id="287" name="Google Shape;287;p32"/>
          <p:cNvSpPr txBox="1"/>
          <p:nvPr>
            <p:ph type="title"/>
          </p:nvPr>
        </p:nvSpPr>
        <p:spPr>
          <a:xfrm>
            <a:off x="457200" y="225425"/>
            <a:ext cx="80772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Linkers and Loaders</a:t>
            </a:r>
            <a:endParaRPr lang="en-US"/>
          </a:p>
        </p:txBody>
      </p:sp>
      <p:sp>
        <p:nvSpPr>
          <p:cNvPr id="288" name="Google Shape;288;p32"/>
          <p:cNvSpPr txBox="1"/>
          <p:nvPr>
            <p:ph type="body" idx="1"/>
          </p:nvPr>
        </p:nvSpPr>
        <p:spPr>
          <a:xfrm>
            <a:off x="806450" y="1233488"/>
            <a:ext cx="772795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Source code compiled into object files designed to be loaded into any physical memory location – </a:t>
            </a:r>
            <a:r>
              <a:rPr lang="en-US" b="1">
                <a:solidFill>
                  <a:srgbClr val="006699"/>
                </a:solidFill>
                <a:latin typeface="Arial" panose="020B0604020202020204"/>
                <a:ea typeface="Arial" panose="020B0604020202020204"/>
                <a:cs typeface="Arial" panose="020B0604020202020204"/>
                <a:sym typeface="Arial" panose="020B0604020202020204"/>
              </a:rPr>
              <a:t>relocatable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object</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file</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Linker</a:t>
            </a:r>
            <a:r>
              <a:rPr lang="en-US" b="1">
                <a:solidFill>
                  <a:srgbClr val="3366FF"/>
                </a:solidFill>
              </a:rPr>
              <a:t> </a:t>
            </a:r>
            <a:r>
              <a:rPr lang="en-US"/>
              <a:t>combines these into single binary </a:t>
            </a:r>
            <a:r>
              <a:rPr lang="en-US" b="1">
                <a:solidFill>
                  <a:srgbClr val="006699"/>
                </a:solidFill>
                <a:latin typeface="Arial" panose="020B0604020202020204"/>
                <a:ea typeface="Arial" panose="020B0604020202020204"/>
                <a:cs typeface="Arial" panose="020B0604020202020204"/>
                <a:sym typeface="Arial" panose="020B0604020202020204"/>
              </a:rPr>
              <a:t>executable</a:t>
            </a:r>
            <a:r>
              <a:rPr lang="en-US"/>
              <a:t> file</a:t>
            </a:r>
            <a:endParaRPr lang="en-US"/>
          </a:p>
          <a:p>
            <a:pPr marL="742950" lvl="1" indent="-285750" algn="l" rtl="0">
              <a:spcBef>
                <a:spcPts val="630"/>
              </a:spcBef>
              <a:spcAft>
                <a:spcPts val="0"/>
              </a:spcAft>
              <a:buSzPts val="1980"/>
              <a:buChar char="•"/>
            </a:pPr>
            <a:r>
              <a:rPr lang="en-US"/>
              <a:t>Also brings in libraries</a:t>
            </a:r>
            <a:endParaRPr lang="en-US"/>
          </a:p>
          <a:p>
            <a:pPr marL="342900" lvl="0" indent="-342900" algn="l" rtl="0">
              <a:spcBef>
                <a:spcPts val="630"/>
              </a:spcBef>
              <a:spcAft>
                <a:spcPts val="0"/>
              </a:spcAft>
              <a:buSzPts val="1980"/>
              <a:buChar char="▪"/>
            </a:pPr>
            <a:r>
              <a:rPr lang="en-US"/>
              <a:t>Program resides on secondary storage as binary executable</a:t>
            </a:r>
            <a:endParaRPr lang="en-US"/>
          </a:p>
          <a:p>
            <a:pPr marL="342900" lvl="0" indent="-342900" algn="l" rtl="0">
              <a:spcBef>
                <a:spcPts val="630"/>
              </a:spcBef>
              <a:spcAft>
                <a:spcPts val="0"/>
              </a:spcAft>
              <a:buSzPts val="1980"/>
              <a:buChar char="▪"/>
            </a:pPr>
            <a:r>
              <a:rPr lang="en-US"/>
              <a:t>Must be brought into memory by </a:t>
            </a:r>
            <a:r>
              <a:rPr lang="en-US" b="1">
                <a:solidFill>
                  <a:srgbClr val="006699"/>
                </a:solidFill>
                <a:latin typeface="Arial" panose="020B0604020202020204"/>
                <a:ea typeface="Arial" panose="020B0604020202020204"/>
                <a:cs typeface="Arial" panose="020B0604020202020204"/>
                <a:sym typeface="Arial" panose="020B0604020202020204"/>
              </a:rPr>
              <a:t>loader</a:t>
            </a:r>
            <a:r>
              <a:rPr lang="en-US"/>
              <a:t> to be executed</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Relocation</a:t>
            </a:r>
            <a:r>
              <a:rPr lang="en-US"/>
              <a:t> assigns final addresses to program parts and adjusts code and data in program to match those addresses</a:t>
            </a:r>
            <a:endParaRPr lang="en-US"/>
          </a:p>
          <a:p>
            <a:pPr marL="342900" lvl="0" indent="-342900" algn="l" rtl="0">
              <a:spcBef>
                <a:spcPts val="630"/>
              </a:spcBef>
              <a:spcAft>
                <a:spcPts val="0"/>
              </a:spcAft>
              <a:buSzPts val="1980"/>
              <a:buChar char="▪"/>
            </a:pPr>
            <a:r>
              <a:rPr lang="en-US"/>
              <a:t>Modern general purpose systems don’t link libraries into executables</a:t>
            </a:r>
            <a:endParaRPr lang="en-US"/>
          </a:p>
          <a:p>
            <a:pPr marL="742950" lvl="1" indent="-285750" algn="l" rtl="0">
              <a:spcBef>
                <a:spcPts val="630"/>
              </a:spcBef>
              <a:spcAft>
                <a:spcPts val="0"/>
              </a:spcAft>
              <a:buSzPts val="1980"/>
              <a:buChar char="•"/>
            </a:pPr>
            <a:r>
              <a:rPr lang="en-US"/>
              <a:t>Rather, </a:t>
            </a:r>
            <a:r>
              <a:rPr lang="en-US" b="1">
                <a:solidFill>
                  <a:srgbClr val="006699"/>
                </a:solidFill>
                <a:latin typeface="Arial" panose="020B0604020202020204"/>
                <a:ea typeface="Arial" panose="020B0604020202020204"/>
                <a:cs typeface="Arial" panose="020B0604020202020204"/>
                <a:sym typeface="Arial" panose="020B0604020202020204"/>
              </a:rPr>
              <a:t>dynamically</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linked</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libraries</a:t>
            </a:r>
            <a:r>
              <a:rPr lang="en-US" b="1">
                <a:solidFill>
                  <a:srgbClr val="3366FF"/>
                </a:solidFill>
              </a:rPr>
              <a:t> </a:t>
            </a:r>
            <a:r>
              <a:rPr lang="en-US"/>
              <a:t>(in Windows, </a:t>
            </a:r>
            <a:r>
              <a:rPr lang="en-US" b="1">
                <a:solidFill>
                  <a:srgbClr val="006699"/>
                </a:solidFill>
                <a:latin typeface="Arial" panose="020B0604020202020204"/>
                <a:ea typeface="Arial" panose="020B0604020202020204"/>
                <a:cs typeface="Arial" panose="020B0604020202020204"/>
                <a:sym typeface="Arial" panose="020B0604020202020204"/>
              </a:rPr>
              <a:t>DLLs</a:t>
            </a:r>
            <a:r>
              <a:rPr lang="en-US"/>
              <a:t>) are loaded as needed, shared by all that use the same version of that same library (loaded once)</a:t>
            </a:r>
            <a:endParaRPr lang="en-US"/>
          </a:p>
          <a:p>
            <a:pPr marL="342900" lvl="0" indent="-342900" algn="l" rtl="0">
              <a:spcBef>
                <a:spcPts val="630"/>
              </a:spcBef>
              <a:spcAft>
                <a:spcPts val="0"/>
              </a:spcAft>
              <a:buSzPts val="1980"/>
              <a:buChar char="▪"/>
            </a:pPr>
            <a:r>
              <a:rPr lang="en-US"/>
              <a:t>Object, executable files have standard formats, so operating system knows how to load and start them</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960438" y="225425"/>
            <a:ext cx="7573962"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The Role of the Linker and Loader</a:t>
            </a:r>
            <a:endParaRPr lang="en-US"/>
          </a:p>
        </p:txBody>
      </p:sp>
      <p:pic>
        <p:nvPicPr>
          <p:cNvPr id="294" name="Google Shape;294;p33"/>
          <p:cNvPicPr preferRelativeResize="0"/>
          <p:nvPr>
            <p:ph type="body" idx="1"/>
          </p:nvPr>
        </p:nvPicPr>
        <p:blipFill rotWithShape="1">
          <a:blip r:embed="rId1"/>
          <a:srcRect/>
          <a:stretch>
            <a:fillRect/>
          </a:stretch>
        </p:blipFill>
        <p:spPr>
          <a:xfrm>
            <a:off x="2487613" y="1204913"/>
            <a:ext cx="4608512" cy="485933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99" name="Shape 299"/>
        <p:cNvGrpSpPr/>
        <p:nvPr/>
      </p:nvGrpSpPr>
      <p:grpSpPr>
        <a:xfrm>
          <a:off x="0" y="0"/>
          <a:ext cx="0" cy="0"/>
          <a:chOff x="0" y="0"/>
          <a:chExt cx="0" cy="0"/>
        </a:xfrm>
      </p:grpSpPr>
      <p:sp>
        <p:nvSpPr>
          <p:cNvPr id="300" name="Google Shape;300;p34"/>
          <p:cNvSpPr txBox="1"/>
          <p:nvPr>
            <p:ph type="title"/>
          </p:nvPr>
        </p:nvSpPr>
        <p:spPr>
          <a:xfrm>
            <a:off x="1046126" y="154025"/>
            <a:ext cx="77120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400"/>
              <a:t>Why Applications are Operating System Specific</a:t>
            </a:r>
            <a:endParaRPr lang="en-US" sz="2400"/>
          </a:p>
        </p:txBody>
      </p:sp>
      <p:sp>
        <p:nvSpPr>
          <p:cNvPr id="301" name="Google Shape;301;p34"/>
          <p:cNvSpPr txBox="1"/>
          <p:nvPr>
            <p:ph type="body" idx="1"/>
          </p:nvPr>
        </p:nvSpPr>
        <p:spPr>
          <a:xfrm>
            <a:off x="838200" y="1014884"/>
            <a:ext cx="7643813" cy="497951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Apps compiled on one system usually not executable on other operating systems</a:t>
            </a:r>
            <a:endParaRPr lang="en-US"/>
          </a:p>
          <a:p>
            <a:pPr marL="342900" lvl="0" indent="-342900" algn="l" rtl="0">
              <a:spcBef>
                <a:spcPts val="630"/>
              </a:spcBef>
              <a:spcAft>
                <a:spcPts val="0"/>
              </a:spcAft>
              <a:buSzPts val="1980"/>
              <a:buChar char="▪"/>
            </a:pPr>
            <a:r>
              <a:rPr lang="en-US"/>
              <a:t>Each operating system provides its own unique system calls</a:t>
            </a:r>
            <a:endParaRPr lang="en-US"/>
          </a:p>
          <a:p>
            <a:pPr marL="742950" lvl="1" indent="-285750" algn="l" rtl="0">
              <a:spcBef>
                <a:spcPts val="630"/>
              </a:spcBef>
              <a:spcAft>
                <a:spcPts val="0"/>
              </a:spcAft>
              <a:buSzPts val="1980"/>
              <a:buChar char="•"/>
            </a:pPr>
            <a:r>
              <a:rPr lang="en-US"/>
              <a:t>Own file formats, etc.</a:t>
            </a:r>
            <a:endParaRPr lang="en-US"/>
          </a:p>
          <a:p>
            <a:pPr marL="342900" lvl="0" indent="-342900" algn="l" rtl="0">
              <a:spcBef>
                <a:spcPts val="630"/>
              </a:spcBef>
              <a:spcAft>
                <a:spcPts val="0"/>
              </a:spcAft>
              <a:buSzPts val="1980"/>
              <a:buChar char="▪"/>
            </a:pPr>
            <a:r>
              <a:rPr lang="en-US"/>
              <a:t>Apps can be multi-operating system</a:t>
            </a:r>
            <a:endParaRPr lang="en-US"/>
          </a:p>
          <a:p>
            <a:pPr marL="742950" lvl="1" indent="-285750" algn="l" rtl="0">
              <a:spcBef>
                <a:spcPts val="630"/>
              </a:spcBef>
              <a:spcAft>
                <a:spcPts val="0"/>
              </a:spcAft>
              <a:buSzPts val="1980"/>
              <a:buChar char="•"/>
            </a:pPr>
            <a:r>
              <a:rPr lang="en-US"/>
              <a:t>Written in interpreted language like Python, Ruby, and interpreter available on multiple operating systems</a:t>
            </a:r>
            <a:endParaRPr lang="en-US"/>
          </a:p>
          <a:p>
            <a:pPr marL="742950" lvl="1" indent="-285750" algn="l" rtl="0">
              <a:spcBef>
                <a:spcPts val="630"/>
              </a:spcBef>
              <a:spcAft>
                <a:spcPts val="0"/>
              </a:spcAft>
              <a:buSzPts val="1980"/>
              <a:buChar char="•"/>
            </a:pPr>
            <a:r>
              <a:rPr lang="en-US"/>
              <a:t>App written in language that includes a VM containing the running app (like Java)</a:t>
            </a:r>
            <a:endParaRPr lang="en-US"/>
          </a:p>
          <a:p>
            <a:pPr marL="742950" lvl="1" indent="-285750" algn="l" rtl="0">
              <a:spcBef>
                <a:spcPts val="630"/>
              </a:spcBef>
              <a:spcAft>
                <a:spcPts val="0"/>
              </a:spcAft>
              <a:buSzPts val="1980"/>
              <a:buChar char="•"/>
            </a:pPr>
            <a:r>
              <a:rPr lang="en-US"/>
              <a:t>Use standard language (like C), compile separately on each operating system to run on each</a:t>
            </a:r>
            <a:endParaRPr lang="en-US"/>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Application</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Binary</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Interface</a:t>
            </a:r>
            <a:r>
              <a:rPr lang="en-US" b="1">
                <a:solidFill>
                  <a:srgbClr val="3366FF"/>
                </a:solidFill>
              </a:rPr>
              <a:t>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ABI</a:t>
            </a:r>
            <a:r>
              <a:rPr lang="en-US"/>
              <a:t>) is architecture equivalent of API, defines how different components of binary code can interface for a given operating system on a given architecture, CPU, etc. </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306" name="Shape 306"/>
        <p:cNvGrpSpPr/>
        <p:nvPr/>
      </p:nvGrpSpPr>
      <p:grpSpPr>
        <a:xfrm>
          <a:off x="0" y="0"/>
          <a:ext cx="0" cy="0"/>
          <a:chOff x="0" y="0"/>
          <a:chExt cx="0" cy="0"/>
        </a:xfrm>
      </p:grpSpPr>
      <p:sp>
        <p:nvSpPr>
          <p:cNvPr id="307" name="Google Shape;307;p35"/>
          <p:cNvSpPr txBox="1"/>
          <p:nvPr>
            <p:ph type="title"/>
          </p:nvPr>
        </p:nvSpPr>
        <p:spPr>
          <a:xfrm>
            <a:off x="1079500" y="155141"/>
            <a:ext cx="77120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Design and Implementation</a:t>
            </a:r>
            <a:endParaRPr lang="en-US" sz="2800"/>
          </a:p>
        </p:txBody>
      </p:sp>
      <p:sp>
        <p:nvSpPr>
          <p:cNvPr id="308" name="Google Shape;308;p35"/>
          <p:cNvSpPr txBox="1"/>
          <p:nvPr>
            <p:ph type="body" idx="1"/>
          </p:nvPr>
        </p:nvSpPr>
        <p:spPr>
          <a:xfrm>
            <a:off x="838200" y="1220788"/>
            <a:ext cx="7375525" cy="5006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Design and Implementation of OS is not “solvable”, but some approaches have proven successful</a:t>
            </a:r>
            <a:endParaRPr sz="800"/>
          </a:p>
          <a:p>
            <a:pPr marL="342900" lvl="0" indent="-342900" algn="l" rtl="0">
              <a:spcBef>
                <a:spcPts val="630"/>
              </a:spcBef>
              <a:spcAft>
                <a:spcPts val="0"/>
              </a:spcAft>
              <a:buSzPts val="1980"/>
              <a:buChar char="▪"/>
            </a:pPr>
            <a:r>
              <a:rPr lang="en-US"/>
              <a:t>Internal structure of different Operating Systems  can vary widely</a:t>
            </a:r>
            <a:endParaRPr sz="800"/>
          </a:p>
          <a:p>
            <a:pPr marL="342900" lvl="0" indent="-342900" algn="l" rtl="0">
              <a:spcBef>
                <a:spcPts val="630"/>
              </a:spcBef>
              <a:spcAft>
                <a:spcPts val="0"/>
              </a:spcAft>
              <a:buSzPts val="1980"/>
              <a:buChar char="▪"/>
            </a:pPr>
            <a:r>
              <a:rPr lang="en-US"/>
              <a:t>Start the design by defining goals and specifications </a:t>
            </a:r>
            <a:endParaRPr sz="800"/>
          </a:p>
          <a:p>
            <a:pPr marL="342900" lvl="0" indent="-342900" algn="l" rtl="0">
              <a:spcBef>
                <a:spcPts val="630"/>
              </a:spcBef>
              <a:spcAft>
                <a:spcPts val="0"/>
              </a:spcAft>
              <a:buSzPts val="1980"/>
              <a:buChar char="▪"/>
            </a:pPr>
            <a:r>
              <a:rPr lang="en-US"/>
              <a:t>Affected by choice of hardware, type of system</a:t>
            </a:r>
            <a:endParaRPr sz="800"/>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User</a:t>
            </a:r>
            <a:r>
              <a:rPr lang="en-US" b="1">
                <a:solidFill>
                  <a:srgbClr val="3366FF"/>
                </a:solidFill>
              </a:rPr>
              <a:t> </a:t>
            </a:r>
            <a:r>
              <a:rPr lang="en-US"/>
              <a:t>goals and </a:t>
            </a:r>
            <a:r>
              <a:rPr lang="en-US" b="1">
                <a:solidFill>
                  <a:srgbClr val="006699"/>
                </a:solidFill>
                <a:latin typeface="Arial" panose="020B0604020202020204"/>
                <a:ea typeface="Arial" panose="020B0604020202020204"/>
                <a:cs typeface="Arial" panose="020B0604020202020204"/>
                <a:sym typeface="Arial" panose="020B0604020202020204"/>
              </a:rPr>
              <a:t>System</a:t>
            </a:r>
            <a:r>
              <a:rPr lang="en-US" b="1">
                <a:solidFill>
                  <a:srgbClr val="3366FF"/>
                </a:solidFill>
              </a:rPr>
              <a:t> </a:t>
            </a:r>
            <a:r>
              <a:rPr lang="en-US"/>
              <a:t>goals</a:t>
            </a:r>
            <a:endParaRPr lang="en-US"/>
          </a:p>
          <a:p>
            <a:pPr marL="742950" lvl="1" indent="-285750" algn="l" rtl="0">
              <a:spcBef>
                <a:spcPts val="630"/>
              </a:spcBef>
              <a:spcAft>
                <a:spcPts val="0"/>
              </a:spcAft>
              <a:buSzPts val="1980"/>
              <a:buChar char="•"/>
            </a:pPr>
            <a:r>
              <a:rPr lang="en-US"/>
              <a:t>User goals – operating system should be convenient to use, easy to learn, reliable, safe, and fast</a:t>
            </a:r>
            <a:endParaRPr lang="en-US"/>
          </a:p>
          <a:p>
            <a:pPr marL="742950" lvl="1" indent="-285750" algn="l" rtl="0">
              <a:spcBef>
                <a:spcPts val="630"/>
              </a:spcBef>
              <a:spcAft>
                <a:spcPts val="0"/>
              </a:spcAft>
              <a:buSzPts val="1980"/>
              <a:buChar char="•"/>
            </a:pPr>
            <a:r>
              <a:rPr lang="en-US"/>
              <a:t>System goals – operating system should be easy to design, implement, and maintain, as well as flexible, reliable, error-free, and efficient</a:t>
            </a:r>
            <a:endParaRPr lang="en-US"/>
          </a:p>
          <a:p>
            <a:pPr marL="342900" lvl="0" indent="-342900" algn="l" rtl="0">
              <a:spcBef>
                <a:spcPts val="630"/>
              </a:spcBef>
              <a:spcAft>
                <a:spcPts val="0"/>
              </a:spcAft>
              <a:buSzPts val="1980"/>
              <a:buChar char="▪"/>
            </a:pPr>
            <a:r>
              <a:rPr lang="en-US"/>
              <a:t>Specifying and designing an OS is highly creative task of </a:t>
            </a:r>
            <a:r>
              <a:rPr lang="en-US" b="1">
                <a:solidFill>
                  <a:srgbClr val="006699"/>
                </a:solidFill>
                <a:latin typeface="Arial" panose="020B0604020202020204"/>
                <a:ea typeface="Arial" panose="020B0604020202020204"/>
                <a:cs typeface="Arial" panose="020B0604020202020204"/>
                <a:sym typeface="Arial" panose="020B0604020202020204"/>
              </a:rPr>
              <a:t>software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engineering</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217170" algn="l" rtl="0">
              <a:spcBef>
                <a:spcPts val="630"/>
              </a:spcBef>
              <a:spcAft>
                <a:spcPts val="0"/>
              </a:spcAft>
              <a:buSzPts val="1980"/>
              <a:buNone/>
            </a:p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313" name="Shape 313"/>
        <p:cNvGrpSpPr/>
        <p:nvPr/>
      </p:nvGrpSpPr>
      <p:grpSpPr>
        <a:xfrm>
          <a:off x="0" y="0"/>
          <a:ext cx="0" cy="0"/>
          <a:chOff x="0" y="0"/>
          <a:chExt cx="0" cy="0"/>
        </a:xfrm>
      </p:grpSpPr>
      <p:sp>
        <p:nvSpPr>
          <p:cNvPr id="314" name="Google Shape;314;p36"/>
          <p:cNvSpPr txBox="1"/>
          <p:nvPr>
            <p:ph type="title"/>
          </p:nvPr>
        </p:nvSpPr>
        <p:spPr>
          <a:xfrm>
            <a:off x="1051377" y="139214"/>
            <a:ext cx="82296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Policy and Mechanism</a:t>
            </a:r>
            <a:endParaRPr lang="en-US"/>
          </a:p>
        </p:txBody>
      </p:sp>
      <p:sp>
        <p:nvSpPr>
          <p:cNvPr id="315" name="Google Shape;315;p36"/>
          <p:cNvSpPr txBox="1"/>
          <p:nvPr>
            <p:ph type="body" idx="1"/>
          </p:nvPr>
        </p:nvSpPr>
        <p:spPr>
          <a:xfrm>
            <a:off x="839788" y="1141992"/>
            <a:ext cx="6455315" cy="426402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Policy</a:t>
            </a:r>
            <a:r>
              <a:rPr lang="en-US" b="1"/>
              <a:t>:   What </a:t>
            </a:r>
            <a:r>
              <a:rPr lang="en-US"/>
              <a:t>needs to be done?</a:t>
            </a:r>
            <a:r>
              <a:rPr lang="en-US" b="1"/>
              <a:t> </a:t>
            </a:r>
            <a:endParaRPr lang="en-US" b="1"/>
          </a:p>
          <a:p>
            <a:pPr marL="742950" lvl="1" indent="-285750" algn="l" rtl="0">
              <a:spcBef>
                <a:spcPts val="630"/>
              </a:spcBef>
              <a:spcAft>
                <a:spcPts val="0"/>
              </a:spcAft>
              <a:buSzPts val="1980"/>
              <a:buChar char="•"/>
            </a:pPr>
            <a:r>
              <a:rPr lang="en-US"/>
              <a:t>Example: Interrupt after every 100 seconds</a:t>
            </a:r>
            <a:endParaRPr lang="en-US"/>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Mechanism</a:t>
            </a:r>
            <a:r>
              <a:rPr lang="en-US" b="1"/>
              <a:t>:  How</a:t>
            </a:r>
            <a:r>
              <a:rPr lang="en-US"/>
              <a:t> to do something?</a:t>
            </a:r>
            <a:endParaRPr lang="en-US"/>
          </a:p>
          <a:p>
            <a:pPr marL="742950" lvl="1" indent="-285750" algn="l" rtl="0">
              <a:spcBef>
                <a:spcPts val="630"/>
              </a:spcBef>
              <a:spcAft>
                <a:spcPts val="0"/>
              </a:spcAft>
              <a:buSzPts val="1980"/>
              <a:buChar char="•"/>
            </a:pPr>
            <a:r>
              <a:rPr lang="en-US"/>
              <a:t>Example: timer</a:t>
            </a:r>
            <a:endParaRPr lang="en-US"/>
          </a:p>
          <a:p>
            <a:pPr marL="342900" lvl="0" indent="-342900" algn="l" rtl="0">
              <a:spcBef>
                <a:spcPts val="630"/>
              </a:spcBef>
              <a:spcAft>
                <a:spcPts val="0"/>
              </a:spcAft>
              <a:buSzPts val="1980"/>
              <a:buChar char="▪"/>
            </a:pPr>
            <a:r>
              <a:rPr lang="en-US"/>
              <a:t>Important principle: separate policy from mechanism</a:t>
            </a:r>
            <a:endParaRPr lang="en-US"/>
          </a:p>
          <a:p>
            <a:pPr marL="342900" lvl="0" indent="-342900" algn="l" rtl="0">
              <a:spcBef>
                <a:spcPts val="630"/>
              </a:spcBef>
              <a:spcAft>
                <a:spcPts val="0"/>
              </a:spcAft>
              <a:buSzPts val="1980"/>
              <a:buChar char="▪"/>
            </a:pPr>
            <a:r>
              <a:rPr lang="en-US"/>
              <a:t>The separation of policy from mechanism is a very important principle, it allows maximum flexibility if policy decisions are to be changed later.</a:t>
            </a:r>
            <a:endParaRPr lang="en-US"/>
          </a:p>
          <a:p>
            <a:pPr marL="742950" lvl="1" indent="-285750" algn="l" rtl="0">
              <a:spcBef>
                <a:spcPts val="630"/>
              </a:spcBef>
              <a:spcAft>
                <a:spcPts val="0"/>
              </a:spcAft>
              <a:buSzPts val="1980"/>
              <a:buChar char="•"/>
            </a:pPr>
            <a:r>
              <a:rPr lang="en-US"/>
              <a:t>Example: change 100 to 200</a:t>
            </a:r>
            <a:endParaRPr lang="en-US"/>
          </a:p>
          <a:p>
            <a:pPr marL="342900" lvl="0" indent="-342900" algn="l" rtl="0">
              <a:spcBef>
                <a:spcPts val="630"/>
              </a:spcBef>
              <a:spcAft>
                <a:spcPts val="0"/>
              </a:spcAft>
              <a:buSzPts val="1980"/>
              <a:buFont typeface="Arial" panose="020B0604020202020204"/>
              <a:buNone/>
            </a:pPr>
          </a:p>
          <a:p>
            <a:pPr marL="342900" lvl="0" indent="-342900" algn="l" rtl="0">
              <a:spcBef>
                <a:spcPts val="630"/>
              </a:spcBef>
              <a:spcAft>
                <a:spcPts val="0"/>
              </a:spcAft>
              <a:buSzPts val="1980"/>
              <a:buFont typeface="Arial" panose="020B0604020202020204"/>
              <a:buNone/>
            </a:p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320" name="Shape 320"/>
        <p:cNvGrpSpPr/>
        <p:nvPr/>
      </p:nvGrpSpPr>
      <p:grpSpPr>
        <a:xfrm>
          <a:off x="0" y="0"/>
          <a:ext cx="0" cy="0"/>
          <a:chOff x="0" y="0"/>
          <a:chExt cx="0" cy="0"/>
        </a:xfrm>
      </p:grpSpPr>
      <p:sp>
        <p:nvSpPr>
          <p:cNvPr id="321" name="Google Shape;321;p37"/>
          <p:cNvSpPr txBox="1"/>
          <p:nvPr>
            <p:ph type="title"/>
          </p:nvPr>
        </p:nvSpPr>
        <p:spPr>
          <a:xfrm>
            <a:off x="495300" y="217488"/>
            <a:ext cx="807243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Implementation</a:t>
            </a:r>
            <a:endParaRPr lang="en-US"/>
          </a:p>
        </p:txBody>
      </p:sp>
      <p:sp>
        <p:nvSpPr>
          <p:cNvPr id="322" name="Google Shape;322;p37"/>
          <p:cNvSpPr txBox="1"/>
          <p:nvPr>
            <p:ph type="body" idx="1"/>
          </p:nvPr>
        </p:nvSpPr>
        <p:spPr>
          <a:xfrm>
            <a:off x="825500" y="1092200"/>
            <a:ext cx="7713663"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Much variation</a:t>
            </a:r>
            <a:endParaRPr lang="en-US"/>
          </a:p>
          <a:p>
            <a:pPr marL="742950" lvl="1" indent="-285750" algn="l" rtl="0">
              <a:spcBef>
                <a:spcPts val="630"/>
              </a:spcBef>
              <a:spcAft>
                <a:spcPts val="0"/>
              </a:spcAft>
              <a:buSzPts val="1980"/>
              <a:buChar char="•"/>
            </a:pPr>
            <a:r>
              <a:rPr lang="en-US"/>
              <a:t>Early OSes in assembly language</a:t>
            </a:r>
            <a:endParaRPr lang="en-US"/>
          </a:p>
          <a:p>
            <a:pPr marL="742950" lvl="1" indent="-285750" algn="l" rtl="0">
              <a:spcBef>
                <a:spcPts val="630"/>
              </a:spcBef>
              <a:spcAft>
                <a:spcPts val="0"/>
              </a:spcAft>
              <a:buSzPts val="1980"/>
              <a:buChar char="•"/>
            </a:pPr>
            <a:r>
              <a:rPr lang="en-US"/>
              <a:t>Then system programming languages like Algol, PL/1</a:t>
            </a:r>
            <a:endParaRPr lang="en-US"/>
          </a:p>
          <a:p>
            <a:pPr marL="742950" lvl="1" indent="-285750" algn="l" rtl="0">
              <a:spcBef>
                <a:spcPts val="630"/>
              </a:spcBef>
              <a:spcAft>
                <a:spcPts val="0"/>
              </a:spcAft>
              <a:buSzPts val="1980"/>
              <a:buChar char="•"/>
            </a:pPr>
            <a:r>
              <a:rPr lang="en-US"/>
              <a:t>Now C, C++</a:t>
            </a:r>
            <a:endParaRPr lang="en-US"/>
          </a:p>
          <a:p>
            <a:pPr marL="342900" lvl="0" indent="-342900" algn="l" rtl="0">
              <a:spcBef>
                <a:spcPts val="630"/>
              </a:spcBef>
              <a:spcAft>
                <a:spcPts val="0"/>
              </a:spcAft>
              <a:buSzPts val="1980"/>
              <a:buChar char="▪"/>
            </a:pPr>
            <a:r>
              <a:rPr lang="en-US"/>
              <a:t>Actually usually a mix of languages</a:t>
            </a:r>
            <a:endParaRPr lang="en-US"/>
          </a:p>
          <a:p>
            <a:pPr marL="742950" lvl="1" indent="-285750" algn="l" rtl="0">
              <a:spcBef>
                <a:spcPts val="630"/>
              </a:spcBef>
              <a:spcAft>
                <a:spcPts val="0"/>
              </a:spcAft>
              <a:buSzPts val="1980"/>
              <a:buChar char="•"/>
            </a:pPr>
            <a:r>
              <a:rPr lang="en-US"/>
              <a:t>Lowest levels in assembly</a:t>
            </a:r>
            <a:endParaRPr lang="en-US"/>
          </a:p>
          <a:p>
            <a:pPr marL="742950" lvl="1" indent="-285750" algn="l" rtl="0">
              <a:spcBef>
                <a:spcPts val="630"/>
              </a:spcBef>
              <a:spcAft>
                <a:spcPts val="0"/>
              </a:spcAft>
              <a:buSzPts val="1980"/>
              <a:buChar char="•"/>
            </a:pPr>
            <a:r>
              <a:rPr lang="en-US"/>
              <a:t>Main body in C</a:t>
            </a:r>
            <a:endParaRPr lang="en-US"/>
          </a:p>
          <a:p>
            <a:pPr marL="742950" lvl="1" indent="-285750" algn="l" rtl="0">
              <a:spcBef>
                <a:spcPts val="630"/>
              </a:spcBef>
              <a:spcAft>
                <a:spcPts val="0"/>
              </a:spcAft>
              <a:buSzPts val="1980"/>
              <a:buChar char="•"/>
            </a:pPr>
            <a:r>
              <a:rPr lang="en-US"/>
              <a:t>Systems programs in C, C++, scripting languages like PERL, Python, shell scripts</a:t>
            </a:r>
            <a:endParaRPr lang="en-US"/>
          </a:p>
          <a:p>
            <a:pPr marL="342900" lvl="0" indent="-342900" algn="l" rtl="0">
              <a:spcBef>
                <a:spcPts val="630"/>
              </a:spcBef>
              <a:spcAft>
                <a:spcPts val="0"/>
              </a:spcAft>
              <a:buSzPts val="1980"/>
              <a:buChar char="▪"/>
            </a:pPr>
            <a:r>
              <a:rPr lang="en-US"/>
              <a:t>More high-level language easier to</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port</a:t>
            </a:r>
            <a:r>
              <a:rPr lang="en-US" b="1">
                <a:solidFill>
                  <a:srgbClr val="3366FF"/>
                </a:solidFill>
              </a:rPr>
              <a:t> </a:t>
            </a:r>
            <a:r>
              <a:rPr lang="en-US"/>
              <a:t>to other hardware</a:t>
            </a:r>
            <a:endParaRPr lang="en-US"/>
          </a:p>
          <a:p>
            <a:pPr marL="742950" lvl="1" indent="-285750" algn="l" rtl="0">
              <a:spcBef>
                <a:spcPts val="630"/>
              </a:spcBef>
              <a:spcAft>
                <a:spcPts val="0"/>
              </a:spcAft>
              <a:buSzPts val="1980"/>
              <a:buChar char="•"/>
            </a:pPr>
            <a:r>
              <a:rPr lang="en-US"/>
              <a:t>But slower</a:t>
            </a:r>
            <a:endParaRPr lang="en-US"/>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Emulation</a:t>
            </a:r>
            <a:r>
              <a:rPr lang="en-US"/>
              <a:t> can allow an OS to run on non-native hardware</a:t>
            </a:r>
            <a:endParaRPr lang="en-US"/>
          </a:p>
          <a:p>
            <a:pPr marL="342900" lvl="0" indent="-342900" algn="l" rtl="0">
              <a:spcBef>
                <a:spcPts val="630"/>
              </a:spcBef>
              <a:spcAft>
                <a:spcPts val="0"/>
              </a:spcAft>
              <a:buSzPts val="1980"/>
              <a:buFont typeface="Arial" panose="020B0604020202020204"/>
              <a:buNone/>
            </a:pPr>
          </a:p>
          <a:p>
            <a:pPr marL="342900" lvl="0" indent="-342900" algn="l" rtl="0">
              <a:spcBef>
                <a:spcPts val="630"/>
              </a:spcBef>
              <a:spcAft>
                <a:spcPts val="0"/>
              </a:spcAft>
              <a:buSzPts val="1980"/>
              <a:buFont typeface="Arial" panose="020B0604020202020204"/>
              <a:buNone/>
            </a:p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326" name="Shape 326"/>
        <p:cNvGrpSpPr/>
        <p:nvPr/>
      </p:nvGrpSpPr>
      <p:grpSpPr>
        <a:xfrm>
          <a:off x="0" y="0"/>
          <a:ext cx="0" cy="0"/>
          <a:chOff x="0" y="0"/>
          <a:chExt cx="0" cy="0"/>
        </a:xfrm>
      </p:grpSpPr>
      <p:sp>
        <p:nvSpPr>
          <p:cNvPr id="327" name="Google Shape;327;p38"/>
          <p:cNvSpPr txBox="1"/>
          <p:nvPr>
            <p:ph type="title"/>
          </p:nvPr>
        </p:nvSpPr>
        <p:spPr>
          <a:xfrm>
            <a:off x="457200" y="22066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Operating System Structure</a:t>
            </a:r>
            <a:endParaRPr lang="en-US"/>
          </a:p>
        </p:txBody>
      </p:sp>
      <p:sp>
        <p:nvSpPr>
          <p:cNvPr id="328" name="Google Shape;328;p38"/>
          <p:cNvSpPr txBox="1"/>
          <p:nvPr>
            <p:ph type="body" idx="1"/>
          </p:nvPr>
        </p:nvSpPr>
        <p:spPr>
          <a:xfrm>
            <a:off x="835025" y="1241425"/>
            <a:ext cx="6918325"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General-purpose OS is very large program</a:t>
            </a:r>
            <a:endParaRPr lang="en-US"/>
          </a:p>
          <a:p>
            <a:pPr marL="342900" lvl="0" indent="-342900" algn="l" rtl="0">
              <a:spcBef>
                <a:spcPts val="630"/>
              </a:spcBef>
              <a:spcAft>
                <a:spcPts val="0"/>
              </a:spcAft>
              <a:buSzPts val="1980"/>
              <a:buChar char="▪"/>
            </a:pPr>
            <a:r>
              <a:rPr lang="en-US"/>
              <a:t>Various ways to structure ones</a:t>
            </a:r>
            <a:endParaRPr lang="en-US"/>
          </a:p>
          <a:p>
            <a:pPr marL="742950" lvl="1" indent="-285750" algn="l" rtl="0">
              <a:spcBef>
                <a:spcPts val="630"/>
              </a:spcBef>
              <a:spcAft>
                <a:spcPts val="0"/>
              </a:spcAft>
              <a:buSzPts val="1980"/>
              <a:buChar char="•"/>
            </a:pPr>
            <a:r>
              <a:rPr lang="en-US"/>
              <a:t>Simple structure – MS-DOS</a:t>
            </a:r>
            <a:endParaRPr lang="en-US"/>
          </a:p>
          <a:p>
            <a:pPr marL="742950" lvl="1" indent="-285750" algn="l" rtl="0">
              <a:spcBef>
                <a:spcPts val="630"/>
              </a:spcBef>
              <a:spcAft>
                <a:spcPts val="0"/>
              </a:spcAft>
              <a:buSzPts val="1980"/>
              <a:buChar char="•"/>
            </a:pPr>
            <a:r>
              <a:rPr lang="en-US"/>
              <a:t>More complex – UNIX</a:t>
            </a:r>
            <a:endParaRPr lang="en-US"/>
          </a:p>
          <a:p>
            <a:pPr marL="742950" lvl="1" indent="-285750" algn="l" rtl="0">
              <a:spcBef>
                <a:spcPts val="630"/>
              </a:spcBef>
              <a:spcAft>
                <a:spcPts val="0"/>
              </a:spcAft>
              <a:buSzPts val="1980"/>
              <a:buChar char="•"/>
            </a:pPr>
            <a:r>
              <a:rPr lang="en-US"/>
              <a:t>Layered – an abstraction</a:t>
            </a:r>
            <a:endParaRPr lang="en-US"/>
          </a:p>
          <a:p>
            <a:pPr marL="742950" lvl="1" indent="-285750" algn="l" rtl="0">
              <a:spcBef>
                <a:spcPts val="630"/>
              </a:spcBef>
              <a:spcAft>
                <a:spcPts val="0"/>
              </a:spcAft>
              <a:buSzPts val="1980"/>
              <a:buChar char="•"/>
            </a:pPr>
            <a:r>
              <a:rPr lang="en-US"/>
              <a:t>Microkernel – Mach</a:t>
            </a:r>
            <a:endParaRPr lang="en-US"/>
          </a:p>
          <a:p>
            <a:pPr marL="342900" lvl="0" indent="-217170" algn="l" rtl="0">
              <a:spcBef>
                <a:spcPts val="630"/>
              </a:spcBef>
              <a:spcAft>
                <a:spcPts val="0"/>
              </a:spcAft>
              <a:buSzPts val="1980"/>
              <a:buNone/>
            </a:p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333" name="Shape 333"/>
        <p:cNvGrpSpPr/>
        <p:nvPr/>
      </p:nvGrpSpPr>
      <p:grpSpPr>
        <a:xfrm>
          <a:off x="0" y="0"/>
          <a:ext cx="0" cy="0"/>
          <a:chOff x="0" y="0"/>
          <a:chExt cx="0" cy="0"/>
        </a:xfrm>
      </p:grpSpPr>
      <p:sp>
        <p:nvSpPr>
          <p:cNvPr id="334" name="Google Shape;334;p39"/>
          <p:cNvSpPr txBox="1"/>
          <p:nvPr>
            <p:ph type="title"/>
          </p:nvPr>
        </p:nvSpPr>
        <p:spPr>
          <a:xfrm>
            <a:off x="869320" y="289485"/>
            <a:ext cx="8137525" cy="457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Monolithic Structure – Original UNIX</a:t>
            </a:r>
            <a:endParaRPr lang="en-US"/>
          </a:p>
        </p:txBody>
      </p:sp>
      <p:sp>
        <p:nvSpPr>
          <p:cNvPr id="335" name="Google Shape;335;p39"/>
          <p:cNvSpPr txBox="1"/>
          <p:nvPr>
            <p:ph type="body" idx="1"/>
          </p:nvPr>
        </p:nvSpPr>
        <p:spPr>
          <a:xfrm>
            <a:off x="839788" y="1155700"/>
            <a:ext cx="7743825" cy="40735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UNIX – limited by hardware functionality, the original UNIX operating system had limited structuring.  </a:t>
            </a:r>
            <a:endParaRPr lang="en-US"/>
          </a:p>
          <a:p>
            <a:pPr marL="342900" lvl="0" indent="-342900" algn="l" rtl="0">
              <a:spcBef>
                <a:spcPts val="630"/>
              </a:spcBef>
              <a:spcAft>
                <a:spcPts val="0"/>
              </a:spcAft>
              <a:buSzPts val="1980"/>
              <a:buChar char="▪"/>
            </a:pPr>
            <a:r>
              <a:rPr lang="en-US"/>
              <a:t>The UNIX OS consists of two separable parts</a:t>
            </a:r>
            <a:endParaRPr lang="en-US"/>
          </a:p>
          <a:p>
            <a:pPr marL="742950" lvl="1" indent="-285750" algn="l" rtl="0">
              <a:spcBef>
                <a:spcPts val="630"/>
              </a:spcBef>
              <a:spcAft>
                <a:spcPts val="0"/>
              </a:spcAft>
              <a:buSzPts val="1980"/>
              <a:buChar char="•"/>
            </a:pPr>
            <a:r>
              <a:rPr lang="en-US"/>
              <a:t>Systems programs</a:t>
            </a:r>
            <a:endParaRPr lang="en-US"/>
          </a:p>
          <a:p>
            <a:pPr marL="742950" lvl="1" indent="-285750" algn="l" rtl="0">
              <a:spcBef>
                <a:spcPts val="630"/>
              </a:spcBef>
              <a:spcAft>
                <a:spcPts val="0"/>
              </a:spcAft>
              <a:buSzPts val="1980"/>
              <a:buChar char="•"/>
            </a:pPr>
            <a:r>
              <a:rPr lang="en-US"/>
              <a:t>The kernel</a:t>
            </a:r>
            <a:endParaRPr lang="en-US"/>
          </a:p>
          <a:p>
            <a:pPr marL="1085850" lvl="2" indent="-228600" algn="l" rtl="0">
              <a:spcBef>
                <a:spcPts val="630"/>
              </a:spcBef>
              <a:spcAft>
                <a:spcPts val="0"/>
              </a:spcAft>
              <a:buSzPts val="1350"/>
              <a:buChar char="4"/>
            </a:pPr>
            <a:r>
              <a:rPr lang="en-US"/>
              <a:t>Consists of everything below the system-call interface and above the physical hardware</a:t>
            </a:r>
            <a:endParaRPr lang="en-US"/>
          </a:p>
          <a:p>
            <a:pPr marL="1085850" lvl="2" indent="-228600" algn="l" rtl="0">
              <a:spcBef>
                <a:spcPts val="630"/>
              </a:spcBef>
              <a:spcAft>
                <a:spcPts val="0"/>
              </a:spcAft>
              <a:buSzPts val="1350"/>
              <a:buChar char="4"/>
            </a:pPr>
            <a:r>
              <a:rPr lang="en-US"/>
              <a:t>Provides the file system, CPU scheduling, memory management, and other operating-system functions; a large number of functions for one level</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340" name="Shape 340"/>
        <p:cNvGrpSpPr/>
        <p:nvPr/>
      </p:nvGrpSpPr>
      <p:grpSpPr>
        <a:xfrm>
          <a:off x="0" y="0"/>
          <a:ext cx="0" cy="0"/>
          <a:chOff x="0" y="0"/>
          <a:chExt cx="0" cy="0"/>
        </a:xfrm>
      </p:grpSpPr>
      <p:sp>
        <p:nvSpPr>
          <p:cNvPr id="341" name="Google Shape;341;p40"/>
          <p:cNvSpPr txBox="1"/>
          <p:nvPr>
            <p:ph type="title"/>
          </p:nvPr>
        </p:nvSpPr>
        <p:spPr>
          <a:xfrm>
            <a:off x="863600" y="206375"/>
            <a:ext cx="769302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Traditional UNIX System Structure</a:t>
            </a:r>
            <a:endParaRPr lang="en-US"/>
          </a:p>
        </p:txBody>
      </p:sp>
      <p:sp>
        <p:nvSpPr>
          <p:cNvPr id="342" name="Google Shape;342;p40"/>
          <p:cNvSpPr txBox="1"/>
          <p:nvPr/>
        </p:nvSpPr>
        <p:spPr>
          <a:xfrm>
            <a:off x="1316038" y="1096963"/>
            <a:ext cx="6897687" cy="369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rPr>
              <a:t>Beyond simple but not fully layered</a:t>
            </a:r>
            <a:endParaRPr lang="en-US" sz="1800" b="0" i="0" u="none" strike="noStrike" cap="none">
              <a:solidFill>
                <a:schemeClr val="dk1"/>
              </a:solidFill>
              <a:latin typeface="Helvetica Neue" panose="020B0403020202020204"/>
              <a:ea typeface="Helvetica Neue" panose="020B0403020202020204"/>
              <a:cs typeface="Helvetica Neue" panose="020B0403020202020204"/>
              <a:sym typeface="Helvetica Neue" panose="020B0403020202020204"/>
            </a:endParaRPr>
          </a:p>
        </p:txBody>
      </p:sp>
      <p:pic>
        <p:nvPicPr>
          <p:cNvPr id="343" name="Google Shape;343;p40"/>
          <p:cNvPicPr preferRelativeResize="0"/>
          <p:nvPr/>
        </p:nvPicPr>
        <p:blipFill rotWithShape="1">
          <a:blip r:embed="rId1"/>
          <a:srcRect/>
          <a:stretch>
            <a:fillRect/>
          </a:stretch>
        </p:blipFill>
        <p:spPr>
          <a:xfrm>
            <a:off x="1499169" y="1718273"/>
            <a:ext cx="6409756" cy="387213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348" name="Shape 348"/>
        <p:cNvGrpSpPr/>
        <p:nvPr/>
      </p:nvGrpSpPr>
      <p:grpSpPr>
        <a:xfrm>
          <a:off x="0" y="0"/>
          <a:ext cx="0" cy="0"/>
          <a:chOff x="0" y="0"/>
          <a:chExt cx="0" cy="0"/>
        </a:xfrm>
      </p:grpSpPr>
      <p:sp>
        <p:nvSpPr>
          <p:cNvPr id="349" name="Google Shape;349;p41"/>
          <p:cNvSpPr txBox="1"/>
          <p:nvPr>
            <p:ph type="title"/>
          </p:nvPr>
        </p:nvSpPr>
        <p:spPr>
          <a:xfrm>
            <a:off x="863600" y="215900"/>
            <a:ext cx="76454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Linux System Structure</a:t>
            </a:r>
            <a:endParaRPr lang="en-US"/>
          </a:p>
        </p:txBody>
      </p:sp>
      <p:sp>
        <p:nvSpPr>
          <p:cNvPr id="350" name="Google Shape;350;p41"/>
          <p:cNvSpPr txBox="1"/>
          <p:nvPr/>
        </p:nvSpPr>
        <p:spPr>
          <a:xfrm>
            <a:off x="1225550" y="1096963"/>
            <a:ext cx="6988175" cy="369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Noto Sans Symbols"/>
              <a:buNone/>
            </a:pPr>
            <a:r>
              <a:rPr lang="en-US" sz="1800" b="0" i="0" u="none" strike="noStrike" cap="none">
                <a:solidFill>
                  <a:schemeClr val="dk1"/>
                </a:solidFill>
                <a:latin typeface="Verdana" panose="020B0604030504040204"/>
                <a:ea typeface="Verdana" panose="020B0604030504040204"/>
                <a:cs typeface="Verdana" panose="020B0604030504040204"/>
                <a:sym typeface="Verdana" panose="020B0604030504040204"/>
              </a:rPr>
              <a:t>Monolithic plus modular design</a:t>
            </a:r>
            <a:endParaRPr lang="en-US"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pic>
        <p:nvPicPr>
          <p:cNvPr id="351" name="Google Shape;351;p41"/>
          <p:cNvPicPr preferRelativeResize="0"/>
          <p:nvPr/>
        </p:nvPicPr>
        <p:blipFill rotWithShape="1">
          <a:blip r:embed="rId1"/>
          <a:srcRect/>
          <a:stretch>
            <a:fillRect/>
          </a:stretch>
        </p:blipFill>
        <p:spPr>
          <a:xfrm>
            <a:off x="3165230" y="1674471"/>
            <a:ext cx="2740269" cy="423389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356" name="Shape 356"/>
        <p:cNvGrpSpPr/>
        <p:nvPr/>
      </p:nvGrpSpPr>
      <p:grpSpPr>
        <a:xfrm>
          <a:off x="0" y="0"/>
          <a:ext cx="0" cy="0"/>
          <a:chOff x="0" y="0"/>
          <a:chExt cx="0" cy="0"/>
        </a:xfrm>
      </p:grpSpPr>
      <p:sp>
        <p:nvSpPr>
          <p:cNvPr id="357" name="Google Shape;357;p42"/>
          <p:cNvSpPr txBox="1"/>
          <p:nvPr>
            <p:ph type="title"/>
          </p:nvPr>
        </p:nvSpPr>
        <p:spPr>
          <a:xfrm>
            <a:off x="457200" y="207963"/>
            <a:ext cx="80613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Layered Approach</a:t>
            </a:r>
            <a:endParaRPr lang="en-US"/>
          </a:p>
        </p:txBody>
      </p:sp>
      <p:sp>
        <p:nvSpPr>
          <p:cNvPr id="358" name="Google Shape;358;p42"/>
          <p:cNvSpPr txBox="1"/>
          <p:nvPr>
            <p:ph type="body" idx="1"/>
          </p:nvPr>
        </p:nvSpPr>
        <p:spPr>
          <a:xfrm>
            <a:off x="820738" y="1233488"/>
            <a:ext cx="3735387"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The operating system is divided into a number of layers (levels), each built on top of lower layers.  The bottom layer (layer 0), is the hardware; the highest (layer N) is the user interface.</a:t>
            </a:r>
            <a:endParaRPr lang="en-US"/>
          </a:p>
          <a:p>
            <a:pPr marL="342900" lvl="0" indent="-342900" algn="l" rtl="0">
              <a:spcBef>
                <a:spcPts val="630"/>
              </a:spcBef>
              <a:spcAft>
                <a:spcPts val="0"/>
              </a:spcAft>
              <a:buSzPts val="1980"/>
              <a:buChar char="▪"/>
            </a:pPr>
            <a:r>
              <a:rPr lang="en-US"/>
              <a:t>With modularity, layers are selected such that each uses functions (operations) and services of only lower-level layers</a:t>
            </a:r>
            <a:endParaRPr lang="en-US"/>
          </a:p>
        </p:txBody>
      </p:sp>
      <p:pic>
        <p:nvPicPr>
          <p:cNvPr id="359" name="Google Shape;359;p42"/>
          <p:cNvPicPr preferRelativeResize="0"/>
          <p:nvPr/>
        </p:nvPicPr>
        <p:blipFill rotWithShape="1">
          <a:blip r:embed="rId1"/>
          <a:srcRect/>
          <a:stretch>
            <a:fillRect/>
          </a:stretch>
        </p:blipFill>
        <p:spPr>
          <a:xfrm>
            <a:off x="5144757" y="1257727"/>
            <a:ext cx="3547958" cy="328922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364" name="Shape 364"/>
        <p:cNvGrpSpPr/>
        <p:nvPr/>
      </p:nvGrpSpPr>
      <p:grpSpPr>
        <a:xfrm>
          <a:off x="0" y="0"/>
          <a:ext cx="0" cy="0"/>
          <a:chOff x="0" y="0"/>
          <a:chExt cx="0" cy="0"/>
        </a:xfrm>
      </p:grpSpPr>
      <p:sp>
        <p:nvSpPr>
          <p:cNvPr id="365" name="Google Shape;365;p43"/>
          <p:cNvSpPr txBox="1"/>
          <p:nvPr>
            <p:ph type="title"/>
          </p:nvPr>
        </p:nvSpPr>
        <p:spPr>
          <a:xfrm>
            <a:off x="757238" y="207963"/>
            <a:ext cx="78168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Microkernels</a:t>
            </a:r>
            <a:endParaRPr sz="2400"/>
          </a:p>
        </p:txBody>
      </p:sp>
      <p:sp>
        <p:nvSpPr>
          <p:cNvPr id="366" name="Google Shape;366;p43"/>
          <p:cNvSpPr txBox="1"/>
          <p:nvPr>
            <p:ph type="body" idx="1"/>
          </p:nvPr>
        </p:nvSpPr>
        <p:spPr>
          <a:xfrm>
            <a:off x="757238" y="1108075"/>
            <a:ext cx="7225619" cy="485729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Moves as much from the kernel into user space</a:t>
            </a:r>
            <a:endParaRPr lang="en-US"/>
          </a:p>
          <a:p>
            <a:pPr marL="342900" lvl="0" indent="-34290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Mach</a:t>
            </a:r>
            <a:r>
              <a:rPr lang="en-US"/>
              <a:t> is an example of </a:t>
            </a:r>
            <a:r>
              <a:rPr lang="en-US" b="1">
                <a:solidFill>
                  <a:srgbClr val="006699"/>
                </a:solidFill>
                <a:latin typeface="Arial" panose="020B0604020202020204"/>
                <a:ea typeface="Arial" panose="020B0604020202020204"/>
                <a:cs typeface="Arial" panose="020B0604020202020204"/>
                <a:sym typeface="Arial" panose="020B0604020202020204"/>
              </a:rPr>
              <a:t>microkernel</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742950" lvl="1" indent="-285750" algn="l" rtl="0">
              <a:spcBef>
                <a:spcPts val="630"/>
              </a:spcBef>
              <a:spcAft>
                <a:spcPts val="0"/>
              </a:spcAft>
              <a:buSzPts val="1980"/>
              <a:buChar char="•"/>
            </a:pPr>
            <a:r>
              <a:rPr lang="en-US"/>
              <a:t>Mac OS X kernel (</a:t>
            </a:r>
            <a:r>
              <a:rPr lang="en-US" b="1">
                <a:solidFill>
                  <a:srgbClr val="006699"/>
                </a:solidFill>
                <a:latin typeface="Arial" panose="020B0604020202020204"/>
                <a:ea typeface="Arial" panose="020B0604020202020204"/>
                <a:cs typeface="Arial" panose="020B0604020202020204"/>
                <a:sym typeface="Arial" panose="020B0604020202020204"/>
              </a:rPr>
              <a:t>Darwin</a:t>
            </a:r>
            <a:r>
              <a:rPr lang="en-US"/>
              <a:t>) partly based on Mach</a:t>
            </a:r>
            <a:endParaRPr sz="800"/>
          </a:p>
          <a:p>
            <a:pPr marL="342900" lvl="0" indent="-342900" algn="l" rtl="0">
              <a:spcBef>
                <a:spcPts val="630"/>
              </a:spcBef>
              <a:spcAft>
                <a:spcPts val="0"/>
              </a:spcAft>
              <a:buSzPts val="1980"/>
              <a:buChar char="▪"/>
            </a:pPr>
            <a:r>
              <a:rPr lang="en-US"/>
              <a:t>Communication takes place between user modules using </a:t>
            </a:r>
            <a:r>
              <a:rPr lang="en-US" b="1">
                <a:solidFill>
                  <a:srgbClr val="006699"/>
                </a:solidFill>
                <a:latin typeface="Arial" panose="020B0604020202020204"/>
                <a:ea typeface="Arial" panose="020B0604020202020204"/>
                <a:cs typeface="Arial" panose="020B0604020202020204"/>
                <a:sym typeface="Arial" panose="020B0604020202020204"/>
              </a:rPr>
              <a:t>message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passing</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a:t>Benefits:</a:t>
            </a:r>
            <a:endParaRPr lang="en-US"/>
          </a:p>
          <a:p>
            <a:pPr marL="742950" lvl="1" indent="-285750" algn="l" rtl="0">
              <a:spcBef>
                <a:spcPts val="630"/>
              </a:spcBef>
              <a:spcAft>
                <a:spcPts val="0"/>
              </a:spcAft>
              <a:buSzPts val="1980"/>
              <a:buChar char="•"/>
            </a:pPr>
            <a:r>
              <a:rPr lang="en-US"/>
              <a:t>Easier to extend a microkernel</a:t>
            </a:r>
            <a:endParaRPr lang="en-US"/>
          </a:p>
          <a:p>
            <a:pPr marL="742950" lvl="1" indent="-285750" algn="l" rtl="0">
              <a:spcBef>
                <a:spcPts val="630"/>
              </a:spcBef>
              <a:spcAft>
                <a:spcPts val="0"/>
              </a:spcAft>
              <a:buSzPts val="1980"/>
              <a:buChar char="•"/>
            </a:pPr>
            <a:r>
              <a:rPr lang="en-US"/>
              <a:t>Easier to port the operating system to new architectures</a:t>
            </a:r>
            <a:endParaRPr lang="en-US"/>
          </a:p>
          <a:p>
            <a:pPr marL="742950" lvl="1" indent="-285750" algn="l" rtl="0">
              <a:spcBef>
                <a:spcPts val="630"/>
              </a:spcBef>
              <a:spcAft>
                <a:spcPts val="0"/>
              </a:spcAft>
              <a:buSzPts val="1980"/>
              <a:buChar char="•"/>
            </a:pPr>
            <a:r>
              <a:rPr lang="en-US"/>
              <a:t>More reliable (less code is running in kernel mode)</a:t>
            </a:r>
            <a:endParaRPr lang="en-US"/>
          </a:p>
          <a:p>
            <a:pPr marL="742950" lvl="1" indent="-285750" algn="l" rtl="0">
              <a:spcBef>
                <a:spcPts val="630"/>
              </a:spcBef>
              <a:spcAft>
                <a:spcPts val="0"/>
              </a:spcAft>
              <a:buSzPts val="1980"/>
              <a:buChar char="•"/>
            </a:pPr>
            <a:r>
              <a:rPr lang="en-US"/>
              <a:t>More secure</a:t>
            </a:r>
            <a:endParaRPr sz="800"/>
          </a:p>
          <a:p>
            <a:pPr marL="342900" lvl="0" indent="-342900" algn="l" rtl="0">
              <a:spcBef>
                <a:spcPts val="630"/>
              </a:spcBef>
              <a:spcAft>
                <a:spcPts val="0"/>
              </a:spcAft>
              <a:buSzPts val="1980"/>
              <a:buChar char="▪"/>
            </a:pPr>
            <a:r>
              <a:rPr lang="en-US"/>
              <a:t>Detriments:</a:t>
            </a:r>
            <a:endParaRPr lang="en-US"/>
          </a:p>
          <a:p>
            <a:pPr marL="742950" lvl="1" indent="-285750" algn="l" rtl="0">
              <a:spcBef>
                <a:spcPts val="630"/>
              </a:spcBef>
              <a:spcAft>
                <a:spcPts val="0"/>
              </a:spcAft>
              <a:buSzPts val="1980"/>
              <a:buChar char="•"/>
            </a:pPr>
            <a:r>
              <a:rPr lang="en-US"/>
              <a:t>Performance overhead of user space to kernel space communication</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371" name="Shape 371"/>
        <p:cNvGrpSpPr/>
        <p:nvPr/>
      </p:nvGrpSpPr>
      <p:grpSpPr>
        <a:xfrm>
          <a:off x="0" y="0"/>
          <a:ext cx="0" cy="0"/>
          <a:chOff x="0" y="0"/>
          <a:chExt cx="0" cy="0"/>
        </a:xfrm>
      </p:grpSpPr>
      <p:sp>
        <p:nvSpPr>
          <p:cNvPr id="372" name="Google Shape;372;p44"/>
          <p:cNvSpPr txBox="1"/>
          <p:nvPr>
            <p:ph type="title"/>
          </p:nvPr>
        </p:nvSpPr>
        <p:spPr>
          <a:xfrm>
            <a:off x="1157288" y="214313"/>
            <a:ext cx="739933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Microkernel System Structure </a:t>
            </a:r>
            <a:endParaRPr sz="2400"/>
          </a:p>
        </p:txBody>
      </p:sp>
      <p:pic>
        <p:nvPicPr>
          <p:cNvPr id="373" name="Google Shape;373;p44"/>
          <p:cNvPicPr preferRelativeResize="0"/>
          <p:nvPr/>
        </p:nvPicPr>
        <p:blipFill rotWithShape="1">
          <a:blip r:embed="rId1"/>
          <a:srcRect/>
          <a:stretch>
            <a:fillRect/>
          </a:stretch>
        </p:blipFill>
        <p:spPr>
          <a:xfrm>
            <a:off x="1736229" y="1557524"/>
            <a:ext cx="6795238" cy="328380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378" name="Shape 378"/>
        <p:cNvGrpSpPr/>
        <p:nvPr/>
      </p:nvGrpSpPr>
      <p:grpSpPr>
        <a:xfrm>
          <a:off x="0" y="0"/>
          <a:ext cx="0" cy="0"/>
          <a:chOff x="0" y="0"/>
          <a:chExt cx="0" cy="0"/>
        </a:xfrm>
      </p:grpSpPr>
      <p:sp>
        <p:nvSpPr>
          <p:cNvPr id="379" name="Google Shape;379;p45"/>
          <p:cNvSpPr txBox="1"/>
          <p:nvPr>
            <p:ph type="title"/>
          </p:nvPr>
        </p:nvSpPr>
        <p:spPr>
          <a:xfrm>
            <a:off x="457200" y="215900"/>
            <a:ext cx="80772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Modules</a:t>
            </a:r>
            <a:endParaRPr lang="en-US"/>
          </a:p>
        </p:txBody>
      </p:sp>
      <p:sp>
        <p:nvSpPr>
          <p:cNvPr id="380" name="Google Shape;380;p45"/>
          <p:cNvSpPr txBox="1"/>
          <p:nvPr>
            <p:ph type="body" idx="1"/>
          </p:nvPr>
        </p:nvSpPr>
        <p:spPr>
          <a:xfrm>
            <a:off x="806450" y="1163637"/>
            <a:ext cx="7169150" cy="4460649"/>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Many modern operating systems implement </a:t>
            </a:r>
            <a:r>
              <a:rPr lang="en-US" b="1">
                <a:solidFill>
                  <a:srgbClr val="006699"/>
                </a:solidFill>
                <a:latin typeface="Arial" panose="020B0604020202020204"/>
                <a:ea typeface="Arial" panose="020B0604020202020204"/>
                <a:cs typeface="Arial" panose="020B0604020202020204"/>
                <a:sym typeface="Arial" panose="020B0604020202020204"/>
              </a:rPr>
              <a:t>loadable</a:t>
            </a:r>
            <a:r>
              <a:rPr lang="en-US"/>
              <a:t> </a:t>
            </a:r>
            <a:r>
              <a:rPr lang="en-US" b="1">
                <a:solidFill>
                  <a:srgbClr val="006699"/>
                </a:solidFill>
                <a:latin typeface="Arial" panose="020B0604020202020204"/>
                <a:ea typeface="Arial" panose="020B0604020202020204"/>
                <a:cs typeface="Arial" panose="020B0604020202020204"/>
                <a:sym typeface="Arial" panose="020B0604020202020204"/>
              </a:rPr>
              <a:t>kernel</a:t>
            </a:r>
            <a:r>
              <a:rPr lang="en-US" b="1">
                <a:solidFill>
                  <a:srgbClr val="3366FF"/>
                </a:solidFill>
              </a:rPr>
              <a:t> </a:t>
            </a:r>
            <a:r>
              <a:rPr lang="en-US"/>
              <a:t>mo</a:t>
            </a:r>
            <a:r>
              <a:rPr lang="en-US" b="1">
                <a:solidFill>
                  <a:srgbClr val="006699"/>
                </a:solidFill>
                <a:latin typeface="Arial" panose="020B0604020202020204"/>
                <a:ea typeface="Arial" panose="020B0604020202020204"/>
                <a:cs typeface="Arial" panose="020B0604020202020204"/>
                <a:sym typeface="Arial" panose="020B0604020202020204"/>
              </a:rPr>
              <a:t>dules</a:t>
            </a:r>
            <a:r>
              <a:rPr lang="en-US" b="1">
                <a:solidFill>
                  <a:srgbClr val="3366FF"/>
                </a:solidFill>
              </a:rPr>
              <a:t>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LKMs</a:t>
            </a:r>
            <a:r>
              <a:rPr lang="en-US"/>
              <a:t>)</a:t>
            </a:r>
            <a:endParaRPr lang="en-US"/>
          </a:p>
          <a:p>
            <a:pPr marL="742950" lvl="1" indent="-285750" algn="l" rtl="0">
              <a:spcBef>
                <a:spcPts val="630"/>
              </a:spcBef>
              <a:spcAft>
                <a:spcPts val="0"/>
              </a:spcAft>
              <a:buSzPts val="1980"/>
              <a:buChar char="•"/>
            </a:pPr>
            <a:r>
              <a:rPr lang="en-US"/>
              <a:t>Uses object-oriented approach</a:t>
            </a:r>
            <a:endParaRPr lang="en-US"/>
          </a:p>
          <a:p>
            <a:pPr marL="742950" lvl="1" indent="-285750" algn="l" rtl="0">
              <a:spcBef>
                <a:spcPts val="630"/>
              </a:spcBef>
              <a:spcAft>
                <a:spcPts val="0"/>
              </a:spcAft>
              <a:buSzPts val="1980"/>
              <a:buChar char="•"/>
            </a:pPr>
            <a:r>
              <a:rPr lang="en-US"/>
              <a:t>Each core component is separate</a:t>
            </a:r>
            <a:endParaRPr lang="en-US"/>
          </a:p>
          <a:p>
            <a:pPr marL="742950" lvl="1" indent="-285750" algn="l" rtl="0">
              <a:spcBef>
                <a:spcPts val="630"/>
              </a:spcBef>
              <a:spcAft>
                <a:spcPts val="0"/>
              </a:spcAft>
              <a:buSzPts val="1980"/>
              <a:buChar char="•"/>
            </a:pPr>
            <a:r>
              <a:rPr lang="en-US"/>
              <a:t>Each talks to the others over known interfaces</a:t>
            </a:r>
            <a:endParaRPr lang="en-US"/>
          </a:p>
          <a:p>
            <a:pPr marL="742950" lvl="1" indent="-285750" algn="l" rtl="0">
              <a:spcBef>
                <a:spcPts val="630"/>
              </a:spcBef>
              <a:spcAft>
                <a:spcPts val="0"/>
              </a:spcAft>
              <a:buSzPts val="1980"/>
              <a:buChar char="•"/>
            </a:pPr>
            <a:r>
              <a:rPr lang="en-US"/>
              <a:t>Each is loadable as needed within the kernel</a:t>
            </a:r>
            <a:endParaRPr lang="en-US"/>
          </a:p>
          <a:p>
            <a:pPr marL="342900" lvl="0" indent="-342900" algn="l" rtl="0">
              <a:spcBef>
                <a:spcPts val="630"/>
              </a:spcBef>
              <a:spcAft>
                <a:spcPts val="0"/>
              </a:spcAft>
              <a:buSzPts val="1980"/>
              <a:buChar char="▪"/>
            </a:pPr>
            <a:r>
              <a:rPr lang="en-US"/>
              <a:t>Overall, similar to layers but with more flexible</a:t>
            </a:r>
            <a:endParaRPr lang="en-US"/>
          </a:p>
          <a:p>
            <a:pPr marL="742950" lvl="1" indent="-285750" algn="l" rtl="0">
              <a:spcBef>
                <a:spcPts val="630"/>
              </a:spcBef>
              <a:spcAft>
                <a:spcPts val="0"/>
              </a:spcAft>
              <a:buSzPts val="1980"/>
              <a:buChar char="•"/>
            </a:pPr>
            <a:r>
              <a:rPr lang="en-US"/>
              <a:t>Linux, Solaris, etc.</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385" name="Shape 385"/>
        <p:cNvGrpSpPr/>
        <p:nvPr/>
      </p:nvGrpSpPr>
      <p:grpSpPr>
        <a:xfrm>
          <a:off x="0" y="0"/>
          <a:ext cx="0" cy="0"/>
          <a:chOff x="0" y="0"/>
          <a:chExt cx="0" cy="0"/>
        </a:xfrm>
      </p:grpSpPr>
      <p:sp>
        <p:nvSpPr>
          <p:cNvPr id="386" name="Google Shape;386;p46"/>
          <p:cNvSpPr txBox="1"/>
          <p:nvPr>
            <p:ph type="title"/>
          </p:nvPr>
        </p:nvSpPr>
        <p:spPr>
          <a:xfrm>
            <a:off x="457200" y="22701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Hybrid Systems</a:t>
            </a:r>
            <a:endParaRPr lang="en-US"/>
          </a:p>
        </p:txBody>
      </p:sp>
      <p:sp>
        <p:nvSpPr>
          <p:cNvPr id="387" name="Google Shape;387;p46"/>
          <p:cNvSpPr txBox="1"/>
          <p:nvPr>
            <p:ph type="body" idx="1"/>
          </p:nvPr>
        </p:nvSpPr>
        <p:spPr>
          <a:xfrm>
            <a:off x="806450" y="1233488"/>
            <a:ext cx="7633607" cy="457222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Most modern operating systems are not one pure model</a:t>
            </a:r>
            <a:endParaRPr lang="en-US"/>
          </a:p>
          <a:p>
            <a:pPr marL="742950" lvl="1" indent="-285750" algn="l" rtl="0">
              <a:spcBef>
                <a:spcPts val="630"/>
              </a:spcBef>
              <a:spcAft>
                <a:spcPts val="0"/>
              </a:spcAft>
              <a:buSzPts val="1980"/>
              <a:buChar char="•"/>
            </a:pPr>
            <a:r>
              <a:rPr lang="en-US"/>
              <a:t>Hybrid combines multiple approaches to address performance, security, usability needs</a:t>
            </a:r>
            <a:endParaRPr lang="en-US"/>
          </a:p>
          <a:p>
            <a:pPr marL="742950" lvl="1" indent="-285750" algn="l" rtl="0">
              <a:spcBef>
                <a:spcPts val="630"/>
              </a:spcBef>
              <a:spcAft>
                <a:spcPts val="0"/>
              </a:spcAft>
              <a:buSzPts val="1980"/>
              <a:buChar char="•"/>
            </a:pPr>
            <a:r>
              <a:rPr lang="en-US"/>
              <a:t>Linux and Solaris kernels in kernel address space, so monolithic, plus modular for dynamic loading of functionality</a:t>
            </a:r>
            <a:endParaRPr lang="en-US"/>
          </a:p>
          <a:p>
            <a:pPr marL="742950" lvl="1" indent="-285750" algn="l" rtl="0">
              <a:spcBef>
                <a:spcPts val="630"/>
              </a:spcBef>
              <a:spcAft>
                <a:spcPts val="0"/>
              </a:spcAft>
              <a:buSzPts val="1980"/>
              <a:buChar char="•"/>
            </a:pPr>
            <a:r>
              <a:rPr lang="en-US"/>
              <a:t>Windows mostly monolithic, plus microkernel for different subsystem </a:t>
            </a:r>
            <a:r>
              <a:rPr lang="en-US" b="1" i="1"/>
              <a:t>personalities</a:t>
            </a:r>
            <a:endParaRPr lang="en-US" b="1" i="1"/>
          </a:p>
          <a:p>
            <a:pPr marL="342900" lvl="0" indent="-342900" algn="l" rtl="0">
              <a:spcBef>
                <a:spcPts val="630"/>
              </a:spcBef>
              <a:spcAft>
                <a:spcPts val="0"/>
              </a:spcAft>
              <a:buSzPts val="1980"/>
              <a:buChar char="▪"/>
            </a:pPr>
            <a:r>
              <a:rPr lang="en-US"/>
              <a:t>Apple Mac OS X hybrid, layered, </a:t>
            </a:r>
            <a:r>
              <a:rPr lang="en-US" b="1">
                <a:solidFill>
                  <a:srgbClr val="006699"/>
                </a:solidFill>
                <a:latin typeface="Arial" panose="020B0604020202020204"/>
                <a:ea typeface="Arial" panose="020B0604020202020204"/>
                <a:cs typeface="Arial" panose="020B0604020202020204"/>
                <a:sym typeface="Arial" panose="020B0604020202020204"/>
              </a:rPr>
              <a:t>Aqua</a:t>
            </a:r>
            <a:r>
              <a:rPr lang="en-US"/>
              <a:t> UI plus </a:t>
            </a:r>
            <a:r>
              <a:rPr lang="en-US" b="1">
                <a:solidFill>
                  <a:srgbClr val="006699"/>
                </a:solidFill>
                <a:latin typeface="Arial" panose="020B0604020202020204"/>
                <a:ea typeface="Arial" panose="020B0604020202020204"/>
                <a:cs typeface="Arial" panose="020B0604020202020204"/>
                <a:sym typeface="Arial" panose="020B0604020202020204"/>
              </a:rPr>
              <a:t>Cocoa</a:t>
            </a:r>
            <a:r>
              <a:rPr lang="en-US"/>
              <a:t> programming environment</a:t>
            </a:r>
            <a:endParaRPr lang="en-US"/>
          </a:p>
          <a:p>
            <a:pPr marL="742950" lvl="1" indent="-285750" algn="l" rtl="0">
              <a:spcBef>
                <a:spcPts val="630"/>
              </a:spcBef>
              <a:spcAft>
                <a:spcPts val="0"/>
              </a:spcAft>
              <a:buSzPts val="1980"/>
              <a:buChar char="•"/>
            </a:pPr>
            <a:r>
              <a:rPr lang="en-US"/>
              <a:t>Below is kernel consisting of Mach microkernel and BSD Unix parts, plus I/O kit and dynamically loadable modules (called </a:t>
            </a:r>
            <a:r>
              <a:rPr lang="en-US" b="1">
                <a:solidFill>
                  <a:srgbClr val="006699"/>
                </a:solidFill>
                <a:latin typeface="Arial" panose="020B0604020202020204"/>
                <a:ea typeface="Arial" panose="020B0604020202020204"/>
                <a:cs typeface="Arial" panose="020B0604020202020204"/>
                <a:sym typeface="Arial" panose="020B0604020202020204"/>
              </a:rPr>
              <a:t>kernel</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extensions</a:t>
            </a:r>
            <a:r>
              <a:rPr lang="en-US"/>
              <a:t>)</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391" name="Shape 391"/>
        <p:cNvGrpSpPr/>
        <p:nvPr/>
      </p:nvGrpSpPr>
      <p:grpSpPr>
        <a:xfrm>
          <a:off x="0" y="0"/>
          <a:ext cx="0" cy="0"/>
          <a:chOff x="0" y="0"/>
          <a:chExt cx="0" cy="0"/>
        </a:xfrm>
      </p:grpSpPr>
      <p:sp>
        <p:nvSpPr>
          <p:cNvPr id="392" name="Google Shape;392;p47"/>
          <p:cNvSpPr txBox="1"/>
          <p:nvPr>
            <p:ph type="title"/>
          </p:nvPr>
        </p:nvSpPr>
        <p:spPr>
          <a:xfrm>
            <a:off x="457200" y="225425"/>
            <a:ext cx="80772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macOS and iOS Structure</a:t>
            </a:r>
            <a:endParaRPr lang="en-US"/>
          </a:p>
        </p:txBody>
      </p:sp>
      <p:pic>
        <p:nvPicPr>
          <p:cNvPr id="393" name="Google Shape;393;p47"/>
          <p:cNvPicPr preferRelativeResize="0"/>
          <p:nvPr>
            <p:ph type="body" idx="1"/>
          </p:nvPr>
        </p:nvPicPr>
        <p:blipFill rotWithShape="1">
          <a:blip r:embed="rId1"/>
          <a:srcRect/>
          <a:stretch>
            <a:fillRect/>
          </a:stretch>
        </p:blipFill>
        <p:spPr>
          <a:xfrm>
            <a:off x="2474913" y="1755775"/>
            <a:ext cx="4498975" cy="37052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397" name="Shape 397"/>
        <p:cNvGrpSpPr/>
        <p:nvPr/>
      </p:nvGrpSpPr>
      <p:grpSpPr>
        <a:xfrm>
          <a:off x="0" y="0"/>
          <a:ext cx="0" cy="0"/>
          <a:chOff x="0" y="0"/>
          <a:chExt cx="0" cy="0"/>
        </a:xfrm>
      </p:grpSpPr>
      <p:sp>
        <p:nvSpPr>
          <p:cNvPr id="398" name="Google Shape;398;p48"/>
          <p:cNvSpPr txBox="1"/>
          <p:nvPr>
            <p:ph type="title"/>
          </p:nvPr>
        </p:nvSpPr>
        <p:spPr>
          <a:xfrm>
            <a:off x="457200" y="225425"/>
            <a:ext cx="80772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Darwin</a:t>
            </a:r>
            <a:endParaRPr lang="en-US"/>
          </a:p>
        </p:txBody>
      </p:sp>
      <p:pic>
        <p:nvPicPr>
          <p:cNvPr id="399" name="Google Shape;399;p48"/>
          <p:cNvPicPr preferRelativeResize="0"/>
          <p:nvPr>
            <p:ph type="body" idx="1"/>
          </p:nvPr>
        </p:nvPicPr>
        <p:blipFill rotWithShape="1">
          <a:blip r:embed="rId1"/>
          <a:srcRect/>
          <a:stretch>
            <a:fillRect/>
          </a:stretch>
        </p:blipFill>
        <p:spPr>
          <a:xfrm>
            <a:off x="3441700" y="1393095"/>
            <a:ext cx="2959100" cy="30861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404" name="Shape 404"/>
        <p:cNvGrpSpPr/>
        <p:nvPr/>
      </p:nvGrpSpPr>
      <p:grpSpPr>
        <a:xfrm>
          <a:off x="0" y="0"/>
          <a:ext cx="0" cy="0"/>
          <a:chOff x="0" y="0"/>
          <a:chExt cx="0" cy="0"/>
        </a:xfrm>
      </p:grpSpPr>
      <p:sp>
        <p:nvSpPr>
          <p:cNvPr id="405" name="Google Shape;405;p49"/>
          <p:cNvSpPr txBox="1"/>
          <p:nvPr>
            <p:ph type="title"/>
          </p:nvPr>
        </p:nvSpPr>
        <p:spPr>
          <a:xfrm>
            <a:off x="457200" y="212725"/>
            <a:ext cx="807085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iOS</a:t>
            </a:r>
            <a:endParaRPr lang="en-US"/>
          </a:p>
        </p:txBody>
      </p:sp>
      <p:sp>
        <p:nvSpPr>
          <p:cNvPr id="406" name="Google Shape;406;p49"/>
          <p:cNvSpPr txBox="1"/>
          <p:nvPr>
            <p:ph type="body" idx="1"/>
          </p:nvPr>
        </p:nvSpPr>
        <p:spPr>
          <a:xfrm>
            <a:off x="806450" y="1233488"/>
            <a:ext cx="5484813"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Apple mobile OS for </a:t>
            </a:r>
            <a:r>
              <a:rPr lang="en-US" b="1" i="1"/>
              <a:t>iPhone</a:t>
            </a:r>
            <a:r>
              <a:rPr lang="en-US"/>
              <a:t>, </a:t>
            </a:r>
            <a:r>
              <a:rPr lang="en-US" b="1" i="1"/>
              <a:t>iPad</a:t>
            </a:r>
            <a:endParaRPr lang="en-US" b="1" i="1"/>
          </a:p>
          <a:p>
            <a:pPr marL="742950" lvl="1" indent="-285750" algn="l" rtl="0">
              <a:spcBef>
                <a:spcPts val="630"/>
              </a:spcBef>
              <a:spcAft>
                <a:spcPts val="0"/>
              </a:spcAft>
              <a:buSzPts val="1980"/>
              <a:buChar char="•"/>
            </a:pPr>
            <a:r>
              <a:rPr lang="en-US"/>
              <a:t>Structured on Mac OS X, added functionality</a:t>
            </a:r>
            <a:endParaRPr lang="en-US"/>
          </a:p>
          <a:p>
            <a:pPr marL="742950" lvl="1" indent="-285750" algn="l" rtl="0">
              <a:spcBef>
                <a:spcPts val="630"/>
              </a:spcBef>
              <a:spcAft>
                <a:spcPts val="0"/>
              </a:spcAft>
              <a:buSzPts val="1980"/>
              <a:buChar char="•"/>
            </a:pPr>
            <a:r>
              <a:rPr lang="en-US"/>
              <a:t>Does not run OS X applications natively</a:t>
            </a:r>
            <a:endParaRPr lang="en-US"/>
          </a:p>
          <a:p>
            <a:pPr marL="1085850" lvl="2" indent="-228600" algn="l" rtl="0">
              <a:spcBef>
                <a:spcPts val="630"/>
              </a:spcBef>
              <a:spcAft>
                <a:spcPts val="0"/>
              </a:spcAft>
              <a:buSzPts val="1350"/>
              <a:buChar char="4"/>
            </a:pPr>
            <a:r>
              <a:rPr lang="en-US"/>
              <a:t>Also runs on different CPU architecture (ARM vs. Intel)</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Cocoa</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Touch</a:t>
            </a:r>
            <a:r>
              <a:rPr lang="en-US" b="1">
                <a:solidFill>
                  <a:srgbClr val="3366FF"/>
                </a:solidFill>
              </a:rPr>
              <a:t> </a:t>
            </a:r>
            <a:r>
              <a:rPr lang="en-US"/>
              <a:t>Objective-C API for developing apps</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Media</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services</a:t>
            </a:r>
            <a:r>
              <a:rPr lang="en-US" b="1">
                <a:solidFill>
                  <a:srgbClr val="3366FF"/>
                </a:solidFill>
              </a:rPr>
              <a:t> </a:t>
            </a:r>
            <a:r>
              <a:rPr lang="en-US"/>
              <a:t>layer for graphics, audio, video</a:t>
            </a:r>
            <a:endParaRPr lang="en-US"/>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Core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services</a:t>
            </a:r>
            <a:r>
              <a:rPr lang="en-US" b="1">
                <a:solidFill>
                  <a:srgbClr val="3366FF"/>
                </a:solidFill>
              </a:rPr>
              <a:t> </a:t>
            </a:r>
            <a:r>
              <a:rPr lang="en-US"/>
              <a:t>provides cloud computing, databases</a:t>
            </a:r>
            <a:endParaRPr lang="en-US"/>
          </a:p>
          <a:p>
            <a:pPr marL="742950" lvl="1" indent="-285750" algn="l" rtl="0">
              <a:spcBef>
                <a:spcPts val="630"/>
              </a:spcBef>
              <a:spcAft>
                <a:spcPts val="0"/>
              </a:spcAft>
              <a:buSzPts val="1980"/>
              <a:buChar char="•"/>
            </a:pPr>
            <a:r>
              <a:rPr lang="en-US"/>
              <a:t>Core operating system, based on Mac OS X kernel</a:t>
            </a:r>
            <a:endParaRPr lang="en-US"/>
          </a:p>
        </p:txBody>
      </p:sp>
      <p:pic>
        <p:nvPicPr>
          <p:cNvPr id="407" name="Google Shape;407;p49" descr="2_17.pdf"/>
          <p:cNvPicPr preferRelativeResize="0"/>
          <p:nvPr/>
        </p:nvPicPr>
        <p:blipFill rotWithShape="1">
          <a:blip r:embed="rId1"/>
          <a:srcRect/>
          <a:stretch>
            <a:fillRect/>
          </a:stretch>
        </p:blipFill>
        <p:spPr>
          <a:xfrm>
            <a:off x="6691313" y="2430463"/>
            <a:ext cx="1952625" cy="2043112"/>
          </a:xfrm>
          <a:prstGeom prst="rect">
            <a:avLst/>
          </a:prstGeom>
          <a:noFill/>
          <a:ln>
            <a:noFill/>
          </a:ln>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412" name="Shape 412"/>
        <p:cNvGrpSpPr/>
        <p:nvPr/>
      </p:nvGrpSpPr>
      <p:grpSpPr>
        <a:xfrm>
          <a:off x="0" y="0"/>
          <a:ext cx="0" cy="0"/>
          <a:chOff x="0" y="0"/>
          <a:chExt cx="0" cy="0"/>
        </a:xfrm>
      </p:grpSpPr>
      <p:sp>
        <p:nvSpPr>
          <p:cNvPr id="413" name="Google Shape;413;p50"/>
          <p:cNvSpPr txBox="1"/>
          <p:nvPr>
            <p:ph type="title"/>
          </p:nvPr>
        </p:nvSpPr>
        <p:spPr>
          <a:xfrm>
            <a:off x="457200" y="217488"/>
            <a:ext cx="80518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Android</a:t>
            </a:r>
            <a:endParaRPr lang="en-US"/>
          </a:p>
        </p:txBody>
      </p:sp>
      <p:sp>
        <p:nvSpPr>
          <p:cNvPr id="414" name="Google Shape;414;p50"/>
          <p:cNvSpPr txBox="1"/>
          <p:nvPr>
            <p:ph type="body" idx="1"/>
          </p:nvPr>
        </p:nvSpPr>
        <p:spPr>
          <a:xfrm>
            <a:off x="838200" y="1110575"/>
            <a:ext cx="7166429" cy="441211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Developed by Open Handset Alliance (mostly Google)</a:t>
            </a:r>
            <a:endParaRPr lang="en-US"/>
          </a:p>
          <a:p>
            <a:pPr marL="742950" lvl="1" indent="-285750" algn="l" rtl="0">
              <a:spcBef>
                <a:spcPts val="630"/>
              </a:spcBef>
              <a:spcAft>
                <a:spcPts val="0"/>
              </a:spcAft>
              <a:buSzPts val="1980"/>
              <a:buChar char="•"/>
            </a:pPr>
            <a:r>
              <a:rPr lang="en-US"/>
              <a:t>Open Source</a:t>
            </a:r>
            <a:endParaRPr lang="en-US"/>
          </a:p>
          <a:p>
            <a:pPr marL="342900" lvl="0" indent="-342900" algn="l" rtl="0">
              <a:spcBef>
                <a:spcPts val="630"/>
              </a:spcBef>
              <a:spcAft>
                <a:spcPts val="0"/>
              </a:spcAft>
              <a:buSzPts val="1980"/>
              <a:buChar char="▪"/>
            </a:pPr>
            <a:r>
              <a:rPr lang="en-US"/>
              <a:t>Similar stack to IOS</a:t>
            </a:r>
            <a:endParaRPr lang="en-US"/>
          </a:p>
          <a:p>
            <a:pPr marL="342900" lvl="0" indent="-342900" algn="l" rtl="0">
              <a:spcBef>
                <a:spcPts val="630"/>
              </a:spcBef>
              <a:spcAft>
                <a:spcPts val="0"/>
              </a:spcAft>
              <a:buSzPts val="1980"/>
              <a:buChar char="▪"/>
            </a:pPr>
            <a:r>
              <a:rPr lang="en-US"/>
              <a:t>Based on Linux kernel but modified</a:t>
            </a:r>
            <a:endParaRPr lang="en-US"/>
          </a:p>
          <a:p>
            <a:pPr marL="742950" lvl="1" indent="-285750" algn="l" rtl="0">
              <a:spcBef>
                <a:spcPts val="630"/>
              </a:spcBef>
              <a:spcAft>
                <a:spcPts val="0"/>
              </a:spcAft>
              <a:buSzPts val="1980"/>
              <a:buChar char="•"/>
            </a:pPr>
            <a:r>
              <a:rPr lang="en-US"/>
              <a:t>Provides process, memory, device-driver management</a:t>
            </a:r>
            <a:endParaRPr lang="en-US"/>
          </a:p>
          <a:p>
            <a:pPr marL="742950" lvl="1" indent="-285750" algn="l" rtl="0">
              <a:spcBef>
                <a:spcPts val="630"/>
              </a:spcBef>
              <a:spcAft>
                <a:spcPts val="0"/>
              </a:spcAft>
              <a:buSzPts val="1980"/>
              <a:buChar char="•"/>
            </a:pPr>
            <a:r>
              <a:rPr lang="en-US"/>
              <a:t>Adds power management </a:t>
            </a:r>
            <a:endParaRPr lang="en-US"/>
          </a:p>
          <a:p>
            <a:pPr marL="342900" lvl="0" indent="-342900" algn="l" rtl="0">
              <a:spcBef>
                <a:spcPts val="630"/>
              </a:spcBef>
              <a:spcAft>
                <a:spcPts val="0"/>
              </a:spcAft>
              <a:buSzPts val="1980"/>
              <a:buChar char="▪"/>
            </a:pPr>
            <a:r>
              <a:rPr lang="en-US"/>
              <a:t>Runtime environment includes core set of libraries and Dalvik virtual machine</a:t>
            </a:r>
            <a:endParaRPr lang="en-US"/>
          </a:p>
          <a:p>
            <a:pPr marL="742950" lvl="1" indent="-285750" algn="l" rtl="0">
              <a:spcBef>
                <a:spcPts val="630"/>
              </a:spcBef>
              <a:spcAft>
                <a:spcPts val="0"/>
              </a:spcAft>
              <a:buSzPts val="1980"/>
              <a:buChar char="•"/>
            </a:pPr>
            <a:r>
              <a:rPr lang="en-US"/>
              <a:t>Apps developed in Java plus Android API</a:t>
            </a:r>
            <a:endParaRPr lang="en-US"/>
          </a:p>
          <a:p>
            <a:pPr marL="1085850" lvl="2" indent="-228600" algn="l" rtl="0">
              <a:spcBef>
                <a:spcPts val="630"/>
              </a:spcBef>
              <a:spcAft>
                <a:spcPts val="0"/>
              </a:spcAft>
              <a:buSzPts val="1350"/>
              <a:buChar char="4"/>
            </a:pPr>
            <a:r>
              <a:rPr lang="en-US"/>
              <a:t>Java class files compiled to Java bytecode then translated to executable than runs in Dalvik VM</a:t>
            </a:r>
            <a:endParaRPr lang="en-US"/>
          </a:p>
          <a:p>
            <a:pPr marL="342900" lvl="0" indent="-342900" algn="l" rtl="0">
              <a:spcBef>
                <a:spcPts val="630"/>
              </a:spcBef>
              <a:spcAft>
                <a:spcPts val="0"/>
              </a:spcAft>
              <a:buSzPts val="1980"/>
              <a:buChar char="▪"/>
            </a:pPr>
            <a:r>
              <a:rPr lang="en-US"/>
              <a:t>Libraries include frameworks for web browser (webkit), database (SQLite), multimedia, smaller libc</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419" name="Shape 419"/>
        <p:cNvGrpSpPr/>
        <p:nvPr/>
      </p:nvGrpSpPr>
      <p:grpSpPr>
        <a:xfrm>
          <a:off x="0" y="0"/>
          <a:ext cx="0" cy="0"/>
          <a:chOff x="0" y="0"/>
          <a:chExt cx="0" cy="0"/>
        </a:xfrm>
      </p:grpSpPr>
      <p:sp>
        <p:nvSpPr>
          <p:cNvPr id="420" name="Google Shape;420;p51"/>
          <p:cNvSpPr txBox="1"/>
          <p:nvPr>
            <p:ph type="title"/>
          </p:nvPr>
        </p:nvSpPr>
        <p:spPr>
          <a:xfrm>
            <a:off x="457200" y="21431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Android Architecture</a:t>
            </a:r>
            <a:endParaRPr lang="en-US"/>
          </a:p>
        </p:txBody>
      </p:sp>
      <p:pic>
        <p:nvPicPr>
          <p:cNvPr id="421" name="Google Shape;421;p51"/>
          <p:cNvPicPr preferRelativeResize="0"/>
          <p:nvPr/>
        </p:nvPicPr>
        <p:blipFill rotWithShape="1">
          <a:blip r:embed="rId1"/>
          <a:srcRect/>
          <a:stretch>
            <a:fillRect/>
          </a:stretch>
        </p:blipFill>
        <p:spPr>
          <a:xfrm>
            <a:off x="2962275" y="1135063"/>
            <a:ext cx="3219450" cy="500538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426" name="Shape 426"/>
        <p:cNvGrpSpPr/>
        <p:nvPr/>
      </p:nvGrpSpPr>
      <p:grpSpPr>
        <a:xfrm>
          <a:off x="0" y="0"/>
          <a:ext cx="0" cy="0"/>
          <a:chOff x="0" y="0"/>
          <a:chExt cx="0" cy="0"/>
        </a:xfrm>
      </p:grpSpPr>
      <p:sp>
        <p:nvSpPr>
          <p:cNvPr id="427" name="Google Shape;427;p52"/>
          <p:cNvSpPr txBox="1"/>
          <p:nvPr>
            <p:ph type="title"/>
          </p:nvPr>
        </p:nvSpPr>
        <p:spPr>
          <a:xfrm>
            <a:off x="1032779" y="134259"/>
            <a:ext cx="82296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Building and Booting an Operating System</a:t>
            </a:r>
            <a:endParaRPr lang="en-US" sz="2800"/>
          </a:p>
        </p:txBody>
      </p:sp>
      <p:sp>
        <p:nvSpPr>
          <p:cNvPr id="428" name="Google Shape;428;p52"/>
          <p:cNvSpPr txBox="1"/>
          <p:nvPr>
            <p:ph type="body" idx="1"/>
          </p:nvPr>
        </p:nvSpPr>
        <p:spPr>
          <a:xfrm>
            <a:off x="885825" y="1154113"/>
            <a:ext cx="7596188"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Operating systems generally designed to run on a class of systems with variety of peripherals</a:t>
            </a:r>
            <a:endParaRPr lang="en-US"/>
          </a:p>
          <a:p>
            <a:pPr marL="342900" lvl="0" indent="-342900" algn="l" rtl="0">
              <a:spcBef>
                <a:spcPts val="630"/>
              </a:spcBef>
              <a:spcAft>
                <a:spcPts val="0"/>
              </a:spcAft>
              <a:buSzPts val="1980"/>
              <a:buChar char="▪"/>
            </a:pPr>
            <a:r>
              <a:rPr lang="en-US"/>
              <a:t>Commonly, operating system already installed on purchased computer</a:t>
            </a:r>
            <a:endParaRPr lang="en-US"/>
          </a:p>
          <a:p>
            <a:pPr marL="742950" lvl="1" indent="-285750" algn="l" rtl="0">
              <a:spcBef>
                <a:spcPts val="630"/>
              </a:spcBef>
              <a:spcAft>
                <a:spcPts val="0"/>
              </a:spcAft>
              <a:buSzPts val="1980"/>
              <a:buChar char="•"/>
            </a:pPr>
            <a:r>
              <a:rPr lang="en-US"/>
              <a:t>But can build and install some other operating systems</a:t>
            </a:r>
            <a:endParaRPr lang="en-US"/>
          </a:p>
          <a:p>
            <a:pPr marL="742950" lvl="1" indent="-285750" algn="l" rtl="0">
              <a:spcBef>
                <a:spcPts val="630"/>
              </a:spcBef>
              <a:spcAft>
                <a:spcPts val="0"/>
              </a:spcAft>
              <a:buSzPts val="1980"/>
              <a:buChar char="•"/>
            </a:pPr>
            <a:r>
              <a:rPr lang="en-US"/>
              <a:t>If generating an operating system from scratch</a:t>
            </a:r>
            <a:endParaRPr lang="en-US"/>
          </a:p>
          <a:p>
            <a:pPr marL="1085850" lvl="2" indent="-228600" algn="l" rtl="0">
              <a:spcBef>
                <a:spcPts val="630"/>
              </a:spcBef>
              <a:spcAft>
                <a:spcPts val="0"/>
              </a:spcAft>
              <a:buSzPts val="1350"/>
              <a:buChar char="4"/>
            </a:pPr>
            <a:r>
              <a:rPr lang="en-US"/>
              <a:t>Write the operating system source code</a:t>
            </a:r>
            <a:endParaRPr lang="en-US"/>
          </a:p>
          <a:p>
            <a:pPr marL="1085850" lvl="2" indent="-228600" algn="l" rtl="0">
              <a:spcBef>
                <a:spcPts val="630"/>
              </a:spcBef>
              <a:spcAft>
                <a:spcPts val="0"/>
              </a:spcAft>
              <a:buSzPts val="1350"/>
              <a:buChar char="4"/>
            </a:pPr>
            <a:r>
              <a:rPr lang="en-US"/>
              <a:t>Configure the operating system for the system on which it will run</a:t>
            </a:r>
            <a:endParaRPr lang="en-US"/>
          </a:p>
          <a:p>
            <a:pPr marL="1085850" lvl="2" indent="-228600" algn="l" rtl="0">
              <a:spcBef>
                <a:spcPts val="630"/>
              </a:spcBef>
              <a:spcAft>
                <a:spcPts val="0"/>
              </a:spcAft>
              <a:buSzPts val="1350"/>
              <a:buChar char="4"/>
            </a:pPr>
            <a:r>
              <a:rPr lang="en-US"/>
              <a:t>Compile the operating system</a:t>
            </a:r>
            <a:endParaRPr lang="en-US"/>
          </a:p>
          <a:p>
            <a:pPr marL="1085850" lvl="2" indent="-228600" algn="l" rtl="0">
              <a:spcBef>
                <a:spcPts val="630"/>
              </a:spcBef>
              <a:spcAft>
                <a:spcPts val="0"/>
              </a:spcAft>
              <a:buSzPts val="1350"/>
              <a:buChar char="4"/>
            </a:pPr>
            <a:r>
              <a:rPr lang="en-US"/>
              <a:t>Install the operating system</a:t>
            </a:r>
            <a:endParaRPr lang="en-US"/>
          </a:p>
          <a:p>
            <a:pPr marL="1085850" lvl="2" indent="-228600" algn="l" rtl="0">
              <a:spcBef>
                <a:spcPts val="630"/>
              </a:spcBef>
              <a:spcAft>
                <a:spcPts val="0"/>
              </a:spcAft>
              <a:buSzPts val="1350"/>
              <a:buChar char="4"/>
            </a:pPr>
            <a:r>
              <a:rPr lang="en-US"/>
              <a:t>Boot the computer and its new operating system</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432" name="Shape 432"/>
        <p:cNvGrpSpPr/>
        <p:nvPr/>
      </p:nvGrpSpPr>
      <p:grpSpPr>
        <a:xfrm>
          <a:off x="0" y="0"/>
          <a:ext cx="0" cy="0"/>
          <a:chOff x="0" y="0"/>
          <a:chExt cx="0" cy="0"/>
        </a:xfrm>
      </p:grpSpPr>
      <p:sp>
        <p:nvSpPr>
          <p:cNvPr id="433" name="Google Shape;433;p53"/>
          <p:cNvSpPr txBox="1"/>
          <p:nvPr>
            <p:ph type="title"/>
          </p:nvPr>
        </p:nvSpPr>
        <p:spPr>
          <a:xfrm>
            <a:off x="885825" y="138341"/>
            <a:ext cx="764857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Building and Booting Linux</a:t>
            </a:r>
            <a:endParaRPr lang="en-US"/>
          </a:p>
        </p:txBody>
      </p:sp>
      <p:sp>
        <p:nvSpPr>
          <p:cNvPr id="434" name="Google Shape;434;p53"/>
          <p:cNvSpPr txBox="1"/>
          <p:nvPr>
            <p:ph type="body" idx="1"/>
          </p:nvPr>
        </p:nvSpPr>
        <p:spPr>
          <a:xfrm>
            <a:off x="885825" y="1233488"/>
            <a:ext cx="7648575"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Download Linux source code (</a:t>
            </a:r>
            <a:r>
              <a:rPr lang="en-US">
                <a:solidFill>
                  <a:srgbClr val="996600"/>
                </a:solidFill>
              </a:rPr>
              <a:t>http://www.kernel.org</a:t>
            </a:r>
            <a:r>
              <a:rPr lang="en-US"/>
              <a:t>)</a:t>
            </a:r>
            <a:endParaRPr lang="en-US"/>
          </a:p>
          <a:p>
            <a:pPr marL="342900" lvl="0" indent="-342900" algn="l" rtl="0">
              <a:spcBef>
                <a:spcPts val="700"/>
              </a:spcBef>
              <a:spcAft>
                <a:spcPts val="0"/>
              </a:spcAft>
              <a:buSzPts val="1980"/>
              <a:buChar char="▪"/>
            </a:pPr>
            <a:r>
              <a:rPr lang="en-US"/>
              <a:t>Configure kernel via “</a:t>
            </a:r>
            <a:r>
              <a:rPr lang="en-US" sz="2000">
                <a:latin typeface="Courier New" panose="02070309020205020404"/>
                <a:ea typeface="Courier New" panose="02070309020205020404"/>
                <a:cs typeface="Courier New" panose="02070309020205020404"/>
                <a:sym typeface="Courier New" panose="02070309020205020404"/>
              </a:rPr>
              <a:t>make menuconfig</a:t>
            </a:r>
            <a:r>
              <a:rPr lang="en-US"/>
              <a:t>”</a:t>
            </a:r>
            <a:endParaRPr lang="en-US"/>
          </a:p>
          <a:p>
            <a:pPr marL="342900" lvl="0" indent="-342900" algn="l" rtl="0">
              <a:spcBef>
                <a:spcPts val="630"/>
              </a:spcBef>
              <a:spcAft>
                <a:spcPts val="0"/>
              </a:spcAft>
              <a:buSzPts val="1980"/>
              <a:buChar char="▪"/>
            </a:pPr>
            <a:r>
              <a:rPr lang="en-US"/>
              <a:t>Compile the kernel using “</a:t>
            </a:r>
            <a:r>
              <a:rPr lang="en-US">
                <a:latin typeface="Courier New" panose="02070309020205020404"/>
                <a:ea typeface="Courier New" panose="02070309020205020404"/>
                <a:cs typeface="Courier New" panose="02070309020205020404"/>
                <a:sym typeface="Courier New" panose="02070309020205020404"/>
              </a:rPr>
              <a:t>make</a:t>
            </a:r>
            <a:r>
              <a:rPr lang="en-US"/>
              <a:t>”</a:t>
            </a:r>
            <a:endParaRPr lang="en-US"/>
          </a:p>
          <a:p>
            <a:pPr marL="742950" lvl="1" indent="-285750" algn="l" rtl="0">
              <a:spcBef>
                <a:spcPts val="630"/>
              </a:spcBef>
              <a:spcAft>
                <a:spcPts val="0"/>
              </a:spcAft>
              <a:buSzPts val="1980"/>
              <a:buChar char="•"/>
            </a:pPr>
            <a:r>
              <a:rPr lang="en-US"/>
              <a:t>Produces </a:t>
            </a:r>
            <a:r>
              <a:rPr lang="en-US">
                <a:latin typeface="Courier New" panose="02070309020205020404"/>
                <a:ea typeface="Courier New" panose="02070309020205020404"/>
                <a:cs typeface="Courier New" panose="02070309020205020404"/>
                <a:sym typeface="Courier New" panose="02070309020205020404"/>
              </a:rPr>
              <a:t>vmlinuz</a:t>
            </a:r>
            <a:r>
              <a:rPr lang="en-US"/>
              <a:t>, the kernel image</a:t>
            </a:r>
            <a:endParaRPr lang="en-US"/>
          </a:p>
          <a:p>
            <a:pPr marL="742950" lvl="1" indent="-285750" algn="l" rtl="0">
              <a:spcBef>
                <a:spcPts val="630"/>
              </a:spcBef>
              <a:spcAft>
                <a:spcPts val="0"/>
              </a:spcAft>
              <a:buSzPts val="1980"/>
              <a:buChar char="•"/>
            </a:pPr>
            <a:r>
              <a:rPr lang="en-US"/>
              <a:t>Compile kernel modules via “</a:t>
            </a:r>
            <a:r>
              <a:rPr lang="en-US">
                <a:latin typeface="Courier New" panose="02070309020205020404"/>
                <a:ea typeface="Courier New" panose="02070309020205020404"/>
                <a:cs typeface="Courier New" panose="02070309020205020404"/>
                <a:sym typeface="Courier New" panose="02070309020205020404"/>
              </a:rPr>
              <a:t>make modules</a:t>
            </a:r>
            <a:r>
              <a:rPr lang="en-US"/>
              <a:t>”</a:t>
            </a:r>
            <a:endParaRPr lang="en-US"/>
          </a:p>
          <a:p>
            <a:pPr marL="742950" lvl="1" indent="-285750" algn="l" rtl="0">
              <a:spcBef>
                <a:spcPts val="630"/>
              </a:spcBef>
              <a:spcAft>
                <a:spcPts val="0"/>
              </a:spcAft>
              <a:buSzPts val="1980"/>
              <a:buChar char="•"/>
            </a:pPr>
            <a:r>
              <a:rPr lang="en-US"/>
              <a:t>Install kernel modules into </a:t>
            </a:r>
            <a:r>
              <a:rPr lang="en-US">
                <a:latin typeface="Courier New" panose="02070309020205020404"/>
                <a:ea typeface="Courier New" panose="02070309020205020404"/>
                <a:cs typeface="Courier New" panose="02070309020205020404"/>
                <a:sym typeface="Courier New" panose="02070309020205020404"/>
              </a:rPr>
              <a:t>vmlinuz</a:t>
            </a:r>
            <a:r>
              <a:rPr lang="en-US"/>
              <a:t> via “</a:t>
            </a:r>
            <a:r>
              <a:rPr lang="en-US">
                <a:latin typeface="Courier New" panose="02070309020205020404"/>
                <a:ea typeface="Courier New" panose="02070309020205020404"/>
                <a:cs typeface="Courier New" panose="02070309020205020404"/>
                <a:sym typeface="Courier New" panose="02070309020205020404"/>
              </a:rPr>
              <a:t>make modules_install</a:t>
            </a:r>
            <a:r>
              <a:rPr lang="en-US"/>
              <a:t>”</a:t>
            </a:r>
            <a:endParaRPr lang="en-US"/>
          </a:p>
          <a:p>
            <a:pPr marL="742950" lvl="1" indent="-285750" algn="l" rtl="0">
              <a:spcBef>
                <a:spcPts val="630"/>
              </a:spcBef>
              <a:spcAft>
                <a:spcPts val="0"/>
              </a:spcAft>
              <a:buSzPts val="1980"/>
              <a:buChar char="•"/>
            </a:pPr>
            <a:r>
              <a:rPr lang="en-US"/>
              <a:t>Install new kernel on the system via “</a:t>
            </a:r>
            <a:r>
              <a:rPr lang="en-US">
                <a:latin typeface="Courier New" panose="02070309020205020404"/>
                <a:ea typeface="Courier New" panose="02070309020205020404"/>
                <a:cs typeface="Courier New" panose="02070309020205020404"/>
                <a:sym typeface="Courier New" panose="02070309020205020404"/>
              </a:rPr>
              <a:t>make install</a:t>
            </a:r>
            <a:r>
              <a:rPr lang="en-US"/>
              <a:t>”</a:t>
            </a:r>
            <a:endParaRPr lang="en-US"/>
          </a:p>
          <a:p>
            <a:pPr marL="342900" lvl="0" indent="-217170" algn="l" rtl="0">
              <a:spcBef>
                <a:spcPts val="630"/>
              </a:spcBef>
              <a:spcAft>
                <a:spcPts val="0"/>
              </a:spcAft>
              <a:buSzPts val="1980"/>
              <a:buNone/>
            </a:p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439" name="Shape 439"/>
        <p:cNvGrpSpPr/>
        <p:nvPr/>
      </p:nvGrpSpPr>
      <p:grpSpPr>
        <a:xfrm>
          <a:off x="0" y="0"/>
          <a:ext cx="0" cy="0"/>
          <a:chOff x="0" y="0"/>
          <a:chExt cx="0" cy="0"/>
        </a:xfrm>
      </p:grpSpPr>
      <p:sp>
        <p:nvSpPr>
          <p:cNvPr id="440" name="Google Shape;440;p54"/>
          <p:cNvSpPr txBox="1"/>
          <p:nvPr>
            <p:ph type="title"/>
          </p:nvPr>
        </p:nvSpPr>
        <p:spPr>
          <a:xfrm>
            <a:off x="765175" y="142650"/>
            <a:ext cx="78200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System Boot</a:t>
            </a:r>
            <a:endParaRPr lang="en-US"/>
          </a:p>
        </p:txBody>
      </p:sp>
      <p:sp>
        <p:nvSpPr>
          <p:cNvPr id="441" name="Google Shape;441;p54"/>
          <p:cNvSpPr txBox="1"/>
          <p:nvPr>
            <p:ph type="body" idx="1"/>
          </p:nvPr>
        </p:nvSpPr>
        <p:spPr>
          <a:xfrm>
            <a:off x="765175" y="1038001"/>
            <a:ext cx="7580539" cy="474594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When power initialized on system, execution starts at a fixed memory location</a:t>
            </a:r>
            <a:endParaRPr lang="en-US"/>
          </a:p>
          <a:p>
            <a:pPr marL="342900" lvl="0" indent="-342900" algn="l" rtl="0">
              <a:spcBef>
                <a:spcPts val="630"/>
              </a:spcBef>
              <a:spcAft>
                <a:spcPts val="0"/>
              </a:spcAft>
              <a:buSzPts val="1980"/>
              <a:buChar char="▪"/>
            </a:pPr>
            <a:r>
              <a:rPr lang="en-US"/>
              <a:t>Operating system must be made available to hardware so hardware can start it</a:t>
            </a:r>
            <a:endParaRPr lang="en-US"/>
          </a:p>
          <a:p>
            <a:pPr marL="742950" lvl="1" indent="-285750" algn="l" rtl="0">
              <a:spcBef>
                <a:spcPts val="630"/>
              </a:spcBef>
              <a:spcAft>
                <a:spcPts val="0"/>
              </a:spcAft>
              <a:buSzPts val="1980"/>
              <a:buChar char="•"/>
            </a:pPr>
            <a:r>
              <a:rPr lang="en-US"/>
              <a:t>Small piece of code – </a:t>
            </a:r>
            <a:r>
              <a:rPr lang="en-US" b="1">
                <a:solidFill>
                  <a:srgbClr val="006699"/>
                </a:solidFill>
                <a:latin typeface="Arial" panose="020B0604020202020204"/>
                <a:ea typeface="Arial" panose="020B0604020202020204"/>
                <a:cs typeface="Arial" panose="020B0604020202020204"/>
                <a:sym typeface="Arial" panose="020B0604020202020204"/>
              </a:rPr>
              <a:t>bootstrap</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loader</a:t>
            </a:r>
            <a:r>
              <a:rPr lang="en-US"/>
              <a:t>, </a:t>
            </a:r>
            <a:r>
              <a:rPr lang="en-US" b="1">
                <a:solidFill>
                  <a:srgbClr val="006699"/>
                </a:solidFill>
                <a:latin typeface="Arial" panose="020B0604020202020204"/>
                <a:ea typeface="Arial" panose="020B0604020202020204"/>
                <a:cs typeface="Arial" panose="020B0604020202020204"/>
                <a:sym typeface="Arial" panose="020B0604020202020204"/>
              </a:rPr>
              <a:t>BIOS</a:t>
            </a:r>
            <a:r>
              <a:rPr lang="en-US"/>
              <a:t>, stored in </a:t>
            </a:r>
            <a:r>
              <a:rPr lang="en-US" b="1">
                <a:solidFill>
                  <a:srgbClr val="006699"/>
                </a:solidFill>
                <a:latin typeface="Arial" panose="020B0604020202020204"/>
                <a:ea typeface="Arial" panose="020B0604020202020204"/>
                <a:cs typeface="Arial" panose="020B0604020202020204"/>
                <a:sym typeface="Arial" panose="020B0604020202020204"/>
              </a:rPr>
              <a:t>ROM</a:t>
            </a:r>
            <a:r>
              <a:rPr lang="en-US"/>
              <a:t> or </a:t>
            </a:r>
            <a:r>
              <a:rPr lang="en-US" b="1">
                <a:solidFill>
                  <a:srgbClr val="006699"/>
                </a:solidFill>
                <a:latin typeface="Arial" panose="020B0604020202020204"/>
                <a:ea typeface="Arial" panose="020B0604020202020204"/>
                <a:cs typeface="Arial" panose="020B0604020202020204"/>
                <a:sym typeface="Arial" panose="020B0604020202020204"/>
              </a:rPr>
              <a:t>EEPROM</a:t>
            </a:r>
            <a:r>
              <a:rPr lang="en-US"/>
              <a:t> locates the kernel, loads it into memory, and starts it</a:t>
            </a:r>
            <a:endParaRPr lang="en-US"/>
          </a:p>
          <a:p>
            <a:pPr marL="742950" lvl="1" indent="-285750" algn="l" rtl="0">
              <a:spcBef>
                <a:spcPts val="630"/>
              </a:spcBef>
              <a:spcAft>
                <a:spcPts val="0"/>
              </a:spcAft>
              <a:buSzPts val="1980"/>
              <a:buChar char="•"/>
            </a:pPr>
            <a:r>
              <a:rPr lang="en-US"/>
              <a:t>Sometimes two-step process where </a:t>
            </a:r>
            <a:r>
              <a:rPr lang="en-US" b="1">
                <a:solidFill>
                  <a:srgbClr val="006699"/>
                </a:solidFill>
                <a:latin typeface="Arial" panose="020B0604020202020204"/>
                <a:ea typeface="Arial" panose="020B0604020202020204"/>
                <a:cs typeface="Arial" panose="020B0604020202020204"/>
                <a:sym typeface="Arial" panose="020B0604020202020204"/>
              </a:rPr>
              <a:t>boot</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block</a:t>
            </a:r>
            <a:r>
              <a:rPr lang="en-US" b="1">
                <a:solidFill>
                  <a:srgbClr val="3366FF"/>
                </a:solidFill>
              </a:rPr>
              <a:t> </a:t>
            </a:r>
            <a:r>
              <a:rPr lang="en-US"/>
              <a:t>at fixed location loaded by ROM code, which loads bootstrap loader from disk</a:t>
            </a:r>
            <a:endParaRPr lang="en-US"/>
          </a:p>
          <a:p>
            <a:pPr marL="742950" lvl="1" indent="-285750" algn="l" rtl="0">
              <a:spcBef>
                <a:spcPts val="630"/>
              </a:spcBef>
              <a:spcAft>
                <a:spcPts val="0"/>
              </a:spcAft>
              <a:buSzPts val="1980"/>
              <a:buChar char="•"/>
            </a:pPr>
            <a:r>
              <a:rPr lang="en-US"/>
              <a:t>Modern systems replace BIOS with </a:t>
            </a:r>
            <a:r>
              <a:rPr lang="en-US" b="1">
                <a:solidFill>
                  <a:srgbClr val="006699"/>
                </a:solidFill>
                <a:latin typeface="Arial" panose="020B0604020202020204"/>
                <a:ea typeface="Arial" panose="020B0604020202020204"/>
                <a:cs typeface="Arial" panose="020B0604020202020204"/>
                <a:sym typeface="Arial" panose="020B0604020202020204"/>
              </a:rPr>
              <a:t>Unified</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Extensible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Firmware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Interface</a:t>
            </a:r>
            <a:r>
              <a:rPr lang="en-US" b="1">
                <a:solidFill>
                  <a:srgbClr val="3366FF"/>
                </a:solidFill>
              </a:rPr>
              <a:t> </a:t>
            </a:r>
            <a:r>
              <a:rPr lang="en-US"/>
              <a:t>(</a:t>
            </a:r>
            <a:r>
              <a:rPr lang="en-US" b="1">
                <a:solidFill>
                  <a:srgbClr val="006699"/>
                </a:solidFill>
                <a:latin typeface="Arial" panose="020B0604020202020204"/>
                <a:ea typeface="Arial" panose="020B0604020202020204"/>
                <a:cs typeface="Arial" panose="020B0604020202020204"/>
                <a:sym typeface="Arial" panose="020B0604020202020204"/>
              </a:rPr>
              <a:t>UEFI</a:t>
            </a:r>
            <a:r>
              <a:rPr lang="en-US"/>
              <a:t>)</a:t>
            </a:r>
            <a:endParaRPr lang="en-US"/>
          </a:p>
          <a:p>
            <a:pPr marL="342900" lvl="0" indent="-342900" algn="l" rtl="0">
              <a:spcBef>
                <a:spcPts val="630"/>
              </a:spcBef>
              <a:spcAft>
                <a:spcPts val="0"/>
              </a:spcAft>
              <a:buSzPts val="1980"/>
              <a:buChar char="▪"/>
            </a:pPr>
            <a:r>
              <a:rPr lang="en-US"/>
              <a:t>Common bootstrap loader, </a:t>
            </a:r>
            <a:r>
              <a:rPr lang="en-US" b="1">
                <a:solidFill>
                  <a:srgbClr val="006699"/>
                </a:solidFill>
                <a:latin typeface="Arial" panose="020B0604020202020204"/>
                <a:ea typeface="Arial" panose="020B0604020202020204"/>
                <a:cs typeface="Arial" panose="020B0604020202020204"/>
                <a:sym typeface="Arial" panose="020B0604020202020204"/>
              </a:rPr>
              <a:t>GRUB</a:t>
            </a:r>
            <a:r>
              <a:rPr lang="en-US"/>
              <a:t>, allows selection of kernel from multiple disks, versions, kernel options</a:t>
            </a:r>
            <a:endParaRPr lang="en-US"/>
          </a:p>
          <a:p>
            <a:pPr marL="342900" lvl="0" indent="-342900" algn="l" rtl="0">
              <a:spcBef>
                <a:spcPts val="630"/>
              </a:spcBef>
              <a:spcAft>
                <a:spcPts val="0"/>
              </a:spcAft>
              <a:buSzPts val="1980"/>
              <a:buChar char="▪"/>
            </a:pPr>
            <a:r>
              <a:rPr lang="en-US"/>
              <a:t>Kernel loads and system is then </a:t>
            </a:r>
            <a:r>
              <a:rPr lang="en-US" b="1">
                <a:solidFill>
                  <a:srgbClr val="006699"/>
                </a:solidFill>
                <a:latin typeface="Arial" panose="020B0604020202020204"/>
                <a:ea typeface="Arial" panose="020B0604020202020204"/>
                <a:cs typeface="Arial" panose="020B0604020202020204"/>
                <a:sym typeface="Arial" panose="020B0604020202020204"/>
              </a:rPr>
              <a:t>running</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a:t>Boot loaders frequently allow various boot states, such as single user mode</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445" name="Shape 445"/>
        <p:cNvGrpSpPr/>
        <p:nvPr/>
      </p:nvGrpSpPr>
      <p:grpSpPr>
        <a:xfrm>
          <a:off x="0" y="0"/>
          <a:ext cx="0" cy="0"/>
          <a:chOff x="0" y="0"/>
          <a:chExt cx="0" cy="0"/>
        </a:xfrm>
      </p:grpSpPr>
      <p:sp>
        <p:nvSpPr>
          <p:cNvPr id="446" name="Google Shape;446;p55"/>
          <p:cNvSpPr txBox="1"/>
          <p:nvPr>
            <p:ph type="title"/>
          </p:nvPr>
        </p:nvSpPr>
        <p:spPr>
          <a:xfrm>
            <a:off x="1090613" y="108633"/>
            <a:ext cx="75961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Operating-System Debugging</a:t>
            </a:r>
            <a:endParaRPr lang="en-US"/>
          </a:p>
        </p:txBody>
      </p:sp>
      <p:sp>
        <p:nvSpPr>
          <p:cNvPr id="447" name="Google Shape;447;p55"/>
          <p:cNvSpPr txBox="1"/>
          <p:nvPr>
            <p:ph type="body" idx="1"/>
          </p:nvPr>
        </p:nvSpPr>
        <p:spPr>
          <a:xfrm>
            <a:off x="806450" y="1233488"/>
            <a:ext cx="7753350" cy="491013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Debugging</a:t>
            </a:r>
            <a:r>
              <a:rPr lang="en-US">
                <a:solidFill>
                  <a:srgbClr val="3366FF"/>
                </a:solidFill>
              </a:rPr>
              <a:t> </a:t>
            </a:r>
            <a:r>
              <a:rPr lang="en-US"/>
              <a:t>is finding and fixing errors, or </a:t>
            </a:r>
            <a:r>
              <a:rPr lang="en-US" b="1">
                <a:solidFill>
                  <a:srgbClr val="006699"/>
                </a:solidFill>
                <a:latin typeface="Arial" panose="020B0604020202020204"/>
                <a:ea typeface="Arial" panose="020B0604020202020204"/>
                <a:cs typeface="Arial" panose="020B0604020202020204"/>
                <a:sym typeface="Arial" panose="020B0604020202020204"/>
              </a:rPr>
              <a:t>bugs</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a:t>Also</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performance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tuning</a:t>
            </a:r>
            <a:endParaRPr lang="en-US" b="1">
              <a:solidFill>
                <a:srgbClr val="006699"/>
              </a:solidFill>
              <a:latin typeface="Arial" panose="020B0604020202020204"/>
              <a:ea typeface="Arial" panose="020B0604020202020204"/>
              <a:cs typeface="Arial" panose="020B0604020202020204"/>
              <a:sym typeface="Arial" panose="020B0604020202020204"/>
            </a:endParaRPr>
          </a:p>
          <a:p>
            <a:pPr marL="342900" lvl="0" indent="-342900" algn="l" rtl="0">
              <a:spcBef>
                <a:spcPts val="630"/>
              </a:spcBef>
              <a:spcAft>
                <a:spcPts val="0"/>
              </a:spcAft>
              <a:buSzPts val="1980"/>
              <a:buChar char="▪"/>
            </a:pPr>
            <a:r>
              <a:rPr lang="en-US"/>
              <a:t>OS generate </a:t>
            </a:r>
            <a:r>
              <a:rPr lang="en-US" b="1">
                <a:solidFill>
                  <a:srgbClr val="006699"/>
                </a:solidFill>
                <a:latin typeface="Arial" panose="020B0604020202020204"/>
                <a:ea typeface="Arial" panose="020B0604020202020204"/>
                <a:cs typeface="Arial" panose="020B0604020202020204"/>
                <a:sym typeface="Arial" panose="020B0604020202020204"/>
              </a:rPr>
              <a:t>log</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files</a:t>
            </a:r>
            <a:r>
              <a:rPr lang="en-US">
                <a:solidFill>
                  <a:srgbClr val="3366FF"/>
                </a:solidFill>
              </a:rPr>
              <a:t> </a:t>
            </a:r>
            <a:r>
              <a:rPr lang="en-US">
                <a:solidFill>
                  <a:srgbClr val="000000"/>
                </a:solidFill>
              </a:rPr>
              <a:t>containing error information</a:t>
            </a:r>
            <a:endParaRPr lang="en-US">
              <a:solidFill>
                <a:srgbClr val="000000"/>
              </a:solidFill>
            </a:endParaRPr>
          </a:p>
          <a:p>
            <a:pPr marL="342900" lvl="0" indent="-342900" algn="l" rtl="0">
              <a:spcBef>
                <a:spcPts val="630"/>
              </a:spcBef>
              <a:spcAft>
                <a:spcPts val="0"/>
              </a:spcAft>
              <a:buSzPts val="1980"/>
              <a:buChar char="▪"/>
            </a:pPr>
            <a:r>
              <a:rPr lang="en-US">
                <a:solidFill>
                  <a:srgbClr val="000000"/>
                </a:solidFill>
              </a:rPr>
              <a:t>Failure of an application can generate </a:t>
            </a:r>
            <a:r>
              <a:rPr lang="en-US" b="1">
                <a:solidFill>
                  <a:srgbClr val="006699"/>
                </a:solidFill>
                <a:latin typeface="Arial" panose="020B0604020202020204"/>
                <a:ea typeface="Arial" panose="020B0604020202020204"/>
                <a:cs typeface="Arial" panose="020B0604020202020204"/>
                <a:sym typeface="Arial" panose="020B0604020202020204"/>
              </a:rPr>
              <a:t>core</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dump</a:t>
            </a:r>
            <a:r>
              <a:rPr lang="en-US">
                <a:solidFill>
                  <a:srgbClr val="3366FF"/>
                </a:solidFill>
              </a:rPr>
              <a:t> </a:t>
            </a:r>
            <a:r>
              <a:rPr lang="en-US">
                <a:solidFill>
                  <a:srgbClr val="000000"/>
                </a:solidFill>
              </a:rPr>
              <a:t>file capturing memory of the process</a:t>
            </a:r>
            <a:endParaRPr lang="en-US">
              <a:solidFill>
                <a:srgbClr val="000000"/>
              </a:solidFill>
            </a:endParaRPr>
          </a:p>
          <a:p>
            <a:pPr marL="342900" lvl="0" indent="-342900" algn="l" rtl="0">
              <a:spcBef>
                <a:spcPts val="630"/>
              </a:spcBef>
              <a:spcAft>
                <a:spcPts val="0"/>
              </a:spcAft>
              <a:buSzPts val="1980"/>
              <a:buChar char="▪"/>
            </a:pPr>
            <a:r>
              <a:rPr lang="en-US">
                <a:solidFill>
                  <a:srgbClr val="000000"/>
                </a:solidFill>
              </a:rPr>
              <a:t>Operating system failure can generate </a:t>
            </a:r>
            <a:r>
              <a:rPr lang="en-US" b="1">
                <a:solidFill>
                  <a:srgbClr val="006699"/>
                </a:solidFill>
                <a:latin typeface="Arial" panose="020B0604020202020204"/>
                <a:ea typeface="Arial" panose="020B0604020202020204"/>
                <a:cs typeface="Arial" panose="020B0604020202020204"/>
                <a:sym typeface="Arial" panose="020B0604020202020204"/>
              </a:rPr>
              <a:t>crash</a:t>
            </a:r>
            <a:r>
              <a:rPr lang="en-US" b="1">
                <a:solidFill>
                  <a:srgbClr val="3366FF"/>
                </a:solidFill>
              </a:rPr>
              <a:t> </a:t>
            </a:r>
            <a:r>
              <a:rPr lang="en-US" b="1">
                <a:solidFill>
                  <a:srgbClr val="006699"/>
                </a:solidFill>
                <a:latin typeface="Arial" panose="020B0604020202020204"/>
                <a:ea typeface="Arial" panose="020B0604020202020204"/>
                <a:cs typeface="Arial" panose="020B0604020202020204"/>
                <a:sym typeface="Arial" panose="020B0604020202020204"/>
              </a:rPr>
              <a:t>dump</a:t>
            </a:r>
            <a:r>
              <a:rPr lang="en-US">
                <a:solidFill>
                  <a:srgbClr val="3366FF"/>
                </a:solidFill>
              </a:rPr>
              <a:t> </a:t>
            </a:r>
            <a:r>
              <a:rPr lang="en-US">
                <a:solidFill>
                  <a:srgbClr val="000000"/>
                </a:solidFill>
              </a:rPr>
              <a:t>file containing kernel memory</a:t>
            </a:r>
            <a:endParaRPr lang="en-US">
              <a:solidFill>
                <a:srgbClr val="000000"/>
              </a:solidFill>
            </a:endParaRPr>
          </a:p>
          <a:p>
            <a:pPr marL="342900" lvl="0" indent="-342900" algn="l" rtl="0">
              <a:spcBef>
                <a:spcPts val="630"/>
              </a:spcBef>
              <a:spcAft>
                <a:spcPts val="0"/>
              </a:spcAft>
              <a:buSzPts val="1980"/>
              <a:buChar char="▪"/>
            </a:pPr>
            <a:r>
              <a:rPr lang="en-US">
                <a:solidFill>
                  <a:srgbClr val="000000"/>
                </a:solidFill>
              </a:rPr>
              <a:t>Beyond crashes, performance tuning can optimize system performance</a:t>
            </a:r>
            <a:endParaRPr lang="en-US">
              <a:solidFill>
                <a:srgbClr val="000000"/>
              </a:solidFill>
            </a:endParaRPr>
          </a:p>
          <a:p>
            <a:pPr marL="742950" lvl="1" indent="-285750" algn="l" rtl="0">
              <a:spcBef>
                <a:spcPts val="630"/>
              </a:spcBef>
              <a:spcAft>
                <a:spcPts val="0"/>
              </a:spcAft>
              <a:buSzPts val="1980"/>
              <a:buChar char="•"/>
            </a:pPr>
            <a:r>
              <a:rPr lang="en-US">
                <a:solidFill>
                  <a:srgbClr val="000000"/>
                </a:solidFill>
              </a:rPr>
              <a:t>Sometimes using </a:t>
            </a:r>
            <a:r>
              <a:rPr lang="en-US" b="1" i="1">
                <a:solidFill>
                  <a:srgbClr val="000000"/>
                </a:solidFill>
              </a:rPr>
              <a:t>trace listings</a:t>
            </a:r>
            <a:r>
              <a:rPr lang="en-US">
                <a:solidFill>
                  <a:srgbClr val="000000"/>
                </a:solidFill>
              </a:rPr>
              <a:t> of activities, recorded for analysis</a:t>
            </a:r>
            <a:endParaRPr lang="en-US">
              <a:solidFill>
                <a:srgbClr val="000000"/>
              </a:solidFill>
            </a:endParaRPr>
          </a:p>
          <a:p>
            <a:pPr marL="742950" lvl="1"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Profiling</a:t>
            </a:r>
            <a:r>
              <a:rPr lang="en-US">
                <a:solidFill>
                  <a:srgbClr val="000000"/>
                </a:solidFill>
              </a:rPr>
              <a:t> is periodic sampling of instruction pointer to look for statistical trends</a:t>
            </a:r>
            <a:endParaRPr lang="en-US">
              <a:solidFill>
                <a:srgbClr val="000000"/>
              </a:solidFill>
            </a:endParaRPr>
          </a:p>
          <a:p>
            <a:pPr marL="0" lvl="0" indent="0" algn="l" rtl="0">
              <a:spcBef>
                <a:spcPts val="630"/>
              </a:spcBef>
              <a:spcAft>
                <a:spcPts val="0"/>
              </a:spcAft>
              <a:buSzPts val="1980"/>
              <a:buNone/>
            </a:pPr>
            <a:r>
              <a:rPr lang="en-US">
                <a:solidFill>
                  <a:srgbClr val="000000"/>
                </a:solidFill>
              </a:rPr>
              <a:t>Kernighan’s Law: </a:t>
            </a:r>
            <a:r>
              <a:rPr lang="en-US"/>
              <a:t>“Debugging is twice as hard as writing the code in the first place. Therefore, if you write the code as cleverly as possible, you are, by definition, not smart enough to debug it.”</a:t>
            </a:r>
            <a:endParaRPr>
              <a:solidFill>
                <a:srgbClr val="000000"/>
              </a:solidFill>
            </a:endParaRPr>
          </a:p>
          <a:p>
            <a:pPr marL="342900" lvl="0" indent="-342900" algn="l" rtl="0">
              <a:spcBef>
                <a:spcPts val="630"/>
              </a:spcBef>
              <a:spcAft>
                <a:spcPts val="0"/>
              </a:spcAft>
              <a:buSzPts val="1980"/>
              <a:buFont typeface="Arial" panose="020B0604020202020204"/>
              <a:buNone/>
            </a:p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451" name="Shape 451"/>
        <p:cNvGrpSpPr/>
        <p:nvPr/>
      </p:nvGrpSpPr>
      <p:grpSpPr>
        <a:xfrm>
          <a:off x="0" y="0"/>
          <a:ext cx="0" cy="0"/>
          <a:chOff x="0" y="0"/>
          <a:chExt cx="0" cy="0"/>
        </a:xfrm>
      </p:grpSpPr>
      <p:sp>
        <p:nvSpPr>
          <p:cNvPr id="452" name="Google Shape;452;p56"/>
          <p:cNvSpPr txBox="1"/>
          <p:nvPr>
            <p:ph type="title"/>
          </p:nvPr>
        </p:nvSpPr>
        <p:spPr>
          <a:xfrm>
            <a:off x="1090613" y="220663"/>
            <a:ext cx="740092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Performance Tuning</a:t>
            </a:r>
            <a:endParaRPr lang="en-US"/>
          </a:p>
        </p:txBody>
      </p:sp>
      <p:sp>
        <p:nvSpPr>
          <p:cNvPr id="453" name="Google Shape;453;p56"/>
          <p:cNvSpPr txBox="1"/>
          <p:nvPr>
            <p:ph type="body" idx="1"/>
          </p:nvPr>
        </p:nvSpPr>
        <p:spPr>
          <a:xfrm>
            <a:off x="806450" y="1233488"/>
            <a:ext cx="7685088" cy="491013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Char char="▪"/>
            </a:pPr>
            <a:r>
              <a:rPr lang="en-US"/>
              <a:t>Improve performance by removing bottlenecks</a:t>
            </a:r>
            <a:endParaRPr lang="en-US"/>
          </a:p>
          <a:p>
            <a:pPr marL="342900" lvl="0" indent="-342900" algn="l" rtl="0">
              <a:spcBef>
                <a:spcPts val="630"/>
              </a:spcBef>
              <a:spcAft>
                <a:spcPts val="0"/>
              </a:spcAft>
              <a:buSzPts val="1980"/>
              <a:buChar char="▪"/>
            </a:pPr>
            <a:r>
              <a:rPr lang="en-US"/>
              <a:t>OS must provide means of computing and displaying measures of system behavior</a:t>
            </a:r>
            <a:endParaRPr>
              <a:solidFill>
                <a:srgbClr val="000000"/>
              </a:solidFill>
            </a:endParaRPr>
          </a:p>
          <a:p>
            <a:pPr marL="342900" lvl="0" indent="-342900" algn="l" rtl="0">
              <a:spcBef>
                <a:spcPts val="630"/>
              </a:spcBef>
              <a:spcAft>
                <a:spcPts val="0"/>
              </a:spcAft>
              <a:buSzPts val="1980"/>
              <a:buChar char="▪"/>
            </a:pPr>
            <a:r>
              <a:rPr lang="en-US">
                <a:solidFill>
                  <a:srgbClr val="000000"/>
                </a:solidFill>
              </a:rPr>
              <a:t>For example, “top” program or Windows Task Manager</a:t>
            </a:r>
            <a:endParaRPr lang="en-US">
              <a:solidFill>
                <a:srgbClr val="000000"/>
              </a:solidFill>
            </a:endParaRPr>
          </a:p>
        </p:txBody>
      </p:sp>
      <p:pic>
        <p:nvPicPr>
          <p:cNvPr id="454" name="Google Shape;454;p56"/>
          <p:cNvPicPr preferRelativeResize="0"/>
          <p:nvPr/>
        </p:nvPicPr>
        <p:blipFill rotWithShape="1">
          <a:blip r:embed="rId1"/>
          <a:srcRect/>
          <a:stretch>
            <a:fillRect/>
          </a:stretch>
        </p:blipFill>
        <p:spPr>
          <a:xfrm>
            <a:off x="1141413" y="2720975"/>
            <a:ext cx="6389687" cy="35941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459" name="Shape 459"/>
        <p:cNvGrpSpPr/>
        <p:nvPr/>
      </p:nvGrpSpPr>
      <p:grpSpPr>
        <a:xfrm>
          <a:off x="0" y="0"/>
          <a:ext cx="0" cy="0"/>
          <a:chOff x="0" y="0"/>
          <a:chExt cx="0" cy="0"/>
        </a:xfrm>
      </p:grpSpPr>
      <p:sp>
        <p:nvSpPr>
          <p:cNvPr id="460" name="Google Shape;460;p57"/>
          <p:cNvSpPr txBox="1"/>
          <p:nvPr>
            <p:ph type="title"/>
          </p:nvPr>
        </p:nvSpPr>
        <p:spPr>
          <a:xfrm>
            <a:off x="800100" y="220663"/>
            <a:ext cx="7720013"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Tracing</a:t>
            </a:r>
            <a:endParaRPr lang="en-US"/>
          </a:p>
        </p:txBody>
      </p:sp>
      <p:sp>
        <p:nvSpPr>
          <p:cNvPr id="461" name="Google Shape;461;p57"/>
          <p:cNvSpPr txBox="1"/>
          <p:nvPr/>
        </p:nvSpPr>
        <p:spPr>
          <a:xfrm>
            <a:off x="806451" y="1095605"/>
            <a:ext cx="6341836" cy="4789941"/>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rgbClr val="993300"/>
              </a:buClr>
              <a:buSzPts val="1980"/>
              <a:buFont typeface="Noto Sans Symbols"/>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Collects data for a specific event, such as steps involved in a system call invocation</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285750" marR="0" lvl="0" indent="-285750" algn="l" rtl="0">
              <a:spcBef>
                <a:spcPts val="630"/>
              </a:spcBef>
              <a:spcAft>
                <a:spcPts val="0"/>
              </a:spcAft>
              <a:buClr>
                <a:srgbClr val="993300"/>
              </a:buClr>
              <a:buSzPts val="1980"/>
              <a:buFont typeface="Noto Sans Symbols"/>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Tools include</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742950" marR="0" lvl="1" indent="-285750" algn="l" rtl="0">
              <a:spcBef>
                <a:spcPts val="630"/>
              </a:spcBef>
              <a:spcAft>
                <a:spcPts val="0"/>
              </a:spcAft>
              <a:buClr>
                <a:srgbClr val="CC6600"/>
              </a:buClr>
              <a:buSzPts val="1980"/>
              <a:buFont typeface="Arial" panose="020B0604020202020204"/>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strace – trace system calls invoked by a process</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742950" marR="0" lvl="1" indent="-285750" algn="l" rtl="0">
              <a:spcBef>
                <a:spcPts val="630"/>
              </a:spcBef>
              <a:spcAft>
                <a:spcPts val="0"/>
              </a:spcAft>
              <a:buClr>
                <a:srgbClr val="CC6600"/>
              </a:buClr>
              <a:buSzPts val="1980"/>
              <a:buFont typeface="Arial" panose="020B0604020202020204"/>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gdb – source-level debugger</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742950" marR="0" lvl="1" indent="-285750" algn="l" rtl="0">
              <a:spcBef>
                <a:spcPts val="630"/>
              </a:spcBef>
              <a:spcAft>
                <a:spcPts val="0"/>
              </a:spcAft>
              <a:buClr>
                <a:srgbClr val="CC6600"/>
              </a:buClr>
              <a:buSzPts val="1980"/>
              <a:buFont typeface="Arial" panose="020B0604020202020204"/>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perf – collection of Linux performance tools</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742950" marR="0" lvl="1" indent="-285750" algn="l" rtl="0">
              <a:spcBef>
                <a:spcPts val="630"/>
              </a:spcBef>
              <a:spcAft>
                <a:spcPts val="0"/>
              </a:spcAft>
              <a:buClr>
                <a:srgbClr val="CC6600"/>
              </a:buClr>
              <a:buSzPts val="1980"/>
              <a:buFont typeface="Arial" panose="020B0604020202020204"/>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tcpdump – collects network packets</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466" name="Shape 466"/>
        <p:cNvGrpSpPr/>
        <p:nvPr/>
      </p:nvGrpSpPr>
      <p:grpSpPr>
        <a:xfrm>
          <a:off x="0" y="0"/>
          <a:ext cx="0" cy="0"/>
          <a:chOff x="0" y="0"/>
          <a:chExt cx="0" cy="0"/>
        </a:xfrm>
      </p:grpSpPr>
      <p:sp>
        <p:nvSpPr>
          <p:cNvPr id="467" name="Google Shape;467;p58"/>
          <p:cNvSpPr txBox="1"/>
          <p:nvPr>
            <p:ph type="title"/>
          </p:nvPr>
        </p:nvSpPr>
        <p:spPr>
          <a:xfrm>
            <a:off x="800100" y="220663"/>
            <a:ext cx="77724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BCC</a:t>
            </a:r>
            <a:endParaRPr lang="en-US"/>
          </a:p>
        </p:txBody>
      </p:sp>
      <p:sp>
        <p:nvSpPr>
          <p:cNvPr id="468" name="Google Shape;468;p58"/>
          <p:cNvSpPr txBox="1"/>
          <p:nvPr/>
        </p:nvSpPr>
        <p:spPr>
          <a:xfrm>
            <a:off x="806450" y="1233488"/>
            <a:ext cx="7766050" cy="4910137"/>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993300"/>
              </a:buClr>
              <a:buSzPts val="1980"/>
              <a:buFont typeface="Noto Sans Symbols"/>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Debugging interactions between user-level and kernel code nearly impossible without toolset that understands both and an instrument their actions</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342900" marR="0" lvl="0" indent="-342900" algn="l" rtl="0">
              <a:spcBef>
                <a:spcPts val="630"/>
              </a:spcBef>
              <a:spcAft>
                <a:spcPts val="0"/>
              </a:spcAft>
              <a:buClr>
                <a:srgbClr val="993300"/>
              </a:buClr>
              <a:buSzPts val="1980"/>
              <a:buFont typeface="Noto Sans Symbols"/>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BCC (BPF Compiler Collection) is a rich toolkit providing tracing features for Linux</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742950" marR="0" lvl="1" indent="-285750" algn="l" rtl="0">
              <a:spcBef>
                <a:spcPts val="630"/>
              </a:spcBef>
              <a:spcAft>
                <a:spcPts val="0"/>
              </a:spcAft>
              <a:buClr>
                <a:srgbClr val="CC6600"/>
              </a:buClr>
              <a:buSzPts val="1980"/>
              <a:buFont typeface="Arial" panose="020B0604020202020204"/>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See also the original DTrace</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342900" marR="0" lvl="0" indent="-342900" algn="l" rtl="0">
              <a:spcBef>
                <a:spcPts val="630"/>
              </a:spcBef>
              <a:spcAft>
                <a:spcPts val="0"/>
              </a:spcAft>
              <a:buClr>
                <a:srgbClr val="993300"/>
              </a:buClr>
              <a:buSzPts val="1980"/>
              <a:buFont typeface="Noto Sans Symbols"/>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For example, disksnoop.py traces disk I/O activity</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342900" marR="0" lvl="0" indent="-217170" algn="l" rtl="0">
              <a:spcBef>
                <a:spcPts val="630"/>
              </a:spcBef>
              <a:spcAft>
                <a:spcPts val="0"/>
              </a:spcAft>
              <a:buClr>
                <a:srgbClr val="993300"/>
              </a:buClr>
              <a:buSzPts val="1980"/>
              <a:buFont typeface="Noto Sans Symbols"/>
              <a:buNone/>
            </a:pPr>
            <a:endParaRPr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342900" marR="0" lvl="0" indent="-217170" algn="l" rtl="0">
              <a:spcBef>
                <a:spcPts val="630"/>
              </a:spcBef>
              <a:spcAft>
                <a:spcPts val="0"/>
              </a:spcAft>
              <a:buClr>
                <a:srgbClr val="993300"/>
              </a:buClr>
              <a:buSzPts val="1980"/>
              <a:buFont typeface="Noto Sans Symbols"/>
              <a:buNone/>
            </a:pPr>
            <a:endParaRPr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342900" marR="0" lvl="0" indent="-217170" algn="l" rtl="0">
              <a:spcBef>
                <a:spcPts val="630"/>
              </a:spcBef>
              <a:spcAft>
                <a:spcPts val="0"/>
              </a:spcAft>
              <a:buClr>
                <a:srgbClr val="993300"/>
              </a:buClr>
              <a:buSzPts val="1980"/>
              <a:buFont typeface="Noto Sans Symbols"/>
              <a:buNone/>
            </a:pPr>
            <a:endParaRPr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342900" marR="0" lvl="0" indent="-217170" algn="l" rtl="0">
              <a:spcBef>
                <a:spcPts val="630"/>
              </a:spcBef>
              <a:spcAft>
                <a:spcPts val="0"/>
              </a:spcAft>
              <a:buClr>
                <a:srgbClr val="993300"/>
              </a:buClr>
              <a:buSzPts val="1980"/>
              <a:buFont typeface="Noto Sans Symbols"/>
              <a:buNone/>
            </a:pPr>
            <a:endParaRPr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a:p>
            <a:pPr marL="342900" marR="0" lvl="0" indent="-342900" algn="l" rtl="0">
              <a:spcBef>
                <a:spcPts val="630"/>
              </a:spcBef>
              <a:spcAft>
                <a:spcPts val="0"/>
              </a:spcAft>
              <a:buClr>
                <a:srgbClr val="993300"/>
              </a:buClr>
              <a:buSzPts val="1980"/>
              <a:buFont typeface="Noto Sans Symbols"/>
              <a:buChar char="▪"/>
            </a:pPr>
            <a:r>
              <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rPr>
              <a:t>Many other tools (next slide)</a:t>
            </a:r>
            <a:endParaRPr lang="en-US" sz="1800" b="0" i="0" u="none" strike="noStrike" cap="none">
              <a:solidFill>
                <a:srgbClr val="000000"/>
              </a:solidFill>
              <a:latin typeface="Helvetica Neue" panose="020B0403020202020204"/>
              <a:ea typeface="Helvetica Neue" panose="020B0403020202020204"/>
              <a:cs typeface="Helvetica Neue" panose="020B0403020202020204"/>
              <a:sym typeface="Helvetica Neue" panose="020B0403020202020204"/>
            </a:endParaRPr>
          </a:p>
        </p:txBody>
      </p:sp>
      <p:pic>
        <p:nvPicPr>
          <p:cNvPr id="469" name="Google Shape;469;p58"/>
          <p:cNvPicPr preferRelativeResize="0"/>
          <p:nvPr/>
        </p:nvPicPr>
        <p:blipFill rotWithShape="1">
          <a:blip r:embed="rId1"/>
          <a:srcRect/>
          <a:stretch>
            <a:fillRect/>
          </a:stretch>
        </p:blipFill>
        <p:spPr>
          <a:xfrm>
            <a:off x="1628775" y="3549650"/>
            <a:ext cx="4953000" cy="12954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474" name="Shape 474"/>
        <p:cNvGrpSpPr/>
        <p:nvPr/>
      </p:nvGrpSpPr>
      <p:grpSpPr>
        <a:xfrm>
          <a:off x="0" y="0"/>
          <a:ext cx="0" cy="0"/>
          <a:chOff x="0" y="0"/>
          <a:chExt cx="0" cy="0"/>
        </a:xfrm>
      </p:grpSpPr>
      <p:sp>
        <p:nvSpPr>
          <p:cNvPr id="475" name="Google Shape;475;p59"/>
          <p:cNvSpPr txBox="1"/>
          <p:nvPr>
            <p:ph type="title"/>
          </p:nvPr>
        </p:nvSpPr>
        <p:spPr>
          <a:xfrm>
            <a:off x="800100" y="220663"/>
            <a:ext cx="769143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Linux bcc/BPF Tracing Tools</a:t>
            </a:r>
            <a:endParaRPr lang="en-US"/>
          </a:p>
        </p:txBody>
      </p:sp>
      <p:pic>
        <p:nvPicPr>
          <p:cNvPr id="476" name="Google Shape;476;p59"/>
          <p:cNvPicPr preferRelativeResize="0"/>
          <p:nvPr/>
        </p:nvPicPr>
        <p:blipFill rotWithShape="1">
          <a:blip r:embed="rId1"/>
          <a:srcRect/>
          <a:stretch>
            <a:fillRect/>
          </a:stretch>
        </p:blipFill>
        <p:spPr>
          <a:xfrm>
            <a:off x="704850" y="914400"/>
            <a:ext cx="7531100" cy="52705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481" name="Shape 481"/>
        <p:cNvGrpSpPr/>
        <p:nvPr/>
      </p:nvGrpSpPr>
      <p:grpSpPr>
        <a:xfrm>
          <a:off x="0" y="0"/>
          <a:ext cx="0" cy="0"/>
          <a:chOff x="0" y="0"/>
          <a:chExt cx="0" cy="0"/>
        </a:xfrm>
      </p:grpSpPr>
      <p:sp>
        <p:nvSpPr>
          <p:cNvPr id="482" name="Google Shape;482;p60"/>
          <p:cNvSpPr txBox="1"/>
          <p:nvPr>
            <p:ph type="ctrTitle"/>
          </p:nvPr>
        </p:nvSpPr>
        <p:spPr>
          <a:xfrm>
            <a:off x="685800" y="685800"/>
            <a:ext cx="7772400" cy="212725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End of Chapter 2</a:t>
            </a:r>
            <a:endParaRPr lang="en-US"/>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19561</Words>
  <Application>WPS Presentation</Application>
  <PresentationFormat/>
  <Paragraphs>514</Paragraphs>
  <Slides>60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60</vt:i4>
      </vt:variant>
    </vt:vector>
  </HeadingPairs>
  <TitlesOfParts>
    <vt:vector size="75" baseType="lpstr">
      <vt:lpstr>Arial</vt:lpstr>
      <vt:lpstr>SimSun</vt:lpstr>
      <vt:lpstr>Wingdings</vt:lpstr>
      <vt:lpstr>Arial</vt:lpstr>
      <vt:lpstr>Noto Sans Symbols</vt:lpstr>
      <vt:lpstr>Siyam Rupali</vt:lpstr>
      <vt:lpstr>Helvetica Neue</vt:lpstr>
      <vt:lpstr>Arimo</vt:lpstr>
      <vt:lpstr>Times New Roman</vt:lpstr>
      <vt:lpstr>Verdana</vt:lpstr>
      <vt:lpstr>Calibri</vt:lpstr>
      <vt:lpstr>Microsoft YaHei</vt:lpstr>
      <vt:lpstr>Arial Unicode MS</vt:lpstr>
      <vt:lpstr>Courier New</vt:lpstr>
      <vt:lpstr>os-8</vt:lpstr>
      <vt:lpstr>Chapter 2:  Operating-System Services</vt:lpstr>
      <vt:lpstr>Outline</vt:lpstr>
      <vt:lpstr>Objectives</vt:lpstr>
      <vt:lpstr>Operating System Services</vt:lpstr>
      <vt:lpstr>Operating System Services (Cont.)</vt:lpstr>
      <vt:lpstr>Operating System Services (Cont.)</vt:lpstr>
      <vt:lpstr>A View of Operating System Services</vt:lpstr>
      <vt:lpstr>Command Line interpreter </vt:lpstr>
      <vt:lpstr>Bourne Shell Command Interpreter</vt:lpstr>
      <vt:lpstr>User Operating System Interface - GUI</vt:lpstr>
      <vt:lpstr>Touchscreen Interfaces</vt:lpstr>
      <vt:lpstr>The Mac OS X GUI</vt:lpstr>
      <vt:lpstr>System Calls</vt:lpstr>
      <vt:lpstr>Example of System Calls</vt:lpstr>
      <vt:lpstr>Example of Standard API</vt:lpstr>
      <vt:lpstr>System Call Implementation</vt:lpstr>
      <vt:lpstr>API – System Call – OS Relationship</vt:lpstr>
      <vt:lpstr>System Call Parameter Passing</vt:lpstr>
      <vt:lpstr>Parameter Passing via Table</vt:lpstr>
      <vt:lpstr>Types of System Calls</vt:lpstr>
      <vt:lpstr>Types of System Calls (Cont.)</vt:lpstr>
      <vt:lpstr>Types of System Calls (Cont.)</vt:lpstr>
      <vt:lpstr>Types of System Calls (Cont.)</vt:lpstr>
      <vt:lpstr>Examples of Windows and Unix System Calls</vt:lpstr>
      <vt:lpstr>Standard C Library Example</vt:lpstr>
      <vt:lpstr>Example: Arduino</vt:lpstr>
      <vt:lpstr>Example: FreeBSD</vt:lpstr>
      <vt:lpstr>System Services</vt:lpstr>
      <vt:lpstr>System Services (Cont.)</vt:lpstr>
      <vt:lpstr>System Services (Cont.)</vt:lpstr>
      <vt:lpstr>System Services (Cont.)</vt:lpstr>
      <vt:lpstr>Linkers and Loaders</vt:lpstr>
      <vt:lpstr>The Role of the Linker and Loader</vt:lpstr>
      <vt:lpstr>Why Applications are Operating System Specific</vt:lpstr>
      <vt:lpstr>Design and Implementation</vt:lpstr>
      <vt:lpstr>Policy and Mechanism</vt:lpstr>
      <vt:lpstr>Implementation</vt:lpstr>
      <vt:lpstr>Operating System Structure</vt:lpstr>
      <vt:lpstr>Monolithic Structure – Original UNIX</vt:lpstr>
      <vt:lpstr>Traditional UNIX System Structure</vt:lpstr>
      <vt:lpstr>Linux System Structure</vt:lpstr>
      <vt:lpstr>Layered Approach</vt:lpstr>
      <vt:lpstr>Microkernels</vt:lpstr>
      <vt:lpstr>Microkernel System Structure </vt:lpstr>
      <vt:lpstr>Modules</vt:lpstr>
      <vt:lpstr>Hybrid Systems</vt:lpstr>
      <vt:lpstr>macOS and iOS Structure</vt:lpstr>
      <vt:lpstr>Darwin</vt:lpstr>
      <vt:lpstr>iOS</vt:lpstr>
      <vt:lpstr>Android</vt:lpstr>
      <vt:lpstr>Android Architecture</vt:lpstr>
      <vt:lpstr>Building and Booting an Operating System</vt:lpstr>
      <vt:lpstr>Building and Booting Linux</vt:lpstr>
      <vt:lpstr>System Boot</vt:lpstr>
      <vt:lpstr>Operating-System Debugging</vt:lpstr>
      <vt:lpstr>Performance Tuning</vt:lpstr>
      <vt:lpstr>Tracing</vt:lpstr>
      <vt:lpstr>BCC</vt:lpstr>
      <vt:lpstr>Linux bcc/BPF Tracing Tools</vt:lpstr>
      <vt:lpstr>End of Chapter 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Operating-System Services</dc:title>
  <dc:creator>Lucent End User</dc:creator>
  <cp:lastModifiedBy>prose</cp:lastModifiedBy>
  <cp:revision>1</cp:revision>
  <dcterms:created xsi:type="dcterms:W3CDTF">2026-02-21T06:13:54Z</dcterms:created>
  <dcterms:modified xsi:type="dcterms:W3CDTF">2026-02-21T06:13:55Z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F23D1281B50747769C21C67C044AD525_12</vt:lpwstr>
  </property>
  <property fmtid="{D5CDD505-2E9C-101B-9397-08002B2CF9AE}" pid="3" name="KSOProductBuildVer">
    <vt:lpwstr>1033-12.2.0.20323</vt:lpwstr>
  </property>
</Properties>
</file>