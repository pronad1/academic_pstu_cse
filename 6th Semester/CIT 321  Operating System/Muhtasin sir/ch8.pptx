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Lst>
  <p:sldSz cx="9144000" cy="6858000"/>
  <p:notesSz cx="7086600" cy="9372600"/>
  <p:embeddedFontLst>
    <p:embeddedFont>
      <p:font typeface="Helvetica Neue" panose="020B0604020202020204"/>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816" userDrawn="1">
          <p15:clr>
            <a:srgbClr val="A4A3A4"/>
          </p15:clr>
        </p15:guide>
        <p15:guide id="2" pos="4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816"/>
        <p:guide pos="44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3" Type="http://schemas.openxmlformats.org/officeDocument/2006/relationships/font" Target="fonts/font4.fntdata"/><Relationship Id="rId52" Type="http://schemas.openxmlformats.org/officeDocument/2006/relationships/font" Target="fonts/font3.fntdata"/><Relationship Id="rId51" Type="http://schemas.openxmlformats.org/officeDocument/2006/relationships/font" Target="fonts/font2.fntdata"/><Relationship Id="rId50" Type="http://schemas.openxmlformats.org/officeDocument/2006/relationships/font" Target="fonts/font1.fntdata"/><Relationship Id="rId5" Type="http://schemas.openxmlformats.org/officeDocument/2006/relationships/slide" Target="slides/slide2.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txBox="1"/>
          <p:nvPr>
            <p:ph type="hdr" idx="2"/>
          </p:nvPr>
        </p:nvSpPr>
        <p:spPr>
          <a:xfrm>
            <a:off x="0" y="0"/>
            <a:ext cx="3070225" cy="466725"/>
          </a:xfrm>
          <a:prstGeom prst="rect">
            <a:avLst/>
          </a:prstGeom>
          <a:noFill/>
          <a:ln>
            <a:noFill/>
          </a:ln>
        </p:spPr>
        <p:txBody>
          <a:bodyPr spcFirstLastPara="1" wrap="square" lIns="94025" tIns="47000" rIns="94025" bIns="47000" anchor="ctr" anchorCtr="0">
            <a:noAutofit/>
          </a:bodyPr>
          <a:lstStyle>
            <a:lvl1pPr marR="0" lvl="0" algn="l" rtl="0">
              <a:spcBef>
                <a:spcPts val="0"/>
              </a:spcBef>
              <a:spcAft>
                <a:spcPts val="0"/>
              </a:spcAft>
              <a:buSzPts val="1400"/>
              <a:buNone/>
              <a:def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R="0" lvl="2"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R="0" lvl="3"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R="0" lvl="4"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R="0" lvl="5"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6pPr>
            <a:lvl7pPr marR="0" lvl="6"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7pPr>
            <a:lvl8pPr marR="0" lvl="7"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8pPr>
            <a:lvl9pPr marR="0" lvl="8"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9pPr>
          </a:lstStyle>
          <a:p/>
        </p:txBody>
      </p:sp>
      <p:sp>
        <p:nvSpPr>
          <p:cNvPr id="4" name="Google Shape;4;n"/>
          <p:cNvSpPr txBox="1"/>
          <p:nvPr>
            <p:ph type="dt" idx="10"/>
          </p:nvPr>
        </p:nvSpPr>
        <p:spPr>
          <a:xfrm>
            <a:off x="4016375" y="0"/>
            <a:ext cx="3070225" cy="466725"/>
          </a:xfrm>
          <a:prstGeom prst="rect">
            <a:avLst/>
          </a:prstGeom>
          <a:noFill/>
          <a:ln>
            <a:noFill/>
          </a:ln>
        </p:spPr>
        <p:txBody>
          <a:bodyPr spcFirstLastPara="1" wrap="square" lIns="94025" tIns="47000" rIns="94025" bIns="47000" anchor="ctr" anchorCtr="0">
            <a:noAutofit/>
          </a:bodyPr>
          <a:lstStyle>
            <a:lvl1pPr marR="0" lvl="0" algn="r" rtl="0">
              <a:spcBef>
                <a:spcPts val="0"/>
              </a:spcBef>
              <a:spcAft>
                <a:spcPts val="0"/>
              </a:spcAft>
              <a:buSzPts val="1400"/>
              <a:buNone/>
              <a:def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R="0" lvl="2"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R="0" lvl="3"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R="0" lvl="4"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R="0" lvl="5"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6pPr>
            <a:lvl7pPr marR="0" lvl="6"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7pPr>
            <a:lvl8pPr marR="0" lvl="7"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8pPr>
            <a:lvl9pPr marR="0" lvl="8"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9pPr>
          </a:lstStyle>
          <a:p/>
        </p:txBody>
      </p:sp>
      <p:sp>
        <p:nvSpPr>
          <p:cNvPr id="5" name="Google Shape;5;n"/>
          <p:cNvSpPr/>
          <p:nvPr>
            <p:ph type="sldImg" idx="3"/>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6" name="Google Shape;6;n"/>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L="914400" marR="0" lvl="1" indent="-228600" algn="l" rtl="0">
              <a:spcBef>
                <a:spcPts val="360"/>
              </a:spcBef>
              <a:spcAft>
                <a:spcPts val="0"/>
              </a:spcAft>
              <a:buSzPts val="1400"/>
              <a:buNone/>
              <a:def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2pPr>
            <a:lvl3pPr marL="1371600" marR="0" lvl="2" indent="-228600" algn="l" rtl="0">
              <a:spcBef>
                <a:spcPts val="360"/>
              </a:spcBef>
              <a:spcAft>
                <a:spcPts val="0"/>
              </a:spcAft>
              <a:buSzPts val="1400"/>
              <a:buNone/>
              <a:def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3pPr>
            <a:lvl4pPr marL="1828800" marR="0" lvl="3" indent="-228600" algn="l" rtl="0">
              <a:spcBef>
                <a:spcPts val="360"/>
              </a:spcBef>
              <a:spcAft>
                <a:spcPts val="0"/>
              </a:spcAft>
              <a:buSzPts val="1400"/>
              <a:buNone/>
              <a:def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4pPr>
            <a:lvl5pPr marL="2286000" marR="0" lvl="4" indent="-228600" algn="l" rtl="0">
              <a:spcBef>
                <a:spcPts val="360"/>
              </a:spcBef>
              <a:spcAft>
                <a:spcPts val="0"/>
              </a:spcAft>
              <a:buSzPts val="1400"/>
              <a:buNone/>
              <a:def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p:nvPr>
            <p:ph type="ftr" idx="11"/>
          </p:nvPr>
        </p:nvSpPr>
        <p:spPr>
          <a:xfrm>
            <a:off x="0" y="8905875"/>
            <a:ext cx="3070225" cy="466725"/>
          </a:xfrm>
          <a:prstGeom prst="rect">
            <a:avLst/>
          </a:prstGeom>
          <a:noFill/>
          <a:ln>
            <a:noFill/>
          </a:ln>
        </p:spPr>
        <p:txBody>
          <a:bodyPr spcFirstLastPara="1" wrap="square" lIns="94025" tIns="47000" rIns="94025" bIns="47000" anchor="b" anchorCtr="0">
            <a:noAutofit/>
          </a:bodyPr>
          <a:lstStyle>
            <a:lvl1pPr marR="0" lvl="0" algn="l" rtl="0">
              <a:spcBef>
                <a:spcPts val="0"/>
              </a:spcBef>
              <a:spcAft>
                <a:spcPts val="0"/>
              </a:spcAft>
              <a:buSzPts val="1400"/>
              <a:buNone/>
              <a:def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R="0" lvl="2"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R="0" lvl="3"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R="0" lvl="4"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R="0" lvl="5"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6pPr>
            <a:lvl7pPr marR="0" lvl="6"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7pPr>
            <a:lvl8pPr marR="0" lvl="7"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8pPr>
            <a:lvl9pPr marR="0" lvl="8"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9pPr>
          </a:lstStyle>
          <a:p/>
        </p:txBody>
      </p:sp>
      <p:sp>
        <p:nvSpPr>
          <p:cNvPr id="8" name="Google Shape;8;n"/>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 name="Shape 64"/>
        <p:cNvGrpSpPr/>
        <p:nvPr/>
      </p:nvGrpSpPr>
      <p:grpSpPr>
        <a:xfrm>
          <a:off x="0" y="0"/>
          <a:ext cx="0" cy="0"/>
          <a:chOff x="0" y="0"/>
          <a:chExt cx="0" cy="0"/>
        </a:xfrm>
      </p:grpSpPr>
      <p:sp>
        <p:nvSpPr>
          <p:cNvPr id="65" name="Google Shape;65;p1: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66" name="Google Shape;66;p1: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 name="Google Shape;67;p1: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70" name="Shape 70"/>
        <p:cNvGrpSpPr/>
        <p:nvPr/>
      </p:nvGrpSpPr>
      <p:grpSpPr>
        <a:xfrm>
          <a:off x="0" y="0"/>
          <a:ext cx="0" cy="0"/>
          <a:chOff x="0" y="0"/>
          <a:chExt cx="0" cy="0"/>
        </a:xfrm>
      </p:grpSpPr>
      <p:sp>
        <p:nvSpPr>
          <p:cNvPr id="71" name="Google Shape;71;p2: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2" name="Google Shape;72;p2: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 name="Google Shape;73;p2: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77" name="Shape 77"/>
        <p:cNvGrpSpPr/>
        <p:nvPr/>
      </p:nvGrpSpPr>
      <p:grpSpPr>
        <a:xfrm>
          <a:off x="0" y="0"/>
          <a:ext cx="0" cy="0"/>
          <a:chOff x="0" y="0"/>
          <a:chExt cx="0" cy="0"/>
        </a:xfrm>
      </p:grpSpPr>
      <p:sp>
        <p:nvSpPr>
          <p:cNvPr id="78" name="Google Shape;78;p3: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9" name="Google Shape;79;p3: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0" name="Google Shape;80;p3: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84" name="Shape 84"/>
        <p:cNvGrpSpPr/>
        <p:nvPr/>
      </p:nvGrpSpPr>
      <p:grpSpPr>
        <a:xfrm>
          <a:off x="0" y="0"/>
          <a:ext cx="0" cy="0"/>
          <a:chOff x="0" y="0"/>
          <a:chExt cx="0" cy="0"/>
        </a:xfrm>
      </p:grpSpPr>
      <p:sp>
        <p:nvSpPr>
          <p:cNvPr id="85" name="Google Shape;85;p4: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86" name="Google Shape;86;p4: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7" name="Google Shape;87;p4: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91" name="Shape 91"/>
        <p:cNvGrpSpPr/>
        <p:nvPr/>
      </p:nvGrpSpPr>
      <p:grpSpPr>
        <a:xfrm>
          <a:off x="0" y="0"/>
          <a:ext cx="0" cy="0"/>
          <a:chOff x="0" y="0"/>
          <a:chExt cx="0" cy="0"/>
        </a:xfrm>
      </p:grpSpPr>
      <p:sp>
        <p:nvSpPr>
          <p:cNvPr id="92" name="Google Shape;92;p5: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3" name="Google Shape;93;p5: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4" name="Google Shape;94;p5: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6: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0" name="Google Shape;100;p6: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1" name="Google Shape;101;p6: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6" name="Shape 106"/>
        <p:cNvGrpSpPr/>
        <p:nvPr/>
      </p:nvGrpSpPr>
      <p:grpSpPr>
        <a:xfrm>
          <a:off x="0" y="0"/>
          <a:ext cx="0" cy="0"/>
          <a:chOff x="0" y="0"/>
          <a:chExt cx="0" cy="0"/>
        </a:xfrm>
      </p:grpSpPr>
      <p:sp>
        <p:nvSpPr>
          <p:cNvPr id="107" name="Google Shape;107;p7: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8" name="Google Shape;108;p7: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9" name="Google Shape;109;p7: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4" name="Shape 114"/>
        <p:cNvGrpSpPr/>
        <p:nvPr/>
      </p:nvGrpSpPr>
      <p:grpSpPr>
        <a:xfrm>
          <a:off x="0" y="0"/>
          <a:ext cx="0" cy="0"/>
          <a:chOff x="0" y="0"/>
          <a:chExt cx="0" cy="0"/>
        </a:xfrm>
      </p:grpSpPr>
      <p:sp>
        <p:nvSpPr>
          <p:cNvPr id="115" name="Google Shape;115;p8:notes"/>
          <p:cNvSpPr txBox="1"/>
          <p:nvPr>
            <p:ph type="body" idx="1"/>
          </p:nvPr>
        </p:nvSpPr>
        <p:spPr>
          <a:xfrm>
            <a:off x="944563" y="4452938"/>
            <a:ext cx="5197475" cy="4214812"/>
          </a:xfrm>
          <a:prstGeom prst="rect">
            <a:avLst/>
          </a:prstGeom>
        </p:spPr>
        <p:txBody>
          <a:bodyPr spcFirstLastPara="1" wrap="square" lIns="94025" tIns="47000" rIns="94025" bIns="47000" anchor="ctr" anchorCtr="0">
            <a:noAutofit/>
          </a:bodyPr>
          <a:lstStyle/>
          <a:p>
            <a:pPr marL="0" lvl="0" indent="0" algn="l" rtl="0">
              <a:spcBef>
                <a:spcPts val="360"/>
              </a:spcBef>
              <a:spcAft>
                <a:spcPts val="0"/>
              </a:spcAft>
              <a:buNone/>
            </a:pPr>
          </a:p>
        </p:txBody>
      </p:sp>
      <p:sp>
        <p:nvSpPr>
          <p:cNvPr id="116" name="Google Shape;116;p8: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1" name="Shape 121"/>
        <p:cNvGrpSpPr/>
        <p:nvPr/>
      </p:nvGrpSpPr>
      <p:grpSpPr>
        <a:xfrm>
          <a:off x="0" y="0"/>
          <a:ext cx="0" cy="0"/>
          <a:chOff x="0" y="0"/>
          <a:chExt cx="0" cy="0"/>
        </a:xfrm>
      </p:grpSpPr>
      <p:sp>
        <p:nvSpPr>
          <p:cNvPr id="122" name="Google Shape;122;p9: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3" name="Google Shape;123;p9: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4" name="Google Shape;124;p9: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8" name="Shape 128"/>
        <p:cNvGrpSpPr/>
        <p:nvPr/>
      </p:nvGrpSpPr>
      <p:grpSpPr>
        <a:xfrm>
          <a:off x="0" y="0"/>
          <a:ext cx="0" cy="0"/>
          <a:chOff x="0" y="0"/>
          <a:chExt cx="0" cy="0"/>
        </a:xfrm>
      </p:grpSpPr>
      <p:sp>
        <p:nvSpPr>
          <p:cNvPr id="129" name="Google Shape;129;p10: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0" name="Google Shape;130;p10: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1" name="Google Shape;131;p10: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5" name="Shape 135"/>
        <p:cNvGrpSpPr/>
        <p:nvPr/>
      </p:nvGrpSpPr>
      <p:grpSpPr>
        <a:xfrm>
          <a:off x="0" y="0"/>
          <a:ext cx="0" cy="0"/>
          <a:chOff x="0" y="0"/>
          <a:chExt cx="0" cy="0"/>
        </a:xfrm>
      </p:grpSpPr>
      <p:sp>
        <p:nvSpPr>
          <p:cNvPr id="136" name="Google Shape;136;p11: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37" name="Google Shape;137;p11: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8" name="Google Shape;138;p11: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2" name="Shape 142"/>
        <p:cNvGrpSpPr/>
        <p:nvPr/>
      </p:nvGrpSpPr>
      <p:grpSpPr>
        <a:xfrm>
          <a:off x="0" y="0"/>
          <a:ext cx="0" cy="0"/>
          <a:chOff x="0" y="0"/>
          <a:chExt cx="0" cy="0"/>
        </a:xfrm>
      </p:grpSpPr>
      <p:sp>
        <p:nvSpPr>
          <p:cNvPr id="143" name="Google Shape;143;p12: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4" name="Google Shape;144;p12: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5" name="Google Shape;145;p12: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9" name="Shape 149"/>
        <p:cNvGrpSpPr/>
        <p:nvPr/>
      </p:nvGrpSpPr>
      <p:grpSpPr>
        <a:xfrm>
          <a:off x="0" y="0"/>
          <a:ext cx="0" cy="0"/>
          <a:chOff x="0" y="0"/>
          <a:chExt cx="0" cy="0"/>
        </a:xfrm>
      </p:grpSpPr>
      <p:sp>
        <p:nvSpPr>
          <p:cNvPr id="150" name="Google Shape;150;p13: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1" name="Google Shape;151;p13: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2" name="Google Shape;152;p13: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7" name="Shape 157"/>
        <p:cNvGrpSpPr/>
        <p:nvPr/>
      </p:nvGrpSpPr>
      <p:grpSpPr>
        <a:xfrm>
          <a:off x="0" y="0"/>
          <a:ext cx="0" cy="0"/>
          <a:chOff x="0" y="0"/>
          <a:chExt cx="0" cy="0"/>
        </a:xfrm>
      </p:grpSpPr>
      <p:sp>
        <p:nvSpPr>
          <p:cNvPr id="158" name="Google Shape;158;p14: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59" name="Google Shape;159;p14: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0" name="Google Shape;160;p14: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4" name="Shape 164"/>
        <p:cNvGrpSpPr/>
        <p:nvPr/>
      </p:nvGrpSpPr>
      <p:grpSpPr>
        <a:xfrm>
          <a:off x="0" y="0"/>
          <a:ext cx="0" cy="0"/>
          <a:chOff x="0" y="0"/>
          <a:chExt cx="0" cy="0"/>
        </a:xfrm>
      </p:grpSpPr>
      <p:sp>
        <p:nvSpPr>
          <p:cNvPr id="165" name="Google Shape;165;p15:notes"/>
          <p:cNvSpPr txBox="1"/>
          <p:nvPr>
            <p:ph type="body" idx="1"/>
          </p:nvPr>
        </p:nvSpPr>
        <p:spPr>
          <a:xfrm>
            <a:off x="944563" y="4452938"/>
            <a:ext cx="5197475" cy="4214812"/>
          </a:xfrm>
          <a:prstGeom prst="rect">
            <a:avLst/>
          </a:prstGeom>
        </p:spPr>
        <p:txBody>
          <a:bodyPr spcFirstLastPara="1" wrap="square" lIns="94025" tIns="47000" rIns="94025" bIns="47000" anchor="ctr" anchorCtr="0">
            <a:noAutofit/>
          </a:bodyPr>
          <a:lstStyle/>
          <a:p>
            <a:pPr marL="0" lvl="0" indent="0" algn="l" rtl="0">
              <a:spcBef>
                <a:spcPts val="360"/>
              </a:spcBef>
              <a:spcAft>
                <a:spcPts val="0"/>
              </a:spcAft>
              <a:buNone/>
            </a:pPr>
          </a:p>
        </p:txBody>
      </p:sp>
      <p:sp>
        <p:nvSpPr>
          <p:cNvPr id="166" name="Google Shape;166;p15: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2" name="Shape 172"/>
        <p:cNvGrpSpPr/>
        <p:nvPr/>
      </p:nvGrpSpPr>
      <p:grpSpPr>
        <a:xfrm>
          <a:off x="0" y="0"/>
          <a:ext cx="0" cy="0"/>
          <a:chOff x="0" y="0"/>
          <a:chExt cx="0" cy="0"/>
        </a:xfrm>
      </p:grpSpPr>
      <p:sp>
        <p:nvSpPr>
          <p:cNvPr id="173" name="Google Shape;173;p16: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4" name="Google Shape;174;p16: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5" name="Google Shape;175;p16: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0" name="Shape 180"/>
        <p:cNvGrpSpPr/>
        <p:nvPr/>
      </p:nvGrpSpPr>
      <p:grpSpPr>
        <a:xfrm>
          <a:off x="0" y="0"/>
          <a:ext cx="0" cy="0"/>
          <a:chOff x="0" y="0"/>
          <a:chExt cx="0" cy="0"/>
        </a:xfrm>
      </p:grpSpPr>
      <p:sp>
        <p:nvSpPr>
          <p:cNvPr id="181" name="Google Shape;181;p17: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2" name="Google Shape;182;p17: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3" name="Google Shape;183;p17: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7" name="Shape 187"/>
        <p:cNvGrpSpPr/>
        <p:nvPr/>
      </p:nvGrpSpPr>
      <p:grpSpPr>
        <a:xfrm>
          <a:off x="0" y="0"/>
          <a:ext cx="0" cy="0"/>
          <a:chOff x="0" y="0"/>
          <a:chExt cx="0" cy="0"/>
        </a:xfrm>
      </p:grpSpPr>
      <p:sp>
        <p:nvSpPr>
          <p:cNvPr id="188" name="Google Shape;188;p18: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89" name="Google Shape;189;p18: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0" name="Google Shape;190;p18: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4" name="Shape 194"/>
        <p:cNvGrpSpPr/>
        <p:nvPr/>
      </p:nvGrpSpPr>
      <p:grpSpPr>
        <a:xfrm>
          <a:off x="0" y="0"/>
          <a:ext cx="0" cy="0"/>
          <a:chOff x="0" y="0"/>
          <a:chExt cx="0" cy="0"/>
        </a:xfrm>
      </p:grpSpPr>
      <p:sp>
        <p:nvSpPr>
          <p:cNvPr id="195" name="Google Shape;195;p19: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96" name="Google Shape;196;p19: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7" name="Google Shape;197;p19: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1" name="Shape 201"/>
        <p:cNvGrpSpPr/>
        <p:nvPr/>
      </p:nvGrpSpPr>
      <p:grpSpPr>
        <a:xfrm>
          <a:off x="0" y="0"/>
          <a:ext cx="0" cy="0"/>
          <a:chOff x="0" y="0"/>
          <a:chExt cx="0" cy="0"/>
        </a:xfrm>
      </p:grpSpPr>
      <p:sp>
        <p:nvSpPr>
          <p:cNvPr id="202" name="Google Shape;202;p20: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3" name="Google Shape;203;p20: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4" name="Google Shape;204;p20: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8" name="Shape 208"/>
        <p:cNvGrpSpPr/>
        <p:nvPr/>
      </p:nvGrpSpPr>
      <p:grpSpPr>
        <a:xfrm>
          <a:off x="0" y="0"/>
          <a:ext cx="0" cy="0"/>
          <a:chOff x="0" y="0"/>
          <a:chExt cx="0" cy="0"/>
        </a:xfrm>
      </p:grpSpPr>
      <p:sp>
        <p:nvSpPr>
          <p:cNvPr id="209" name="Google Shape;209;p21: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0" name="Google Shape;210;p21: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1" name="Google Shape;211;p21: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5" name="Shape 215"/>
        <p:cNvGrpSpPr/>
        <p:nvPr/>
      </p:nvGrpSpPr>
      <p:grpSpPr>
        <a:xfrm>
          <a:off x="0" y="0"/>
          <a:ext cx="0" cy="0"/>
          <a:chOff x="0" y="0"/>
          <a:chExt cx="0" cy="0"/>
        </a:xfrm>
      </p:grpSpPr>
      <p:sp>
        <p:nvSpPr>
          <p:cNvPr id="216" name="Google Shape;216;p22: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7" name="Google Shape;217;p22: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 name="Google Shape;218;p22: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2" name="Shape 222"/>
        <p:cNvGrpSpPr/>
        <p:nvPr/>
      </p:nvGrpSpPr>
      <p:grpSpPr>
        <a:xfrm>
          <a:off x="0" y="0"/>
          <a:ext cx="0" cy="0"/>
          <a:chOff x="0" y="0"/>
          <a:chExt cx="0" cy="0"/>
        </a:xfrm>
      </p:grpSpPr>
      <p:sp>
        <p:nvSpPr>
          <p:cNvPr id="223" name="Google Shape;223;p23: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24" name="Google Shape;224;p23: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5" name="Google Shape;225;p23: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9" name="Shape 229"/>
        <p:cNvGrpSpPr/>
        <p:nvPr/>
      </p:nvGrpSpPr>
      <p:grpSpPr>
        <a:xfrm>
          <a:off x="0" y="0"/>
          <a:ext cx="0" cy="0"/>
          <a:chOff x="0" y="0"/>
          <a:chExt cx="0" cy="0"/>
        </a:xfrm>
      </p:grpSpPr>
      <p:sp>
        <p:nvSpPr>
          <p:cNvPr id="230" name="Google Shape;230;p24: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1" name="Google Shape;231;p24: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2" name="Google Shape;232;p24: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6" name="Shape 236"/>
        <p:cNvGrpSpPr/>
        <p:nvPr/>
      </p:nvGrpSpPr>
      <p:grpSpPr>
        <a:xfrm>
          <a:off x="0" y="0"/>
          <a:ext cx="0" cy="0"/>
          <a:chOff x="0" y="0"/>
          <a:chExt cx="0" cy="0"/>
        </a:xfrm>
      </p:grpSpPr>
      <p:sp>
        <p:nvSpPr>
          <p:cNvPr id="237" name="Google Shape;237;p25: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38" name="Google Shape;238;p25: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9" name="Google Shape;239;p25: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3" name="Shape 243"/>
        <p:cNvGrpSpPr/>
        <p:nvPr/>
      </p:nvGrpSpPr>
      <p:grpSpPr>
        <a:xfrm>
          <a:off x="0" y="0"/>
          <a:ext cx="0" cy="0"/>
          <a:chOff x="0" y="0"/>
          <a:chExt cx="0" cy="0"/>
        </a:xfrm>
      </p:grpSpPr>
      <p:sp>
        <p:nvSpPr>
          <p:cNvPr id="244" name="Google Shape;244;p26: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45" name="Google Shape;245;p26: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6" name="Google Shape;246;p26: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1" name="Shape 251"/>
        <p:cNvGrpSpPr/>
        <p:nvPr/>
      </p:nvGrpSpPr>
      <p:grpSpPr>
        <a:xfrm>
          <a:off x="0" y="0"/>
          <a:ext cx="0" cy="0"/>
          <a:chOff x="0" y="0"/>
          <a:chExt cx="0" cy="0"/>
        </a:xfrm>
      </p:grpSpPr>
      <p:sp>
        <p:nvSpPr>
          <p:cNvPr id="252" name="Google Shape;252;p27: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3" name="Google Shape;253;p27: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4" name="Google Shape;254;p27: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8" name="Shape 258"/>
        <p:cNvGrpSpPr/>
        <p:nvPr/>
      </p:nvGrpSpPr>
      <p:grpSpPr>
        <a:xfrm>
          <a:off x="0" y="0"/>
          <a:ext cx="0" cy="0"/>
          <a:chOff x="0" y="0"/>
          <a:chExt cx="0" cy="0"/>
        </a:xfrm>
      </p:grpSpPr>
      <p:sp>
        <p:nvSpPr>
          <p:cNvPr id="259" name="Google Shape;259;p28: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0" name="Google Shape;260;p28: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1" name="Google Shape;261;p28: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5" name="Shape 265"/>
        <p:cNvGrpSpPr/>
        <p:nvPr/>
      </p:nvGrpSpPr>
      <p:grpSpPr>
        <a:xfrm>
          <a:off x="0" y="0"/>
          <a:ext cx="0" cy="0"/>
          <a:chOff x="0" y="0"/>
          <a:chExt cx="0" cy="0"/>
        </a:xfrm>
      </p:grpSpPr>
      <p:sp>
        <p:nvSpPr>
          <p:cNvPr id="266" name="Google Shape;266;p29: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7" name="Google Shape;267;p29: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8" name="Google Shape;268;p29: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2" name="Shape 272"/>
        <p:cNvGrpSpPr/>
        <p:nvPr/>
      </p:nvGrpSpPr>
      <p:grpSpPr>
        <a:xfrm>
          <a:off x="0" y="0"/>
          <a:ext cx="0" cy="0"/>
          <a:chOff x="0" y="0"/>
          <a:chExt cx="0" cy="0"/>
        </a:xfrm>
      </p:grpSpPr>
      <p:sp>
        <p:nvSpPr>
          <p:cNvPr id="273" name="Google Shape;273;p30: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74" name="Google Shape;274;p30: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5" name="Google Shape;275;p30: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9" name="Shape 279"/>
        <p:cNvGrpSpPr/>
        <p:nvPr/>
      </p:nvGrpSpPr>
      <p:grpSpPr>
        <a:xfrm>
          <a:off x="0" y="0"/>
          <a:ext cx="0" cy="0"/>
          <a:chOff x="0" y="0"/>
          <a:chExt cx="0" cy="0"/>
        </a:xfrm>
      </p:grpSpPr>
      <p:sp>
        <p:nvSpPr>
          <p:cNvPr id="280" name="Google Shape;280;p31: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1" name="Google Shape;281;p31: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2" name="Google Shape;282;p31: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6" name="Shape 286"/>
        <p:cNvGrpSpPr/>
        <p:nvPr/>
      </p:nvGrpSpPr>
      <p:grpSpPr>
        <a:xfrm>
          <a:off x="0" y="0"/>
          <a:ext cx="0" cy="0"/>
          <a:chOff x="0" y="0"/>
          <a:chExt cx="0" cy="0"/>
        </a:xfrm>
      </p:grpSpPr>
      <p:sp>
        <p:nvSpPr>
          <p:cNvPr id="287" name="Google Shape;287;p32: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88" name="Google Shape;288;p32: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9" name="Google Shape;289;p32: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3" name="Shape 293"/>
        <p:cNvGrpSpPr/>
        <p:nvPr/>
      </p:nvGrpSpPr>
      <p:grpSpPr>
        <a:xfrm>
          <a:off x="0" y="0"/>
          <a:ext cx="0" cy="0"/>
          <a:chOff x="0" y="0"/>
          <a:chExt cx="0" cy="0"/>
        </a:xfrm>
      </p:grpSpPr>
      <p:sp>
        <p:nvSpPr>
          <p:cNvPr id="294" name="Google Shape;294;p33: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95" name="Google Shape;295;p33: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6" name="Google Shape;296;p33: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0" name="Shape 300"/>
        <p:cNvGrpSpPr/>
        <p:nvPr/>
      </p:nvGrpSpPr>
      <p:grpSpPr>
        <a:xfrm>
          <a:off x="0" y="0"/>
          <a:ext cx="0" cy="0"/>
          <a:chOff x="0" y="0"/>
          <a:chExt cx="0" cy="0"/>
        </a:xfrm>
      </p:grpSpPr>
      <p:sp>
        <p:nvSpPr>
          <p:cNvPr id="301" name="Google Shape;301;p34: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02" name="Google Shape;302;p34: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3" name="Google Shape;303;p34: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9" name="Shape 309"/>
        <p:cNvGrpSpPr/>
        <p:nvPr/>
      </p:nvGrpSpPr>
      <p:grpSpPr>
        <a:xfrm>
          <a:off x="0" y="0"/>
          <a:ext cx="0" cy="0"/>
          <a:chOff x="0" y="0"/>
          <a:chExt cx="0" cy="0"/>
        </a:xfrm>
      </p:grpSpPr>
      <p:sp>
        <p:nvSpPr>
          <p:cNvPr id="310" name="Google Shape;310;p35: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1" name="Google Shape;311;p35: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2" name="Google Shape;312;p35: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6" name="Shape 316"/>
        <p:cNvGrpSpPr/>
        <p:nvPr/>
      </p:nvGrpSpPr>
      <p:grpSpPr>
        <a:xfrm>
          <a:off x="0" y="0"/>
          <a:ext cx="0" cy="0"/>
          <a:chOff x="0" y="0"/>
          <a:chExt cx="0" cy="0"/>
        </a:xfrm>
      </p:grpSpPr>
      <p:sp>
        <p:nvSpPr>
          <p:cNvPr id="317" name="Google Shape;317;p36: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18" name="Google Shape;318;p36: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9" name="Google Shape;319;p36: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3" name="Shape 323"/>
        <p:cNvGrpSpPr/>
        <p:nvPr/>
      </p:nvGrpSpPr>
      <p:grpSpPr>
        <a:xfrm>
          <a:off x="0" y="0"/>
          <a:ext cx="0" cy="0"/>
          <a:chOff x="0" y="0"/>
          <a:chExt cx="0" cy="0"/>
        </a:xfrm>
      </p:grpSpPr>
      <p:sp>
        <p:nvSpPr>
          <p:cNvPr id="324" name="Google Shape;324;p37: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25" name="Google Shape;325;p37: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6" name="Google Shape;326;p37: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1" name="Shape 331"/>
        <p:cNvGrpSpPr/>
        <p:nvPr/>
      </p:nvGrpSpPr>
      <p:grpSpPr>
        <a:xfrm>
          <a:off x="0" y="0"/>
          <a:ext cx="0" cy="0"/>
          <a:chOff x="0" y="0"/>
          <a:chExt cx="0" cy="0"/>
        </a:xfrm>
      </p:grpSpPr>
      <p:sp>
        <p:nvSpPr>
          <p:cNvPr id="332" name="Google Shape;332;p38: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33" name="Google Shape;333;p38: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4" name="Google Shape;334;p38: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8" name="Shape 338"/>
        <p:cNvGrpSpPr/>
        <p:nvPr/>
      </p:nvGrpSpPr>
      <p:grpSpPr>
        <a:xfrm>
          <a:off x="0" y="0"/>
          <a:ext cx="0" cy="0"/>
          <a:chOff x="0" y="0"/>
          <a:chExt cx="0" cy="0"/>
        </a:xfrm>
      </p:grpSpPr>
      <p:sp>
        <p:nvSpPr>
          <p:cNvPr id="339" name="Google Shape;339;p39: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40" name="Google Shape;340;p39: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1" name="Google Shape;341;p39: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45" name="Shape 345"/>
        <p:cNvGrpSpPr/>
        <p:nvPr/>
      </p:nvGrpSpPr>
      <p:grpSpPr>
        <a:xfrm>
          <a:off x="0" y="0"/>
          <a:ext cx="0" cy="0"/>
          <a:chOff x="0" y="0"/>
          <a:chExt cx="0" cy="0"/>
        </a:xfrm>
      </p:grpSpPr>
      <p:sp>
        <p:nvSpPr>
          <p:cNvPr id="346" name="Google Shape;346;p40: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47" name="Google Shape;347;p40: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8" name="Google Shape;348;p40: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2" name="Shape 352"/>
        <p:cNvGrpSpPr/>
        <p:nvPr/>
      </p:nvGrpSpPr>
      <p:grpSpPr>
        <a:xfrm>
          <a:off x="0" y="0"/>
          <a:ext cx="0" cy="0"/>
          <a:chOff x="0" y="0"/>
          <a:chExt cx="0" cy="0"/>
        </a:xfrm>
      </p:grpSpPr>
      <p:sp>
        <p:nvSpPr>
          <p:cNvPr id="353" name="Google Shape;353;p41: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54" name="Google Shape;354;p41: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5" name="Google Shape;355;p41: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59" name="Shape 359"/>
        <p:cNvGrpSpPr/>
        <p:nvPr/>
      </p:nvGrpSpPr>
      <p:grpSpPr>
        <a:xfrm>
          <a:off x="0" y="0"/>
          <a:ext cx="0" cy="0"/>
          <a:chOff x="0" y="0"/>
          <a:chExt cx="0" cy="0"/>
        </a:xfrm>
      </p:grpSpPr>
      <p:sp>
        <p:nvSpPr>
          <p:cNvPr id="360" name="Google Shape;360;p42: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61" name="Google Shape;361;p42: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2" name="Google Shape;362;p42: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66" name="Shape 366"/>
        <p:cNvGrpSpPr/>
        <p:nvPr/>
      </p:nvGrpSpPr>
      <p:grpSpPr>
        <a:xfrm>
          <a:off x="0" y="0"/>
          <a:ext cx="0" cy="0"/>
          <a:chOff x="0" y="0"/>
          <a:chExt cx="0" cy="0"/>
        </a:xfrm>
      </p:grpSpPr>
      <p:sp>
        <p:nvSpPr>
          <p:cNvPr id="367" name="Google Shape;367;p43:notes"/>
          <p:cNvSpPr txBox="1"/>
          <p:nvPr>
            <p:ph type="sldNum" idx="12"/>
          </p:nvPr>
        </p:nvSpPr>
        <p:spPr>
          <a:xfrm>
            <a:off x="4016375" y="8905875"/>
            <a:ext cx="3070225" cy="466725"/>
          </a:xfrm>
          <a:prstGeom prst="rect">
            <a:avLst/>
          </a:prstGeom>
          <a:noFill/>
          <a:ln>
            <a:noFill/>
          </a:ln>
        </p:spPr>
        <p:txBody>
          <a:bodyPr spcFirstLastPara="1" wrap="square" lIns="94025" tIns="47000" rIns="94025" bIns="470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368" name="Google Shape;368;p43:notes"/>
          <p:cNvSpPr/>
          <p:nvPr>
            <p:ph type="sldImg" idx="2"/>
          </p:nvPr>
        </p:nvSpPr>
        <p:spPr>
          <a:xfrm>
            <a:off x="1200150" y="704850"/>
            <a:ext cx="4687888" cy="351472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9" name="Google Shape;369;p43:notes"/>
          <p:cNvSpPr txBox="1"/>
          <p:nvPr>
            <p:ph type="body" idx="1"/>
          </p:nvPr>
        </p:nvSpPr>
        <p:spPr>
          <a:xfrm>
            <a:off x="944563" y="4452938"/>
            <a:ext cx="5197475" cy="4214812"/>
          </a:xfrm>
          <a:prstGeom prst="rect">
            <a:avLst/>
          </a:prstGeom>
          <a:noFill/>
          <a:ln>
            <a:noFill/>
          </a:ln>
        </p:spPr>
        <p:txBody>
          <a:bodyPr spcFirstLastPara="1" wrap="square" lIns="94025" tIns="47000" rIns="94025" bIns="470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0" matchingName="Title Slide">
  <p:cSld name="TITLE">
    <p:spTree>
      <p:nvGrpSpPr>
        <p:cNvPr id="21" name="Shape 21"/>
        <p:cNvGrpSpPr/>
        <p:nvPr/>
      </p:nvGrpSpPr>
      <p:grpSpPr>
        <a:xfrm>
          <a:off x="0" y="0"/>
          <a:ext cx="0" cy="0"/>
          <a:chOff x="0" y="0"/>
          <a:chExt cx="0" cy="0"/>
        </a:xfrm>
      </p:grpSpPr>
      <p:grpSp>
        <p:nvGrpSpPr>
          <p:cNvPr id="22" name="Google Shape;22;p45"/>
          <p:cNvGrpSpPr/>
          <p:nvPr/>
        </p:nvGrpSpPr>
        <p:grpSpPr>
          <a:xfrm>
            <a:off x="198438" y="2960688"/>
            <a:ext cx="8610600" cy="201612"/>
            <a:chOff x="125" y="1865"/>
            <a:chExt cx="5424" cy="127"/>
          </a:xfrm>
        </p:grpSpPr>
        <p:sp>
          <p:nvSpPr>
            <p:cNvPr id="23" name="Google Shape;23;p45"/>
            <p:cNvSpPr/>
            <p:nvPr/>
          </p:nvSpPr>
          <p:spPr>
            <a:xfrm>
              <a:off x="125" y="1865"/>
              <a:ext cx="1808" cy="127"/>
            </a:xfrm>
            <a:prstGeom prst="rect">
              <a:avLst/>
            </a:prstGeom>
            <a:solidFill>
              <a:srgbClr val="3366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p:txBody>
        </p:sp>
        <p:sp>
          <p:nvSpPr>
            <p:cNvPr id="24" name="Google Shape;24;p45"/>
            <p:cNvSpPr/>
            <p:nvPr/>
          </p:nvSpPr>
          <p:spPr>
            <a:xfrm>
              <a:off x="1933" y="1865"/>
              <a:ext cx="1808" cy="127"/>
            </a:xfrm>
            <a:prstGeom prst="rect">
              <a:avLst/>
            </a:prstGeom>
            <a:solidFill>
              <a:srgbClr val="99CC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p:txBody>
        </p:sp>
        <p:sp>
          <p:nvSpPr>
            <p:cNvPr id="25" name="Google Shape;25;p45"/>
            <p:cNvSpPr/>
            <p:nvPr/>
          </p:nvSpPr>
          <p:spPr>
            <a:xfrm>
              <a:off x="3741" y="1865"/>
              <a:ext cx="1808" cy="127"/>
            </a:xfrm>
            <a:prstGeom prst="rect">
              <a:avLst/>
            </a:prstGeom>
            <a:solidFill>
              <a:srgbClr val="3366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p:txBody>
        </p:sp>
      </p:grpSp>
      <p:sp>
        <p:nvSpPr>
          <p:cNvPr id="26" name="Google Shape;26;p45"/>
          <p:cNvSpPr txBox="1"/>
          <p:nvPr/>
        </p:nvSpPr>
        <p:spPr>
          <a:xfrm>
            <a:off x="6489700" y="6588125"/>
            <a:ext cx="2713038" cy="2444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1" i="0" u="none" strike="noStrike" cap="none">
                <a:solidFill>
                  <a:srgbClr val="336699"/>
                </a:solidFill>
                <a:latin typeface="Helvetica Neue" panose="020B0604020202020204"/>
                <a:ea typeface="Helvetica Neue" panose="020B0604020202020204"/>
                <a:cs typeface="Helvetica Neue" panose="020B0604020202020204"/>
                <a:sym typeface="Helvetica Neue" panose="020B0604020202020204"/>
              </a:rPr>
              <a:t>Silberschatz, Galvin and Gagne ©2018</a:t>
            </a:r>
            <a:endParaRPr lang="en-US" sz="1000" b="1" i="0" u="none" strike="noStrike" cap="none">
              <a:solidFill>
                <a:srgbClr val="336699"/>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27" name="Google Shape;27;p45"/>
          <p:cNvSpPr txBox="1"/>
          <p:nvPr/>
        </p:nvSpPr>
        <p:spPr>
          <a:xfrm>
            <a:off x="26988" y="6613525"/>
            <a:ext cx="2730500" cy="24606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1" i="0" u="none" strike="noStrike" cap="none">
                <a:solidFill>
                  <a:srgbClr val="336699"/>
                </a:solidFill>
                <a:latin typeface="Helvetica Neue" panose="020B0604020202020204"/>
                <a:ea typeface="Helvetica Neue" panose="020B0604020202020204"/>
                <a:cs typeface="Helvetica Neue" panose="020B0604020202020204"/>
                <a:sym typeface="Helvetica Neue" panose="020B0604020202020204"/>
              </a:rPr>
              <a:t>Operating System Concepts – 10</a:t>
            </a:r>
            <a:r>
              <a:rPr lang="en-US" sz="1000" b="1" i="0" u="none" strike="noStrike" cap="none" baseline="30000">
                <a:solidFill>
                  <a:srgbClr val="336699"/>
                </a:solidFill>
                <a:latin typeface="Helvetica Neue" panose="020B0604020202020204"/>
                <a:ea typeface="Helvetica Neue" panose="020B0604020202020204"/>
                <a:cs typeface="Helvetica Neue" panose="020B0604020202020204"/>
                <a:sym typeface="Helvetica Neue" panose="020B0604020202020204"/>
              </a:rPr>
              <a:t>th</a:t>
            </a:r>
            <a:r>
              <a:rPr lang="en-US" sz="1000" b="1" i="0" u="none" strike="noStrike" cap="none">
                <a:solidFill>
                  <a:srgbClr val="336699"/>
                </a:solidFill>
                <a:latin typeface="Helvetica Neue" panose="020B0604020202020204"/>
                <a:ea typeface="Helvetica Neue" panose="020B0604020202020204"/>
                <a:cs typeface="Helvetica Neue" panose="020B0604020202020204"/>
                <a:sym typeface="Helvetica Neue" panose="020B0604020202020204"/>
              </a:rPr>
              <a:t> Edition</a:t>
            </a:r>
            <a:endParaRPr lang="en-US" sz="1000" b="1" i="0" u="none" strike="noStrike" cap="none">
              <a:solidFill>
                <a:srgbClr val="336699"/>
              </a:solidFill>
              <a:latin typeface="Helvetica Neue" panose="020B0604020202020204"/>
              <a:ea typeface="Helvetica Neue" panose="020B0604020202020204"/>
              <a:cs typeface="Helvetica Neue" panose="020B0604020202020204"/>
              <a:sym typeface="Helvetica Neue" panose="020B0604020202020204"/>
            </a:endParaRPr>
          </a:p>
        </p:txBody>
      </p:sp>
      <p:pic>
        <p:nvPicPr>
          <p:cNvPr id="28" name="Google Shape;28;p45" descr="dino_4"/>
          <p:cNvPicPr preferRelativeResize="0"/>
          <p:nvPr/>
        </p:nvPicPr>
        <p:blipFill rotWithShape="1">
          <a:blip r:embed="rId2"/>
          <a:srcRect/>
          <a:stretch>
            <a:fillRect/>
          </a:stretch>
        </p:blipFill>
        <p:spPr>
          <a:xfrm>
            <a:off x="3360738" y="4157663"/>
            <a:ext cx="2062162" cy="1593850"/>
          </a:xfrm>
          <a:prstGeom prst="rect">
            <a:avLst/>
          </a:prstGeom>
          <a:noFill/>
          <a:ln w="76200" cap="flat" cmpd="sng">
            <a:solidFill>
              <a:srgbClr val="336699"/>
            </a:solidFill>
            <a:prstDash val="solid"/>
            <a:miter lim="800000"/>
            <a:headEnd type="none" w="sm" len="sm"/>
            <a:tailEnd type="none" w="sm" len="sm"/>
          </a:ln>
        </p:spPr>
      </p:pic>
      <p:sp>
        <p:nvSpPr>
          <p:cNvPr id="29" name="Google Shape;29;p45"/>
          <p:cNvSpPr/>
          <p:nvPr/>
        </p:nvSpPr>
        <p:spPr>
          <a:xfrm>
            <a:off x="3224213" y="4006850"/>
            <a:ext cx="2336800" cy="1887538"/>
          </a:xfrm>
          <a:prstGeom prst="rect">
            <a:avLst/>
          </a:prstGeom>
          <a:noFill/>
          <a:ln w="57150" cap="flat" cmpd="thinThick">
            <a:solidFill>
              <a:srgbClr val="66CC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Verdana" panose="020B0604030504040204"/>
              <a:ea typeface="Verdana" panose="020B0604030504040204"/>
              <a:cs typeface="Verdana" panose="020B0604030504040204"/>
              <a:sym typeface="Verdana" panose="020B0604030504040204"/>
            </a:endParaRPr>
          </a:p>
        </p:txBody>
      </p:sp>
      <p:sp>
        <p:nvSpPr>
          <p:cNvPr id="30" name="Google Shape;30;p45"/>
          <p:cNvSpPr txBox="1"/>
          <p:nvPr>
            <p:ph type="ctrTitle"/>
          </p:nvPr>
        </p:nvSpPr>
        <p:spPr>
          <a:xfrm>
            <a:off x="685800" y="685800"/>
            <a:ext cx="7772400" cy="212725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sz="43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31" name="Shape 31"/>
        <p:cNvGrpSpPr/>
        <p:nvPr/>
      </p:nvGrpSpPr>
      <p:grpSpPr>
        <a:xfrm>
          <a:off x="0" y="0"/>
          <a:ext cx="0" cy="0"/>
          <a:chOff x="0" y="0"/>
          <a:chExt cx="0" cy="0"/>
        </a:xfrm>
      </p:grpSpPr>
      <p:sp>
        <p:nvSpPr>
          <p:cNvPr id="32" name="Google Shape;32;p46"/>
          <p:cNvSpPr txBox="1"/>
          <p:nvPr>
            <p:ph type="title"/>
          </p:nvPr>
        </p:nvSpPr>
        <p:spPr>
          <a:xfrm>
            <a:off x="457200" y="242645"/>
            <a:ext cx="8229600" cy="576262"/>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46"/>
          <p:cNvSpPr txBox="1"/>
          <p:nvPr>
            <p:ph type="body" idx="1"/>
          </p:nvPr>
        </p:nvSpPr>
        <p:spPr>
          <a:xfrm>
            <a:off x="806450" y="1233488"/>
            <a:ext cx="7727950" cy="4530725"/>
          </a:xfrm>
          <a:prstGeom prst="rect">
            <a:avLst/>
          </a:prstGeom>
          <a:noFill/>
          <a:ln>
            <a:noFill/>
          </a:ln>
        </p:spPr>
        <p:txBody>
          <a:bodyPr spcFirstLastPara="1" wrap="square" lIns="91425" tIns="45700" rIns="91425" bIns="45700" anchor="t" anchorCtr="0">
            <a:noAutofit/>
          </a:bodyPr>
          <a:lstStyle>
            <a:lvl1pPr marL="457200" lvl="0" indent="-354330" algn="l">
              <a:spcBef>
                <a:spcPts val="630"/>
              </a:spcBef>
              <a:spcAft>
                <a:spcPts val="0"/>
              </a:spcAft>
              <a:buSzPts val="1980"/>
              <a:buChar char="▪"/>
              <a:defRPr/>
            </a:lvl1pPr>
            <a:lvl2pPr marL="914400" lvl="1" indent="-354330" algn="l">
              <a:spcBef>
                <a:spcPts val="630"/>
              </a:spcBef>
              <a:spcAft>
                <a:spcPts val="0"/>
              </a:spcAft>
              <a:buSzPts val="1980"/>
              <a:buChar char="•"/>
              <a:defRPr/>
            </a:lvl2pPr>
            <a:lvl3pPr marL="1371600" lvl="2" indent="-314325" algn="l">
              <a:spcBef>
                <a:spcPts val="630"/>
              </a:spcBef>
              <a:spcAft>
                <a:spcPts val="0"/>
              </a:spcAft>
              <a:buSzPts val="1350"/>
              <a:buChar char="4"/>
              <a:defRPr/>
            </a:lvl3pPr>
            <a:lvl4pPr marL="1828800" lvl="3" indent="-314325" algn="l">
              <a:spcBef>
                <a:spcPts val="630"/>
              </a:spcBef>
              <a:spcAft>
                <a:spcPts val="0"/>
              </a:spcAft>
              <a:buSzPts val="1350"/>
              <a:buChar char="–"/>
              <a:defRPr/>
            </a:lvl4pPr>
            <a:lvl5pPr marL="2286000" lvl="4" indent="-314325" algn="l">
              <a:spcBef>
                <a:spcPts val="630"/>
              </a:spcBef>
              <a:spcAft>
                <a:spcPts val="0"/>
              </a:spcAft>
              <a:buSzPts val="1350"/>
              <a:buChar char="»"/>
              <a:defRPr/>
            </a:lvl5pPr>
            <a:lvl6pPr marL="2743200" lvl="5" indent="-314325" algn="l">
              <a:spcBef>
                <a:spcPts val="630"/>
              </a:spcBef>
              <a:spcAft>
                <a:spcPts val="0"/>
              </a:spcAft>
              <a:buSzPts val="1350"/>
              <a:buChar char="»"/>
              <a:defRPr/>
            </a:lvl6pPr>
            <a:lvl7pPr marL="3200400" lvl="6" indent="-314325" algn="l">
              <a:spcBef>
                <a:spcPts val="630"/>
              </a:spcBef>
              <a:spcAft>
                <a:spcPts val="0"/>
              </a:spcAft>
              <a:buSzPts val="1350"/>
              <a:buChar char="»"/>
              <a:defRPr/>
            </a:lvl7pPr>
            <a:lvl8pPr marL="3657600" lvl="7" indent="-314325" algn="l">
              <a:spcBef>
                <a:spcPts val="630"/>
              </a:spcBef>
              <a:spcAft>
                <a:spcPts val="0"/>
              </a:spcAft>
              <a:buSzPts val="1350"/>
              <a:buChar char="»"/>
              <a:defRPr/>
            </a:lvl8pPr>
            <a:lvl9pPr marL="4114800" lvl="8" indent="-314325" algn="l">
              <a:spcBef>
                <a:spcPts val="630"/>
              </a:spcBef>
              <a:spcAft>
                <a:spcPts val="0"/>
              </a:spcAft>
              <a:buSzPts val="135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34" name="Shape 34"/>
        <p:cNvGrpSpPr/>
        <p:nvPr/>
      </p:nvGrpSpPr>
      <p:grpSpPr>
        <a:xfrm>
          <a:off x="0" y="0"/>
          <a:ext cx="0" cy="0"/>
          <a:chOff x="0" y="0"/>
          <a:chExt cx="0" cy="0"/>
        </a:xfrm>
      </p:grpSpPr>
      <p:sp>
        <p:nvSpPr>
          <p:cNvPr id="35" name="Google Shape;35;p47"/>
          <p:cNvSpPr txBox="1"/>
          <p:nvPr>
            <p:ph type="title"/>
          </p:nvPr>
        </p:nvSpPr>
        <p:spPr>
          <a:xfrm>
            <a:off x="457200" y="242645"/>
            <a:ext cx="8229600" cy="576262"/>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36" name="Shape 36"/>
        <p:cNvGrpSpPr/>
        <p:nvPr/>
      </p:nvGrpSpPr>
      <p:grpSpPr>
        <a:xfrm>
          <a:off x="0" y="0"/>
          <a:ext cx="0" cy="0"/>
          <a:chOff x="0" y="0"/>
          <a:chExt cx="0" cy="0"/>
        </a:xfrm>
      </p:grpSpPr>
      <p:sp>
        <p:nvSpPr>
          <p:cNvPr id="37" name="Google Shape;37;p48"/>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8" name="Google Shape;38;p48"/>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700"/>
              </a:spcBef>
              <a:spcAft>
                <a:spcPts val="0"/>
              </a:spcAft>
              <a:buSzPts val="2200"/>
              <a:buNone/>
              <a:defRPr sz="2000"/>
            </a:lvl1pPr>
            <a:lvl2pPr marL="914400" lvl="1" indent="-228600" algn="l">
              <a:spcBef>
                <a:spcPts val="630"/>
              </a:spcBef>
              <a:spcAft>
                <a:spcPts val="0"/>
              </a:spcAft>
              <a:buSzPts val="1980"/>
              <a:buNone/>
              <a:defRPr sz="1800"/>
            </a:lvl2pPr>
            <a:lvl3pPr marL="1371600" lvl="2" indent="-228600" algn="l">
              <a:spcBef>
                <a:spcPts val="560"/>
              </a:spcBef>
              <a:spcAft>
                <a:spcPts val="0"/>
              </a:spcAft>
              <a:buSzPts val="1200"/>
              <a:buNone/>
              <a:defRPr sz="1600"/>
            </a:lvl3pPr>
            <a:lvl4pPr marL="1828800" lvl="3" indent="-228600" algn="l">
              <a:spcBef>
                <a:spcPts val="490"/>
              </a:spcBef>
              <a:spcAft>
                <a:spcPts val="0"/>
              </a:spcAft>
              <a:buSzPts val="1050"/>
              <a:buFont typeface="Helvetica Neue" panose="020B0604020202020204"/>
              <a:buNone/>
              <a:defRPr sz="1400"/>
            </a:lvl4pPr>
            <a:lvl5pPr marL="2286000" lvl="4" indent="-228600" algn="l">
              <a:spcBef>
                <a:spcPts val="490"/>
              </a:spcBef>
              <a:spcAft>
                <a:spcPts val="0"/>
              </a:spcAft>
              <a:buSzPts val="1050"/>
              <a:buFont typeface="Helvetica Neue" panose="020B0604020202020204"/>
              <a:buNone/>
              <a:defRPr sz="1400"/>
            </a:lvl5pPr>
            <a:lvl6pPr marL="2743200" lvl="5" indent="-228600" algn="l">
              <a:spcBef>
                <a:spcPts val="490"/>
              </a:spcBef>
              <a:spcAft>
                <a:spcPts val="0"/>
              </a:spcAft>
              <a:buSzPts val="1050"/>
              <a:buFont typeface="Helvetica Neue" panose="020B0604020202020204"/>
              <a:buNone/>
              <a:defRPr sz="1400"/>
            </a:lvl6pPr>
            <a:lvl7pPr marL="3200400" lvl="6" indent="-228600" algn="l">
              <a:spcBef>
                <a:spcPts val="490"/>
              </a:spcBef>
              <a:spcAft>
                <a:spcPts val="0"/>
              </a:spcAft>
              <a:buSzPts val="1050"/>
              <a:buFont typeface="Helvetica Neue" panose="020B0604020202020204"/>
              <a:buNone/>
              <a:defRPr sz="1400"/>
            </a:lvl7pPr>
            <a:lvl8pPr marL="3657600" lvl="7" indent="-228600" algn="l">
              <a:spcBef>
                <a:spcPts val="490"/>
              </a:spcBef>
              <a:spcAft>
                <a:spcPts val="0"/>
              </a:spcAft>
              <a:buSzPts val="1050"/>
              <a:buFont typeface="Helvetica Neue" panose="020B0604020202020204"/>
              <a:buNone/>
              <a:defRPr sz="1400"/>
            </a:lvl8pPr>
            <a:lvl9pPr marL="4114800" lvl="8" indent="-228600" algn="l">
              <a:spcBef>
                <a:spcPts val="490"/>
              </a:spcBef>
              <a:spcAft>
                <a:spcPts val="0"/>
              </a:spcAft>
              <a:buSzPts val="1050"/>
              <a:buFont typeface="Helvetica Neue" panose="020B0604020202020204"/>
              <a:buNone/>
              <a:defRPr sz="14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9" name="Shape 39"/>
        <p:cNvGrpSpPr/>
        <p:nvPr/>
      </p:nvGrpSpPr>
      <p:grpSpPr>
        <a:xfrm>
          <a:off x="0" y="0"/>
          <a:ext cx="0" cy="0"/>
          <a:chOff x="0" y="0"/>
          <a:chExt cx="0" cy="0"/>
        </a:xfrm>
      </p:grpSpPr>
      <p:sp>
        <p:nvSpPr>
          <p:cNvPr id="40" name="Google Shape;40;p49"/>
          <p:cNvSpPr txBox="1"/>
          <p:nvPr>
            <p:ph type="title"/>
          </p:nvPr>
        </p:nvSpPr>
        <p:spPr>
          <a:xfrm>
            <a:off x="457200" y="242645"/>
            <a:ext cx="8229600" cy="576262"/>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1" name="Google Shape;41;p49"/>
          <p:cNvSpPr txBox="1"/>
          <p:nvPr>
            <p:ph type="body" idx="1"/>
          </p:nvPr>
        </p:nvSpPr>
        <p:spPr>
          <a:xfrm>
            <a:off x="806450" y="1233488"/>
            <a:ext cx="4038600" cy="4530725"/>
          </a:xfrm>
          <a:prstGeom prst="rect">
            <a:avLst/>
          </a:prstGeom>
          <a:noFill/>
          <a:ln>
            <a:noFill/>
          </a:ln>
        </p:spPr>
        <p:txBody>
          <a:bodyPr spcFirstLastPara="1" wrap="square" lIns="91425" tIns="45700" rIns="91425" bIns="45700" anchor="t" anchorCtr="0">
            <a:noAutofit/>
          </a:bodyPr>
          <a:lstStyle>
            <a:lvl1pPr marL="457200" lvl="0" indent="-424180" algn="l">
              <a:spcBef>
                <a:spcPts val="980"/>
              </a:spcBef>
              <a:spcAft>
                <a:spcPts val="0"/>
              </a:spcAft>
              <a:buSzPts val="3080"/>
              <a:buChar char="▪"/>
              <a:defRPr sz="2800"/>
            </a:lvl1pPr>
            <a:lvl2pPr marL="914400" lvl="1" indent="-396240" algn="l">
              <a:spcBef>
                <a:spcPts val="840"/>
              </a:spcBef>
              <a:spcAft>
                <a:spcPts val="0"/>
              </a:spcAft>
              <a:buSzPts val="2640"/>
              <a:buChar char="•"/>
              <a:defRPr sz="2400"/>
            </a:lvl2pPr>
            <a:lvl3pPr marL="1371600" lvl="2" indent="-323850" algn="l">
              <a:spcBef>
                <a:spcPts val="700"/>
              </a:spcBef>
              <a:spcAft>
                <a:spcPts val="0"/>
              </a:spcAft>
              <a:buSzPts val="1500"/>
              <a:buChar char="4"/>
              <a:defRPr sz="2000"/>
            </a:lvl3pPr>
            <a:lvl4pPr marL="1828800" lvl="3" indent="-314325" algn="l">
              <a:spcBef>
                <a:spcPts val="630"/>
              </a:spcBef>
              <a:spcAft>
                <a:spcPts val="0"/>
              </a:spcAft>
              <a:buSzPts val="1350"/>
              <a:buFont typeface="Helvetica Neue" panose="020B0604020202020204"/>
              <a:buChar char="–"/>
              <a:defRPr sz="1800"/>
            </a:lvl4pPr>
            <a:lvl5pPr marL="2286000" lvl="4" indent="-314325" algn="l">
              <a:spcBef>
                <a:spcPts val="630"/>
              </a:spcBef>
              <a:spcAft>
                <a:spcPts val="0"/>
              </a:spcAft>
              <a:buSzPts val="1350"/>
              <a:buFont typeface="Helvetica Neue" panose="020B0604020202020204"/>
              <a:buChar char="»"/>
              <a:defRPr sz="1800"/>
            </a:lvl5pPr>
            <a:lvl6pPr marL="2743200" lvl="5" indent="-314325" algn="l">
              <a:spcBef>
                <a:spcPts val="630"/>
              </a:spcBef>
              <a:spcAft>
                <a:spcPts val="0"/>
              </a:spcAft>
              <a:buSzPts val="1350"/>
              <a:buFont typeface="Helvetica Neue" panose="020B0604020202020204"/>
              <a:buChar char="»"/>
              <a:defRPr sz="1800"/>
            </a:lvl6pPr>
            <a:lvl7pPr marL="3200400" lvl="6" indent="-314325" algn="l">
              <a:spcBef>
                <a:spcPts val="630"/>
              </a:spcBef>
              <a:spcAft>
                <a:spcPts val="0"/>
              </a:spcAft>
              <a:buSzPts val="1350"/>
              <a:buFont typeface="Helvetica Neue" panose="020B0604020202020204"/>
              <a:buChar char="»"/>
              <a:defRPr sz="1800"/>
            </a:lvl7pPr>
            <a:lvl8pPr marL="3657600" lvl="7" indent="-314325" algn="l">
              <a:spcBef>
                <a:spcPts val="630"/>
              </a:spcBef>
              <a:spcAft>
                <a:spcPts val="0"/>
              </a:spcAft>
              <a:buSzPts val="1350"/>
              <a:buFont typeface="Helvetica Neue" panose="020B0604020202020204"/>
              <a:buChar char="»"/>
              <a:defRPr sz="1800"/>
            </a:lvl8pPr>
            <a:lvl9pPr marL="4114800" lvl="8" indent="-314325" algn="l">
              <a:spcBef>
                <a:spcPts val="630"/>
              </a:spcBef>
              <a:spcAft>
                <a:spcPts val="0"/>
              </a:spcAft>
              <a:buSzPts val="1350"/>
              <a:buFont typeface="Helvetica Neue" panose="020B0604020202020204"/>
              <a:buChar char="»"/>
              <a:defRPr sz="1800"/>
            </a:lvl9pPr>
          </a:lstStyle>
          <a:p/>
        </p:txBody>
      </p:sp>
      <p:sp>
        <p:nvSpPr>
          <p:cNvPr id="42" name="Google Shape;42;p49"/>
          <p:cNvSpPr txBox="1"/>
          <p:nvPr>
            <p:ph type="body" idx="2"/>
          </p:nvPr>
        </p:nvSpPr>
        <p:spPr>
          <a:xfrm>
            <a:off x="4997450" y="1233488"/>
            <a:ext cx="4038600" cy="4530725"/>
          </a:xfrm>
          <a:prstGeom prst="rect">
            <a:avLst/>
          </a:prstGeom>
          <a:noFill/>
          <a:ln>
            <a:noFill/>
          </a:ln>
        </p:spPr>
        <p:txBody>
          <a:bodyPr spcFirstLastPara="1" wrap="square" lIns="91425" tIns="45700" rIns="91425" bIns="45700" anchor="t" anchorCtr="0">
            <a:noAutofit/>
          </a:bodyPr>
          <a:lstStyle>
            <a:lvl1pPr marL="457200" lvl="0" indent="-424180" algn="l">
              <a:spcBef>
                <a:spcPts val="980"/>
              </a:spcBef>
              <a:spcAft>
                <a:spcPts val="0"/>
              </a:spcAft>
              <a:buSzPts val="3080"/>
              <a:buChar char="▪"/>
              <a:defRPr sz="2800"/>
            </a:lvl1pPr>
            <a:lvl2pPr marL="914400" lvl="1" indent="-396240" algn="l">
              <a:spcBef>
                <a:spcPts val="840"/>
              </a:spcBef>
              <a:spcAft>
                <a:spcPts val="0"/>
              </a:spcAft>
              <a:buSzPts val="2640"/>
              <a:buChar char="•"/>
              <a:defRPr sz="2400"/>
            </a:lvl2pPr>
            <a:lvl3pPr marL="1371600" lvl="2" indent="-323850" algn="l">
              <a:spcBef>
                <a:spcPts val="700"/>
              </a:spcBef>
              <a:spcAft>
                <a:spcPts val="0"/>
              </a:spcAft>
              <a:buSzPts val="1500"/>
              <a:buChar char="4"/>
              <a:defRPr sz="2000"/>
            </a:lvl3pPr>
            <a:lvl4pPr marL="1828800" lvl="3" indent="-314325" algn="l">
              <a:spcBef>
                <a:spcPts val="630"/>
              </a:spcBef>
              <a:spcAft>
                <a:spcPts val="0"/>
              </a:spcAft>
              <a:buSzPts val="1350"/>
              <a:buFont typeface="Helvetica Neue" panose="020B0604020202020204"/>
              <a:buChar char="–"/>
              <a:defRPr sz="1800"/>
            </a:lvl4pPr>
            <a:lvl5pPr marL="2286000" lvl="4" indent="-314325" algn="l">
              <a:spcBef>
                <a:spcPts val="630"/>
              </a:spcBef>
              <a:spcAft>
                <a:spcPts val="0"/>
              </a:spcAft>
              <a:buSzPts val="1350"/>
              <a:buFont typeface="Helvetica Neue" panose="020B0604020202020204"/>
              <a:buChar char="»"/>
              <a:defRPr sz="1800"/>
            </a:lvl5pPr>
            <a:lvl6pPr marL="2743200" lvl="5" indent="-314325" algn="l">
              <a:spcBef>
                <a:spcPts val="630"/>
              </a:spcBef>
              <a:spcAft>
                <a:spcPts val="0"/>
              </a:spcAft>
              <a:buSzPts val="1350"/>
              <a:buFont typeface="Helvetica Neue" panose="020B0604020202020204"/>
              <a:buChar char="»"/>
              <a:defRPr sz="1800"/>
            </a:lvl6pPr>
            <a:lvl7pPr marL="3200400" lvl="6" indent="-314325" algn="l">
              <a:spcBef>
                <a:spcPts val="630"/>
              </a:spcBef>
              <a:spcAft>
                <a:spcPts val="0"/>
              </a:spcAft>
              <a:buSzPts val="1350"/>
              <a:buFont typeface="Helvetica Neue" panose="020B0604020202020204"/>
              <a:buChar char="»"/>
              <a:defRPr sz="1800"/>
            </a:lvl7pPr>
            <a:lvl8pPr marL="3657600" lvl="7" indent="-314325" algn="l">
              <a:spcBef>
                <a:spcPts val="630"/>
              </a:spcBef>
              <a:spcAft>
                <a:spcPts val="0"/>
              </a:spcAft>
              <a:buSzPts val="1350"/>
              <a:buFont typeface="Helvetica Neue" panose="020B0604020202020204"/>
              <a:buChar char="»"/>
              <a:defRPr sz="1800"/>
            </a:lvl8pPr>
            <a:lvl9pPr marL="4114800" lvl="8" indent="-314325" algn="l">
              <a:spcBef>
                <a:spcPts val="630"/>
              </a:spcBef>
              <a:spcAft>
                <a:spcPts val="0"/>
              </a:spcAft>
              <a:buSzPts val="1350"/>
              <a:buFont typeface="Helvetica Neue" panose="020B0604020202020204"/>
              <a:buChar char="»"/>
              <a:defRPr sz="1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3" name="Shape 43"/>
        <p:cNvGrpSpPr/>
        <p:nvPr/>
      </p:nvGrpSpPr>
      <p:grpSpPr>
        <a:xfrm>
          <a:off x="0" y="0"/>
          <a:ext cx="0" cy="0"/>
          <a:chOff x="0" y="0"/>
          <a:chExt cx="0" cy="0"/>
        </a:xfrm>
      </p:grpSpPr>
      <p:sp>
        <p:nvSpPr>
          <p:cNvPr id="44" name="Google Shape;44;p50"/>
          <p:cNvSpPr txBox="1"/>
          <p:nvPr>
            <p:ph type="title"/>
          </p:nvPr>
        </p:nvSpPr>
        <p:spPr>
          <a:xfrm>
            <a:off x="457200" y="274638"/>
            <a:ext cx="8229600" cy="11430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50"/>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840"/>
              </a:spcBef>
              <a:spcAft>
                <a:spcPts val="0"/>
              </a:spcAft>
              <a:buSzPts val="2640"/>
              <a:buNone/>
              <a:defRPr sz="2400" b="1"/>
            </a:lvl1pPr>
            <a:lvl2pPr marL="914400" lvl="1" indent="-228600" algn="l">
              <a:spcBef>
                <a:spcPts val="700"/>
              </a:spcBef>
              <a:spcAft>
                <a:spcPts val="0"/>
              </a:spcAft>
              <a:buSzPts val="2200"/>
              <a:buNone/>
              <a:defRPr sz="2000" b="1"/>
            </a:lvl2pPr>
            <a:lvl3pPr marL="1371600" lvl="2" indent="-228600" algn="l">
              <a:spcBef>
                <a:spcPts val="630"/>
              </a:spcBef>
              <a:spcAft>
                <a:spcPts val="0"/>
              </a:spcAft>
              <a:buSzPts val="1350"/>
              <a:buNone/>
              <a:defRPr sz="1800" b="1"/>
            </a:lvl3pPr>
            <a:lvl4pPr marL="1828800" lvl="3" indent="-228600" algn="l">
              <a:spcBef>
                <a:spcPts val="560"/>
              </a:spcBef>
              <a:spcAft>
                <a:spcPts val="0"/>
              </a:spcAft>
              <a:buSzPts val="1200"/>
              <a:buFont typeface="Helvetica Neue" panose="020B0604020202020204"/>
              <a:buNone/>
              <a:defRPr sz="1600" b="1"/>
            </a:lvl4pPr>
            <a:lvl5pPr marL="2286000" lvl="4" indent="-228600" algn="l">
              <a:spcBef>
                <a:spcPts val="560"/>
              </a:spcBef>
              <a:spcAft>
                <a:spcPts val="0"/>
              </a:spcAft>
              <a:buSzPts val="1200"/>
              <a:buFont typeface="Helvetica Neue" panose="020B0604020202020204"/>
              <a:buNone/>
              <a:defRPr sz="1600" b="1"/>
            </a:lvl5pPr>
            <a:lvl6pPr marL="2743200" lvl="5" indent="-228600" algn="l">
              <a:spcBef>
                <a:spcPts val="560"/>
              </a:spcBef>
              <a:spcAft>
                <a:spcPts val="0"/>
              </a:spcAft>
              <a:buSzPts val="1200"/>
              <a:buFont typeface="Helvetica Neue" panose="020B0604020202020204"/>
              <a:buNone/>
              <a:defRPr sz="1600" b="1"/>
            </a:lvl6pPr>
            <a:lvl7pPr marL="3200400" lvl="6" indent="-228600" algn="l">
              <a:spcBef>
                <a:spcPts val="560"/>
              </a:spcBef>
              <a:spcAft>
                <a:spcPts val="0"/>
              </a:spcAft>
              <a:buSzPts val="1200"/>
              <a:buFont typeface="Helvetica Neue" panose="020B0604020202020204"/>
              <a:buNone/>
              <a:defRPr sz="1600" b="1"/>
            </a:lvl7pPr>
            <a:lvl8pPr marL="3657600" lvl="7" indent="-228600" algn="l">
              <a:spcBef>
                <a:spcPts val="560"/>
              </a:spcBef>
              <a:spcAft>
                <a:spcPts val="0"/>
              </a:spcAft>
              <a:buSzPts val="1200"/>
              <a:buFont typeface="Helvetica Neue" panose="020B0604020202020204"/>
              <a:buNone/>
              <a:defRPr sz="1600" b="1"/>
            </a:lvl8pPr>
            <a:lvl9pPr marL="4114800" lvl="8" indent="-228600" algn="l">
              <a:spcBef>
                <a:spcPts val="560"/>
              </a:spcBef>
              <a:spcAft>
                <a:spcPts val="0"/>
              </a:spcAft>
              <a:buSzPts val="1200"/>
              <a:buFont typeface="Helvetica Neue" panose="020B0604020202020204"/>
              <a:buNone/>
              <a:defRPr sz="1600" b="1"/>
            </a:lvl9pPr>
          </a:lstStyle>
          <a:p/>
        </p:txBody>
      </p:sp>
      <p:sp>
        <p:nvSpPr>
          <p:cNvPr id="46" name="Google Shape;46;p50"/>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96240" algn="l">
              <a:spcBef>
                <a:spcPts val="840"/>
              </a:spcBef>
              <a:spcAft>
                <a:spcPts val="0"/>
              </a:spcAft>
              <a:buSzPts val="2640"/>
              <a:buChar char="▪"/>
              <a:defRPr sz="2400"/>
            </a:lvl1pPr>
            <a:lvl2pPr marL="914400" lvl="1" indent="-368300" algn="l">
              <a:spcBef>
                <a:spcPts val="700"/>
              </a:spcBef>
              <a:spcAft>
                <a:spcPts val="0"/>
              </a:spcAft>
              <a:buSzPts val="2200"/>
              <a:buChar char="•"/>
              <a:defRPr sz="2000"/>
            </a:lvl2pPr>
            <a:lvl3pPr marL="1371600" lvl="2" indent="-314325" algn="l">
              <a:spcBef>
                <a:spcPts val="630"/>
              </a:spcBef>
              <a:spcAft>
                <a:spcPts val="0"/>
              </a:spcAft>
              <a:buSzPts val="1350"/>
              <a:buChar char="4"/>
              <a:defRPr sz="1800"/>
            </a:lvl3pPr>
            <a:lvl4pPr marL="1828800" lvl="3" indent="-304800" algn="l">
              <a:spcBef>
                <a:spcPts val="560"/>
              </a:spcBef>
              <a:spcAft>
                <a:spcPts val="0"/>
              </a:spcAft>
              <a:buSzPts val="1200"/>
              <a:buFont typeface="Helvetica Neue" panose="020B0604020202020204"/>
              <a:buChar char="–"/>
              <a:defRPr sz="1600"/>
            </a:lvl4pPr>
            <a:lvl5pPr marL="2286000" lvl="4" indent="-304800" algn="l">
              <a:spcBef>
                <a:spcPts val="560"/>
              </a:spcBef>
              <a:spcAft>
                <a:spcPts val="0"/>
              </a:spcAft>
              <a:buSzPts val="1200"/>
              <a:buFont typeface="Helvetica Neue" panose="020B0604020202020204"/>
              <a:buChar char="»"/>
              <a:defRPr sz="1600"/>
            </a:lvl5pPr>
            <a:lvl6pPr marL="2743200" lvl="5" indent="-304800" algn="l">
              <a:spcBef>
                <a:spcPts val="560"/>
              </a:spcBef>
              <a:spcAft>
                <a:spcPts val="0"/>
              </a:spcAft>
              <a:buSzPts val="1200"/>
              <a:buFont typeface="Helvetica Neue" panose="020B0604020202020204"/>
              <a:buChar char="»"/>
              <a:defRPr sz="1600"/>
            </a:lvl6pPr>
            <a:lvl7pPr marL="3200400" lvl="6" indent="-304800" algn="l">
              <a:spcBef>
                <a:spcPts val="560"/>
              </a:spcBef>
              <a:spcAft>
                <a:spcPts val="0"/>
              </a:spcAft>
              <a:buSzPts val="1200"/>
              <a:buFont typeface="Helvetica Neue" panose="020B0604020202020204"/>
              <a:buChar char="»"/>
              <a:defRPr sz="1600"/>
            </a:lvl7pPr>
            <a:lvl8pPr marL="3657600" lvl="7" indent="-304800" algn="l">
              <a:spcBef>
                <a:spcPts val="560"/>
              </a:spcBef>
              <a:spcAft>
                <a:spcPts val="0"/>
              </a:spcAft>
              <a:buSzPts val="1200"/>
              <a:buFont typeface="Helvetica Neue" panose="020B0604020202020204"/>
              <a:buChar char="»"/>
              <a:defRPr sz="1600"/>
            </a:lvl8pPr>
            <a:lvl9pPr marL="4114800" lvl="8" indent="-304800" algn="l">
              <a:spcBef>
                <a:spcPts val="560"/>
              </a:spcBef>
              <a:spcAft>
                <a:spcPts val="0"/>
              </a:spcAft>
              <a:buSzPts val="1200"/>
              <a:buFont typeface="Helvetica Neue" panose="020B0604020202020204"/>
              <a:buChar char="»"/>
              <a:defRPr sz="1600"/>
            </a:lvl9pPr>
          </a:lstStyle>
          <a:p/>
        </p:txBody>
      </p:sp>
      <p:sp>
        <p:nvSpPr>
          <p:cNvPr id="47" name="Google Shape;47;p50"/>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840"/>
              </a:spcBef>
              <a:spcAft>
                <a:spcPts val="0"/>
              </a:spcAft>
              <a:buSzPts val="2640"/>
              <a:buNone/>
              <a:defRPr sz="2400" b="1"/>
            </a:lvl1pPr>
            <a:lvl2pPr marL="914400" lvl="1" indent="-228600" algn="l">
              <a:spcBef>
                <a:spcPts val="700"/>
              </a:spcBef>
              <a:spcAft>
                <a:spcPts val="0"/>
              </a:spcAft>
              <a:buSzPts val="2200"/>
              <a:buNone/>
              <a:defRPr sz="2000" b="1"/>
            </a:lvl2pPr>
            <a:lvl3pPr marL="1371600" lvl="2" indent="-228600" algn="l">
              <a:spcBef>
                <a:spcPts val="630"/>
              </a:spcBef>
              <a:spcAft>
                <a:spcPts val="0"/>
              </a:spcAft>
              <a:buSzPts val="1350"/>
              <a:buNone/>
              <a:defRPr sz="1800" b="1"/>
            </a:lvl3pPr>
            <a:lvl4pPr marL="1828800" lvl="3" indent="-228600" algn="l">
              <a:spcBef>
                <a:spcPts val="560"/>
              </a:spcBef>
              <a:spcAft>
                <a:spcPts val="0"/>
              </a:spcAft>
              <a:buSzPts val="1200"/>
              <a:buFont typeface="Helvetica Neue" panose="020B0604020202020204"/>
              <a:buNone/>
              <a:defRPr sz="1600" b="1"/>
            </a:lvl4pPr>
            <a:lvl5pPr marL="2286000" lvl="4" indent="-228600" algn="l">
              <a:spcBef>
                <a:spcPts val="560"/>
              </a:spcBef>
              <a:spcAft>
                <a:spcPts val="0"/>
              </a:spcAft>
              <a:buSzPts val="1200"/>
              <a:buFont typeface="Helvetica Neue" panose="020B0604020202020204"/>
              <a:buNone/>
              <a:defRPr sz="1600" b="1"/>
            </a:lvl5pPr>
            <a:lvl6pPr marL="2743200" lvl="5" indent="-228600" algn="l">
              <a:spcBef>
                <a:spcPts val="560"/>
              </a:spcBef>
              <a:spcAft>
                <a:spcPts val="0"/>
              </a:spcAft>
              <a:buSzPts val="1200"/>
              <a:buFont typeface="Helvetica Neue" panose="020B0604020202020204"/>
              <a:buNone/>
              <a:defRPr sz="1600" b="1"/>
            </a:lvl6pPr>
            <a:lvl7pPr marL="3200400" lvl="6" indent="-228600" algn="l">
              <a:spcBef>
                <a:spcPts val="560"/>
              </a:spcBef>
              <a:spcAft>
                <a:spcPts val="0"/>
              </a:spcAft>
              <a:buSzPts val="1200"/>
              <a:buFont typeface="Helvetica Neue" panose="020B0604020202020204"/>
              <a:buNone/>
              <a:defRPr sz="1600" b="1"/>
            </a:lvl7pPr>
            <a:lvl8pPr marL="3657600" lvl="7" indent="-228600" algn="l">
              <a:spcBef>
                <a:spcPts val="560"/>
              </a:spcBef>
              <a:spcAft>
                <a:spcPts val="0"/>
              </a:spcAft>
              <a:buSzPts val="1200"/>
              <a:buFont typeface="Helvetica Neue" panose="020B0604020202020204"/>
              <a:buNone/>
              <a:defRPr sz="1600" b="1"/>
            </a:lvl8pPr>
            <a:lvl9pPr marL="4114800" lvl="8" indent="-228600" algn="l">
              <a:spcBef>
                <a:spcPts val="560"/>
              </a:spcBef>
              <a:spcAft>
                <a:spcPts val="0"/>
              </a:spcAft>
              <a:buSzPts val="1200"/>
              <a:buFont typeface="Helvetica Neue" panose="020B0604020202020204"/>
              <a:buNone/>
              <a:defRPr sz="1600" b="1"/>
            </a:lvl9pPr>
          </a:lstStyle>
          <a:p/>
        </p:txBody>
      </p:sp>
      <p:sp>
        <p:nvSpPr>
          <p:cNvPr id="48" name="Google Shape;48;p50"/>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96240" algn="l">
              <a:spcBef>
                <a:spcPts val="840"/>
              </a:spcBef>
              <a:spcAft>
                <a:spcPts val="0"/>
              </a:spcAft>
              <a:buSzPts val="2640"/>
              <a:buChar char="▪"/>
              <a:defRPr sz="2400"/>
            </a:lvl1pPr>
            <a:lvl2pPr marL="914400" lvl="1" indent="-368300" algn="l">
              <a:spcBef>
                <a:spcPts val="700"/>
              </a:spcBef>
              <a:spcAft>
                <a:spcPts val="0"/>
              </a:spcAft>
              <a:buSzPts val="2200"/>
              <a:buChar char="•"/>
              <a:defRPr sz="2000"/>
            </a:lvl2pPr>
            <a:lvl3pPr marL="1371600" lvl="2" indent="-314325" algn="l">
              <a:spcBef>
                <a:spcPts val="630"/>
              </a:spcBef>
              <a:spcAft>
                <a:spcPts val="0"/>
              </a:spcAft>
              <a:buSzPts val="1350"/>
              <a:buChar char="4"/>
              <a:defRPr sz="1800"/>
            </a:lvl3pPr>
            <a:lvl4pPr marL="1828800" lvl="3" indent="-304800" algn="l">
              <a:spcBef>
                <a:spcPts val="560"/>
              </a:spcBef>
              <a:spcAft>
                <a:spcPts val="0"/>
              </a:spcAft>
              <a:buSzPts val="1200"/>
              <a:buFont typeface="Helvetica Neue" panose="020B0604020202020204"/>
              <a:buChar char="–"/>
              <a:defRPr sz="1600"/>
            </a:lvl4pPr>
            <a:lvl5pPr marL="2286000" lvl="4" indent="-304800" algn="l">
              <a:spcBef>
                <a:spcPts val="560"/>
              </a:spcBef>
              <a:spcAft>
                <a:spcPts val="0"/>
              </a:spcAft>
              <a:buSzPts val="1200"/>
              <a:buFont typeface="Helvetica Neue" panose="020B0604020202020204"/>
              <a:buChar char="»"/>
              <a:defRPr sz="1600"/>
            </a:lvl5pPr>
            <a:lvl6pPr marL="2743200" lvl="5" indent="-304800" algn="l">
              <a:spcBef>
                <a:spcPts val="560"/>
              </a:spcBef>
              <a:spcAft>
                <a:spcPts val="0"/>
              </a:spcAft>
              <a:buSzPts val="1200"/>
              <a:buFont typeface="Helvetica Neue" panose="020B0604020202020204"/>
              <a:buChar char="»"/>
              <a:defRPr sz="1600"/>
            </a:lvl6pPr>
            <a:lvl7pPr marL="3200400" lvl="6" indent="-304800" algn="l">
              <a:spcBef>
                <a:spcPts val="560"/>
              </a:spcBef>
              <a:spcAft>
                <a:spcPts val="0"/>
              </a:spcAft>
              <a:buSzPts val="1200"/>
              <a:buFont typeface="Helvetica Neue" panose="020B0604020202020204"/>
              <a:buChar char="»"/>
              <a:defRPr sz="1600"/>
            </a:lvl7pPr>
            <a:lvl8pPr marL="3657600" lvl="7" indent="-304800" algn="l">
              <a:spcBef>
                <a:spcPts val="560"/>
              </a:spcBef>
              <a:spcAft>
                <a:spcPts val="0"/>
              </a:spcAft>
              <a:buSzPts val="1200"/>
              <a:buFont typeface="Helvetica Neue" panose="020B0604020202020204"/>
              <a:buChar char="»"/>
              <a:defRPr sz="1600"/>
            </a:lvl8pPr>
            <a:lvl9pPr marL="4114800" lvl="8" indent="-304800" algn="l">
              <a:spcBef>
                <a:spcPts val="560"/>
              </a:spcBef>
              <a:spcAft>
                <a:spcPts val="0"/>
              </a:spcAft>
              <a:buSzPts val="1200"/>
              <a:buFont typeface="Helvetica Neue" panose="020B0604020202020204"/>
              <a:buChar char="»"/>
              <a:defRPr sz="16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9" name="Shape 4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0" name="Shape 50"/>
        <p:cNvGrpSpPr/>
        <p:nvPr/>
      </p:nvGrpSpPr>
      <p:grpSpPr>
        <a:xfrm>
          <a:off x="0" y="0"/>
          <a:ext cx="0" cy="0"/>
          <a:chOff x="0" y="0"/>
          <a:chExt cx="0" cy="0"/>
        </a:xfrm>
      </p:grpSpPr>
      <p:sp>
        <p:nvSpPr>
          <p:cNvPr id="51" name="Google Shape;51;p52"/>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2" name="Google Shape;52;p52"/>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52120" algn="l">
              <a:spcBef>
                <a:spcPts val="1120"/>
              </a:spcBef>
              <a:spcAft>
                <a:spcPts val="0"/>
              </a:spcAft>
              <a:buSzPts val="3520"/>
              <a:buChar char="▪"/>
              <a:defRPr sz="3200"/>
            </a:lvl1pPr>
            <a:lvl2pPr marL="914400" lvl="1" indent="-424180" algn="l">
              <a:spcBef>
                <a:spcPts val="980"/>
              </a:spcBef>
              <a:spcAft>
                <a:spcPts val="0"/>
              </a:spcAft>
              <a:buSzPts val="3080"/>
              <a:buChar char="•"/>
              <a:defRPr sz="2800"/>
            </a:lvl2pPr>
            <a:lvl3pPr marL="1371600" lvl="2" indent="-342900" algn="l">
              <a:spcBef>
                <a:spcPts val="840"/>
              </a:spcBef>
              <a:spcAft>
                <a:spcPts val="0"/>
              </a:spcAft>
              <a:buSzPts val="1800"/>
              <a:buChar char="4"/>
              <a:defRPr sz="2400"/>
            </a:lvl3pPr>
            <a:lvl4pPr marL="1828800" lvl="3" indent="-323850" algn="l">
              <a:spcBef>
                <a:spcPts val="700"/>
              </a:spcBef>
              <a:spcAft>
                <a:spcPts val="0"/>
              </a:spcAft>
              <a:buSzPts val="1500"/>
              <a:buFont typeface="Helvetica Neue" panose="020B0604020202020204"/>
              <a:buChar char="–"/>
              <a:defRPr sz="2000"/>
            </a:lvl4pPr>
            <a:lvl5pPr marL="2286000" lvl="4" indent="-323850" algn="l">
              <a:spcBef>
                <a:spcPts val="700"/>
              </a:spcBef>
              <a:spcAft>
                <a:spcPts val="0"/>
              </a:spcAft>
              <a:buSzPts val="1500"/>
              <a:buFont typeface="Helvetica Neue" panose="020B0604020202020204"/>
              <a:buChar char="»"/>
              <a:defRPr sz="2000"/>
            </a:lvl5pPr>
            <a:lvl6pPr marL="2743200" lvl="5" indent="-323850" algn="l">
              <a:spcBef>
                <a:spcPts val="700"/>
              </a:spcBef>
              <a:spcAft>
                <a:spcPts val="0"/>
              </a:spcAft>
              <a:buSzPts val="1500"/>
              <a:buFont typeface="Helvetica Neue" panose="020B0604020202020204"/>
              <a:buChar char="»"/>
              <a:defRPr sz="2000"/>
            </a:lvl6pPr>
            <a:lvl7pPr marL="3200400" lvl="6" indent="-323850" algn="l">
              <a:spcBef>
                <a:spcPts val="700"/>
              </a:spcBef>
              <a:spcAft>
                <a:spcPts val="0"/>
              </a:spcAft>
              <a:buSzPts val="1500"/>
              <a:buFont typeface="Helvetica Neue" panose="020B0604020202020204"/>
              <a:buChar char="»"/>
              <a:defRPr sz="2000"/>
            </a:lvl7pPr>
            <a:lvl8pPr marL="3657600" lvl="7" indent="-323850" algn="l">
              <a:spcBef>
                <a:spcPts val="700"/>
              </a:spcBef>
              <a:spcAft>
                <a:spcPts val="0"/>
              </a:spcAft>
              <a:buSzPts val="1500"/>
              <a:buFont typeface="Helvetica Neue" panose="020B0604020202020204"/>
              <a:buChar char="»"/>
              <a:defRPr sz="2000"/>
            </a:lvl8pPr>
            <a:lvl9pPr marL="4114800" lvl="8" indent="-323850" algn="l">
              <a:spcBef>
                <a:spcPts val="700"/>
              </a:spcBef>
              <a:spcAft>
                <a:spcPts val="0"/>
              </a:spcAft>
              <a:buSzPts val="1500"/>
              <a:buFont typeface="Helvetica Neue" panose="020B0604020202020204"/>
              <a:buChar char="»"/>
              <a:defRPr sz="2000"/>
            </a:lvl9pPr>
          </a:lstStyle>
          <a:p/>
        </p:txBody>
      </p:sp>
      <p:sp>
        <p:nvSpPr>
          <p:cNvPr id="53" name="Google Shape;53;p52"/>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490"/>
              </a:spcBef>
              <a:spcAft>
                <a:spcPts val="0"/>
              </a:spcAft>
              <a:buSzPts val="1540"/>
              <a:buNone/>
              <a:defRPr sz="1400"/>
            </a:lvl1pPr>
            <a:lvl2pPr marL="914400" lvl="1" indent="-228600" algn="l">
              <a:spcBef>
                <a:spcPts val="420"/>
              </a:spcBef>
              <a:spcAft>
                <a:spcPts val="0"/>
              </a:spcAft>
              <a:buSzPts val="1320"/>
              <a:buNone/>
              <a:defRPr sz="1200"/>
            </a:lvl2pPr>
            <a:lvl3pPr marL="1371600" lvl="2" indent="-228600" algn="l">
              <a:spcBef>
                <a:spcPts val="350"/>
              </a:spcBef>
              <a:spcAft>
                <a:spcPts val="0"/>
              </a:spcAft>
              <a:buSzPts val="750"/>
              <a:buNone/>
              <a:defRPr sz="1000"/>
            </a:lvl3pPr>
            <a:lvl4pPr marL="1828800" lvl="3" indent="-228600" algn="l">
              <a:spcBef>
                <a:spcPts val="315"/>
              </a:spcBef>
              <a:spcAft>
                <a:spcPts val="0"/>
              </a:spcAft>
              <a:buSzPts val="675"/>
              <a:buFont typeface="Helvetica Neue" panose="020B0604020202020204"/>
              <a:buNone/>
              <a:defRPr sz="900"/>
            </a:lvl4pPr>
            <a:lvl5pPr marL="2286000" lvl="4" indent="-228600" algn="l">
              <a:spcBef>
                <a:spcPts val="315"/>
              </a:spcBef>
              <a:spcAft>
                <a:spcPts val="0"/>
              </a:spcAft>
              <a:buSzPts val="675"/>
              <a:buFont typeface="Helvetica Neue" panose="020B0604020202020204"/>
              <a:buNone/>
              <a:defRPr sz="900"/>
            </a:lvl5pPr>
            <a:lvl6pPr marL="2743200" lvl="5" indent="-228600" algn="l">
              <a:spcBef>
                <a:spcPts val="315"/>
              </a:spcBef>
              <a:spcAft>
                <a:spcPts val="0"/>
              </a:spcAft>
              <a:buSzPts val="675"/>
              <a:buFont typeface="Helvetica Neue" panose="020B0604020202020204"/>
              <a:buNone/>
              <a:defRPr sz="900"/>
            </a:lvl6pPr>
            <a:lvl7pPr marL="3200400" lvl="6" indent="-228600" algn="l">
              <a:spcBef>
                <a:spcPts val="315"/>
              </a:spcBef>
              <a:spcAft>
                <a:spcPts val="0"/>
              </a:spcAft>
              <a:buSzPts val="675"/>
              <a:buFont typeface="Helvetica Neue" panose="020B0604020202020204"/>
              <a:buNone/>
              <a:defRPr sz="900"/>
            </a:lvl7pPr>
            <a:lvl8pPr marL="3657600" lvl="7" indent="-228600" algn="l">
              <a:spcBef>
                <a:spcPts val="315"/>
              </a:spcBef>
              <a:spcAft>
                <a:spcPts val="0"/>
              </a:spcAft>
              <a:buSzPts val="675"/>
              <a:buFont typeface="Helvetica Neue" panose="020B0604020202020204"/>
              <a:buNone/>
              <a:defRPr sz="900"/>
            </a:lvl8pPr>
            <a:lvl9pPr marL="4114800" lvl="8" indent="-228600" algn="l">
              <a:spcBef>
                <a:spcPts val="315"/>
              </a:spcBef>
              <a:spcAft>
                <a:spcPts val="0"/>
              </a:spcAft>
              <a:buSzPts val="675"/>
              <a:buFont typeface="Helvetica Neue" panose="020B0604020202020204"/>
              <a:buNone/>
              <a:defRPr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54" name="Shape 54"/>
        <p:cNvGrpSpPr/>
        <p:nvPr/>
      </p:nvGrpSpPr>
      <p:grpSpPr>
        <a:xfrm>
          <a:off x="0" y="0"/>
          <a:ext cx="0" cy="0"/>
          <a:chOff x="0" y="0"/>
          <a:chExt cx="0" cy="0"/>
        </a:xfrm>
      </p:grpSpPr>
      <p:sp>
        <p:nvSpPr>
          <p:cNvPr id="55" name="Google Shape;55;p53"/>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6" name="Google Shape;56;p53"/>
          <p:cNvSpPr/>
          <p:nvPr>
            <p:ph type="pic" idx="2"/>
          </p:nvPr>
        </p:nvSpPr>
        <p:spPr>
          <a:xfrm>
            <a:off x="1792288" y="612775"/>
            <a:ext cx="5486400" cy="4114800"/>
          </a:xfrm>
          <a:prstGeom prst="rect">
            <a:avLst/>
          </a:prstGeom>
          <a:noFill/>
          <a:ln>
            <a:noFill/>
          </a:ln>
        </p:spPr>
      </p:sp>
      <p:sp>
        <p:nvSpPr>
          <p:cNvPr id="57" name="Google Shape;57;p53"/>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490"/>
              </a:spcBef>
              <a:spcAft>
                <a:spcPts val="0"/>
              </a:spcAft>
              <a:buSzPts val="1540"/>
              <a:buNone/>
              <a:defRPr sz="1400"/>
            </a:lvl1pPr>
            <a:lvl2pPr marL="914400" lvl="1" indent="-228600" algn="l">
              <a:spcBef>
                <a:spcPts val="420"/>
              </a:spcBef>
              <a:spcAft>
                <a:spcPts val="0"/>
              </a:spcAft>
              <a:buSzPts val="1320"/>
              <a:buNone/>
              <a:defRPr sz="1200"/>
            </a:lvl2pPr>
            <a:lvl3pPr marL="1371600" lvl="2" indent="-228600" algn="l">
              <a:spcBef>
                <a:spcPts val="350"/>
              </a:spcBef>
              <a:spcAft>
                <a:spcPts val="0"/>
              </a:spcAft>
              <a:buSzPts val="750"/>
              <a:buNone/>
              <a:defRPr sz="1000"/>
            </a:lvl3pPr>
            <a:lvl4pPr marL="1828800" lvl="3" indent="-228600" algn="l">
              <a:spcBef>
                <a:spcPts val="315"/>
              </a:spcBef>
              <a:spcAft>
                <a:spcPts val="0"/>
              </a:spcAft>
              <a:buSzPts val="675"/>
              <a:buFont typeface="Helvetica Neue" panose="020B0604020202020204"/>
              <a:buNone/>
              <a:defRPr sz="900"/>
            </a:lvl4pPr>
            <a:lvl5pPr marL="2286000" lvl="4" indent="-228600" algn="l">
              <a:spcBef>
                <a:spcPts val="315"/>
              </a:spcBef>
              <a:spcAft>
                <a:spcPts val="0"/>
              </a:spcAft>
              <a:buSzPts val="675"/>
              <a:buFont typeface="Helvetica Neue" panose="020B0604020202020204"/>
              <a:buNone/>
              <a:defRPr sz="900"/>
            </a:lvl5pPr>
            <a:lvl6pPr marL="2743200" lvl="5" indent="-228600" algn="l">
              <a:spcBef>
                <a:spcPts val="315"/>
              </a:spcBef>
              <a:spcAft>
                <a:spcPts val="0"/>
              </a:spcAft>
              <a:buSzPts val="675"/>
              <a:buFont typeface="Helvetica Neue" panose="020B0604020202020204"/>
              <a:buNone/>
              <a:defRPr sz="900"/>
            </a:lvl6pPr>
            <a:lvl7pPr marL="3200400" lvl="6" indent="-228600" algn="l">
              <a:spcBef>
                <a:spcPts val="315"/>
              </a:spcBef>
              <a:spcAft>
                <a:spcPts val="0"/>
              </a:spcAft>
              <a:buSzPts val="675"/>
              <a:buFont typeface="Helvetica Neue" panose="020B0604020202020204"/>
              <a:buNone/>
              <a:defRPr sz="900"/>
            </a:lvl7pPr>
            <a:lvl8pPr marL="3657600" lvl="7" indent="-228600" algn="l">
              <a:spcBef>
                <a:spcPts val="315"/>
              </a:spcBef>
              <a:spcAft>
                <a:spcPts val="0"/>
              </a:spcAft>
              <a:buSzPts val="675"/>
              <a:buFont typeface="Helvetica Neue" panose="020B0604020202020204"/>
              <a:buNone/>
              <a:defRPr sz="900"/>
            </a:lvl8pPr>
            <a:lvl9pPr marL="4114800" lvl="8" indent="-228600" algn="l">
              <a:spcBef>
                <a:spcPts val="315"/>
              </a:spcBef>
              <a:spcAft>
                <a:spcPts val="0"/>
              </a:spcAft>
              <a:buSzPts val="675"/>
              <a:buFont typeface="Helvetica Neue" panose="020B0604020202020204"/>
              <a:buNone/>
              <a:defRPr sz="9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58" name="Shape 58"/>
        <p:cNvGrpSpPr/>
        <p:nvPr/>
      </p:nvGrpSpPr>
      <p:grpSpPr>
        <a:xfrm>
          <a:off x="0" y="0"/>
          <a:ext cx="0" cy="0"/>
          <a:chOff x="0" y="0"/>
          <a:chExt cx="0" cy="0"/>
        </a:xfrm>
      </p:grpSpPr>
      <p:sp>
        <p:nvSpPr>
          <p:cNvPr id="59" name="Google Shape;59;p54"/>
          <p:cNvSpPr txBox="1"/>
          <p:nvPr>
            <p:ph type="title"/>
          </p:nvPr>
        </p:nvSpPr>
        <p:spPr>
          <a:xfrm>
            <a:off x="457200" y="242645"/>
            <a:ext cx="8229600" cy="576262"/>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54"/>
          <p:cNvSpPr txBox="1"/>
          <p:nvPr>
            <p:ph type="body" idx="1"/>
          </p:nvPr>
        </p:nvSpPr>
        <p:spPr>
          <a:xfrm rot="5400000">
            <a:off x="2405063" y="-365125"/>
            <a:ext cx="4530725" cy="7727950"/>
          </a:xfrm>
          <a:prstGeom prst="rect">
            <a:avLst/>
          </a:prstGeom>
          <a:noFill/>
          <a:ln>
            <a:noFill/>
          </a:ln>
        </p:spPr>
        <p:txBody>
          <a:bodyPr spcFirstLastPara="1" wrap="square" lIns="91425" tIns="45700" rIns="91425" bIns="45700" anchor="t" anchorCtr="0">
            <a:noAutofit/>
          </a:bodyPr>
          <a:lstStyle>
            <a:lvl1pPr marL="457200" lvl="0" indent="-354330" algn="l">
              <a:spcBef>
                <a:spcPts val="630"/>
              </a:spcBef>
              <a:spcAft>
                <a:spcPts val="0"/>
              </a:spcAft>
              <a:buSzPts val="1980"/>
              <a:buChar char="▪"/>
              <a:defRPr/>
            </a:lvl1pPr>
            <a:lvl2pPr marL="914400" lvl="1" indent="-354330" algn="l">
              <a:spcBef>
                <a:spcPts val="630"/>
              </a:spcBef>
              <a:spcAft>
                <a:spcPts val="0"/>
              </a:spcAft>
              <a:buSzPts val="1980"/>
              <a:buChar char="•"/>
              <a:defRPr/>
            </a:lvl2pPr>
            <a:lvl3pPr marL="1371600" lvl="2" indent="-314325" algn="l">
              <a:spcBef>
                <a:spcPts val="630"/>
              </a:spcBef>
              <a:spcAft>
                <a:spcPts val="0"/>
              </a:spcAft>
              <a:buSzPts val="1350"/>
              <a:buChar char="4"/>
              <a:defRPr/>
            </a:lvl3pPr>
            <a:lvl4pPr marL="1828800" lvl="3" indent="-314325" algn="l">
              <a:spcBef>
                <a:spcPts val="630"/>
              </a:spcBef>
              <a:spcAft>
                <a:spcPts val="0"/>
              </a:spcAft>
              <a:buSzPts val="1350"/>
              <a:buChar char="–"/>
              <a:defRPr/>
            </a:lvl4pPr>
            <a:lvl5pPr marL="2286000" lvl="4" indent="-314325" algn="l">
              <a:spcBef>
                <a:spcPts val="630"/>
              </a:spcBef>
              <a:spcAft>
                <a:spcPts val="0"/>
              </a:spcAft>
              <a:buSzPts val="1350"/>
              <a:buChar char="»"/>
              <a:defRPr/>
            </a:lvl5pPr>
            <a:lvl6pPr marL="2743200" lvl="5" indent="-314325" algn="l">
              <a:spcBef>
                <a:spcPts val="630"/>
              </a:spcBef>
              <a:spcAft>
                <a:spcPts val="0"/>
              </a:spcAft>
              <a:buSzPts val="1350"/>
              <a:buChar char="»"/>
              <a:defRPr/>
            </a:lvl6pPr>
            <a:lvl7pPr marL="3200400" lvl="6" indent="-314325" algn="l">
              <a:spcBef>
                <a:spcPts val="630"/>
              </a:spcBef>
              <a:spcAft>
                <a:spcPts val="0"/>
              </a:spcAft>
              <a:buSzPts val="1350"/>
              <a:buChar char="»"/>
              <a:defRPr/>
            </a:lvl7pPr>
            <a:lvl8pPr marL="3657600" lvl="7" indent="-314325" algn="l">
              <a:spcBef>
                <a:spcPts val="630"/>
              </a:spcBef>
              <a:spcAft>
                <a:spcPts val="0"/>
              </a:spcAft>
              <a:buSzPts val="1350"/>
              <a:buChar char="»"/>
              <a:defRPr/>
            </a:lvl8pPr>
            <a:lvl9pPr marL="4114800" lvl="8" indent="-314325" algn="l">
              <a:spcBef>
                <a:spcPts val="630"/>
              </a:spcBef>
              <a:spcAft>
                <a:spcPts val="0"/>
              </a:spcAft>
              <a:buSzPts val="135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61" name="Shape 61"/>
        <p:cNvGrpSpPr/>
        <p:nvPr/>
      </p:nvGrpSpPr>
      <p:grpSpPr>
        <a:xfrm>
          <a:off x="0" y="0"/>
          <a:ext cx="0" cy="0"/>
          <a:chOff x="0" y="0"/>
          <a:chExt cx="0" cy="0"/>
        </a:xfrm>
      </p:grpSpPr>
      <p:sp>
        <p:nvSpPr>
          <p:cNvPr id="62" name="Google Shape;62;p55"/>
          <p:cNvSpPr txBox="1"/>
          <p:nvPr>
            <p:ph type="title"/>
          </p:nvPr>
        </p:nvSpPr>
        <p:spPr>
          <a:xfrm rot="5400000">
            <a:off x="5220494" y="1948657"/>
            <a:ext cx="5486400" cy="2144712"/>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55"/>
          <p:cNvSpPr txBox="1"/>
          <p:nvPr>
            <p:ph type="body" idx="1"/>
          </p:nvPr>
        </p:nvSpPr>
        <p:spPr>
          <a:xfrm rot="5400000">
            <a:off x="854869" y="-119856"/>
            <a:ext cx="5486400" cy="6281738"/>
          </a:xfrm>
          <a:prstGeom prst="rect">
            <a:avLst/>
          </a:prstGeom>
          <a:noFill/>
          <a:ln>
            <a:noFill/>
          </a:ln>
        </p:spPr>
        <p:txBody>
          <a:bodyPr spcFirstLastPara="1" wrap="square" lIns="91425" tIns="45700" rIns="91425" bIns="45700" anchor="t" anchorCtr="0">
            <a:noAutofit/>
          </a:bodyPr>
          <a:lstStyle>
            <a:lvl1pPr marL="457200" lvl="0" indent="-354330" algn="l">
              <a:spcBef>
                <a:spcPts val="630"/>
              </a:spcBef>
              <a:spcAft>
                <a:spcPts val="0"/>
              </a:spcAft>
              <a:buSzPts val="1980"/>
              <a:buChar char="▪"/>
              <a:defRPr/>
            </a:lvl1pPr>
            <a:lvl2pPr marL="914400" lvl="1" indent="-354330" algn="l">
              <a:spcBef>
                <a:spcPts val="630"/>
              </a:spcBef>
              <a:spcAft>
                <a:spcPts val="0"/>
              </a:spcAft>
              <a:buSzPts val="1980"/>
              <a:buChar char="•"/>
              <a:defRPr/>
            </a:lvl2pPr>
            <a:lvl3pPr marL="1371600" lvl="2" indent="-314325" algn="l">
              <a:spcBef>
                <a:spcPts val="630"/>
              </a:spcBef>
              <a:spcAft>
                <a:spcPts val="0"/>
              </a:spcAft>
              <a:buSzPts val="1350"/>
              <a:buChar char="4"/>
              <a:defRPr/>
            </a:lvl3pPr>
            <a:lvl4pPr marL="1828800" lvl="3" indent="-314325" algn="l">
              <a:spcBef>
                <a:spcPts val="630"/>
              </a:spcBef>
              <a:spcAft>
                <a:spcPts val="0"/>
              </a:spcAft>
              <a:buSzPts val="1350"/>
              <a:buChar char="–"/>
              <a:defRPr/>
            </a:lvl4pPr>
            <a:lvl5pPr marL="2286000" lvl="4" indent="-314325" algn="l">
              <a:spcBef>
                <a:spcPts val="630"/>
              </a:spcBef>
              <a:spcAft>
                <a:spcPts val="0"/>
              </a:spcAft>
              <a:buSzPts val="1350"/>
              <a:buChar char="»"/>
              <a:defRPr/>
            </a:lvl5pPr>
            <a:lvl6pPr marL="2743200" lvl="5" indent="-314325" algn="l">
              <a:spcBef>
                <a:spcPts val="630"/>
              </a:spcBef>
              <a:spcAft>
                <a:spcPts val="0"/>
              </a:spcAft>
              <a:buSzPts val="1350"/>
              <a:buChar char="»"/>
              <a:defRPr/>
            </a:lvl6pPr>
            <a:lvl7pPr marL="3200400" lvl="6" indent="-314325" algn="l">
              <a:spcBef>
                <a:spcPts val="630"/>
              </a:spcBef>
              <a:spcAft>
                <a:spcPts val="0"/>
              </a:spcAft>
              <a:buSzPts val="1350"/>
              <a:buChar char="»"/>
              <a:defRPr/>
            </a:lvl7pPr>
            <a:lvl8pPr marL="3657600" lvl="7" indent="-314325" algn="l">
              <a:spcBef>
                <a:spcPts val="630"/>
              </a:spcBef>
              <a:spcAft>
                <a:spcPts val="0"/>
              </a:spcAft>
              <a:buSzPts val="1350"/>
              <a:buChar char="»"/>
              <a:defRPr/>
            </a:lvl8pPr>
            <a:lvl9pPr marL="4114800" lvl="8" indent="-314325" algn="l">
              <a:spcBef>
                <a:spcPts val="630"/>
              </a:spcBef>
              <a:spcAft>
                <a:spcPts val="0"/>
              </a:spcAft>
              <a:buSzPts val="135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3.jpeg"/><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9" name="Shape 9"/>
        <p:cNvGrpSpPr/>
        <p:nvPr/>
      </p:nvGrpSpPr>
      <p:grpSpPr>
        <a:xfrm>
          <a:off x="0" y="0"/>
          <a:ext cx="0" cy="0"/>
          <a:chOff x="0" y="0"/>
          <a:chExt cx="0" cy="0"/>
        </a:xfrm>
      </p:grpSpPr>
      <p:pic>
        <p:nvPicPr>
          <p:cNvPr id="10" name="Google Shape;10;p44" descr="dino_3"/>
          <p:cNvPicPr preferRelativeResize="0"/>
          <p:nvPr/>
        </p:nvPicPr>
        <p:blipFill rotWithShape="1">
          <a:blip r:embed="rId12"/>
          <a:srcRect/>
          <a:stretch>
            <a:fillRect/>
          </a:stretch>
        </p:blipFill>
        <p:spPr>
          <a:xfrm>
            <a:off x="285750" y="0"/>
            <a:ext cx="1195388" cy="908050"/>
          </a:xfrm>
          <a:prstGeom prst="rect">
            <a:avLst/>
          </a:prstGeom>
          <a:noFill/>
          <a:ln>
            <a:noFill/>
          </a:ln>
        </p:spPr>
      </p:pic>
      <p:sp>
        <p:nvSpPr>
          <p:cNvPr id="11" name="Google Shape;11;p44"/>
          <p:cNvSpPr txBox="1"/>
          <p:nvPr>
            <p:ph type="title"/>
          </p:nvPr>
        </p:nvSpPr>
        <p:spPr>
          <a:xfrm>
            <a:off x="457200" y="242645"/>
            <a:ext cx="8229600" cy="576262"/>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SzPts val="1400"/>
              <a:buNone/>
              <a:defRPr sz="3200" b="1" i="0" u="none" strike="noStrike" cap="none">
                <a:solidFill>
                  <a:srgbClr val="006699"/>
                </a:solidFill>
                <a:latin typeface="Arial" panose="020B0604020202020204"/>
                <a:ea typeface="Arial" panose="020B0604020202020204"/>
                <a:cs typeface="Arial" panose="020B0604020202020204"/>
                <a:sym typeface="Arial" panose="020B0604020202020204"/>
              </a:defRPr>
            </a:lvl1pPr>
            <a:lvl2pPr marR="0" lvl="1" algn="ctr" rtl="0">
              <a:spcBef>
                <a:spcPts val="0"/>
              </a:spcBef>
              <a:spcAft>
                <a:spcPts val="0"/>
              </a:spcAft>
              <a:buSzPts val="1400"/>
              <a:buNone/>
              <a:defRPr sz="3200" b="1" i="0" u="none" strike="noStrike" cap="none">
                <a:solidFill>
                  <a:srgbClr val="006699"/>
                </a:solidFill>
                <a:latin typeface="Arial" panose="020B0604020202020204"/>
                <a:ea typeface="Arial" panose="020B0604020202020204"/>
                <a:cs typeface="Arial" panose="020B0604020202020204"/>
                <a:sym typeface="Arial" panose="020B0604020202020204"/>
              </a:defRPr>
            </a:lvl2pPr>
            <a:lvl3pPr marR="0" lvl="2" algn="ctr" rtl="0">
              <a:spcBef>
                <a:spcPts val="0"/>
              </a:spcBef>
              <a:spcAft>
                <a:spcPts val="0"/>
              </a:spcAft>
              <a:buSzPts val="1400"/>
              <a:buNone/>
              <a:defRPr sz="3200" b="1" i="0" u="none" strike="noStrike" cap="none">
                <a:solidFill>
                  <a:srgbClr val="006699"/>
                </a:solidFill>
                <a:latin typeface="Arial" panose="020B0604020202020204"/>
                <a:ea typeface="Arial" panose="020B0604020202020204"/>
                <a:cs typeface="Arial" panose="020B0604020202020204"/>
                <a:sym typeface="Arial" panose="020B0604020202020204"/>
              </a:defRPr>
            </a:lvl3pPr>
            <a:lvl4pPr marR="0" lvl="3" algn="ctr" rtl="0">
              <a:spcBef>
                <a:spcPts val="0"/>
              </a:spcBef>
              <a:spcAft>
                <a:spcPts val="0"/>
              </a:spcAft>
              <a:buSzPts val="1400"/>
              <a:buNone/>
              <a:defRPr sz="3200" b="1" i="0" u="none" strike="noStrike" cap="none">
                <a:solidFill>
                  <a:srgbClr val="006699"/>
                </a:solidFill>
                <a:latin typeface="Arial" panose="020B0604020202020204"/>
                <a:ea typeface="Arial" panose="020B0604020202020204"/>
                <a:cs typeface="Arial" panose="020B0604020202020204"/>
                <a:sym typeface="Arial" panose="020B0604020202020204"/>
              </a:defRPr>
            </a:lvl4pPr>
            <a:lvl5pPr marR="0" lvl="4" algn="ctr" rtl="0">
              <a:spcBef>
                <a:spcPts val="0"/>
              </a:spcBef>
              <a:spcAft>
                <a:spcPts val="0"/>
              </a:spcAft>
              <a:buSzPts val="1400"/>
              <a:buNone/>
              <a:defRPr sz="3200" b="1" i="0" u="none" strike="noStrike" cap="none">
                <a:solidFill>
                  <a:srgbClr val="006699"/>
                </a:solidFill>
                <a:latin typeface="Arial" panose="020B0604020202020204"/>
                <a:ea typeface="Arial" panose="020B0604020202020204"/>
                <a:cs typeface="Arial" panose="020B0604020202020204"/>
                <a:sym typeface="Arial" panose="020B0604020202020204"/>
              </a:defRPr>
            </a:lvl5pPr>
            <a:lvl6pPr marR="0" lvl="5" algn="ctr" rtl="0">
              <a:spcBef>
                <a:spcPts val="0"/>
              </a:spcBef>
              <a:spcAft>
                <a:spcPts val="0"/>
              </a:spcAft>
              <a:buSzPts val="1400"/>
              <a:buNone/>
              <a:defRPr sz="3200" b="1" i="0" u="none" strike="noStrike" cap="none">
                <a:solidFill>
                  <a:srgbClr val="006699"/>
                </a:solidFill>
                <a:latin typeface="Arial" panose="020B0604020202020204"/>
                <a:ea typeface="Arial" panose="020B0604020202020204"/>
                <a:cs typeface="Arial" panose="020B0604020202020204"/>
                <a:sym typeface="Arial" panose="020B0604020202020204"/>
              </a:defRPr>
            </a:lvl6pPr>
            <a:lvl7pPr marR="0" lvl="6" algn="ctr" rtl="0">
              <a:spcBef>
                <a:spcPts val="0"/>
              </a:spcBef>
              <a:spcAft>
                <a:spcPts val="0"/>
              </a:spcAft>
              <a:buSzPts val="1400"/>
              <a:buNone/>
              <a:defRPr sz="3200" b="1" i="0" u="none" strike="noStrike" cap="none">
                <a:solidFill>
                  <a:srgbClr val="006699"/>
                </a:solidFill>
                <a:latin typeface="Arial" panose="020B0604020202020204"/>
                <a:ea typeface="Arial" panose="020B0604020202020204"/>
                <a:cs typeface="Arial" panose="020B0604020202020204"/>
                <a:sym typeface="Arial" panose="020B0604020202020204"/>
              </a:defRPr>
            </a:lvl7pPr>
            <a:lvl8pPr marR="0" lvl="7" algn="ctr" rtl="0">
              <a:spcBef>
                <a:spcPts val="0"/>
              </a:spcBef>
              <a:spcAft>
                <a:spcPts val="0"/>
              </a:spcAft>
              <a:buSzPts val="1400"/>
              <a:buNone/>
              <a:defRPr sz="3200" b="1" i="0" u="none" strike="noStrike" cap="none">
                <a:solidFill>
                  <a:srgbClr val="006699"/>
                </a:solidFill>
                <a:latin typeface="Arial" panose="020B0604020202020204"/>
                <a:ea typeface="Arial" panose="020B0604020202020204"/>
                <a:cs typeface="Arial" panose="020B0604020202020204"/>
                <a:sym typeface="Arial" panose="020B0604020202020204"/>
              </a:defRPr>
            </a:lvl8pPr>
            <a:lvl9pPr marR="0" lvl="8" algn="ctr" rtl="0">
              <a:spcBef>
                <a:spcPts val="0"/>
              </a:spcBef>
              <a:spcAft>
                <a:spcPts val="0"/>
              </a:spcAft>
              <a:buSzPts val="1400"/>
              <a:buNone/>
              <a:defRPr sz="3200" b="1" i="0" u="none" strike="noStrike" cap="none">
                <a:solidFill>
                  <a:srgbClr val="006699"/>
                </a:solidFill>
                <a:latin typeface="Arial" panose="020B0604020202020204"/>
                <a:ea typeface="Arial" panose="020B0604020202020204"/>
                <a:cs typeface="Arial" panose="020B0604020202020204"/>
                <a:sym typeface="Arial" panose="020B0604020202020204"/>
              </a:defRPr>
            </a:lvl9pPr>
          </a:lstStyle>
          <a:p/>
        </p:txBody>
      </p:sp>
      <p:sp>
        <p:nvSpPr>
          <p:cNvPr id="12" name="Google Shape;12;p44"/>
          <p:cNvSpPr txBox="1"/>
          <p:nvPr>
            <p:ph type="body" idx="1"/>
          </p:nvPr>
        </p:nvSpPr>
        <p:spPr>
          <a:xfrm>
            <a:off x="806450" y="1233488"/>
            <a:ext cx="7727950" cy="4530725"/>
          </a:xfrm>
          <a:prstGeom prst="rect">
            <a:avLst/>
          </a:prstGeom>
          <a:noFill/>
          <a:ln>
            <a:noFill/>
          </a:ln>
        </p:spPr>
        <p:txBody>
          <a:bodyPr spcFirstLastPara="1" wrap="square" lIns="91425" tIns="45700" rIns="91425" bIns="45700" anchor="t" anchorCtr="0">
            <a:noAutofit/>
          </a:bodyPr>
          <a:lstStyle>
            <a:lvl1pPr marL="457200" marR="0" lvl="0" indent="-354330" algn="l" rtl="0">
              <a:spcBef>
                <a:spcPts val="630"/>
              </a:spcBef>
              <a:spcAft>
                <a:spcPts val="0"/>
              </a:spcAft>
              <a:buClr>
                <a:srgbClr val="993300"/>
              </a:buClr>
              <a:buSzPts val="1980"/>
              <a:buFont typeface="Noto Sans Symbols"/>
              <a:buChar char="▪"/>
              <a:defRPr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1pPr>
            <a:lvl2pPr marL="914400" marR="0" lvl="1" indent="-354330" algn="l" rtl="0">
              <a:spcBef>
                <a:spcPts val="630"/>
              </a:spcBef>
              <a:spcAft>
                <a:spcPts val="0"/>
              </a:spcAft>
              <a:buClr>
                <a:srgbClr val="CC6600"/>
              </a:buClr>
              <a:buSzPts val="1980"/>
              <a:buFont typeface="Arial" panose="020B0604020202020204"/>
              <a:buChar char="•"/>
              <a:defRPr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2pPr>
            <a:lvl3pPr marL="1371600" marR="0" lvl="2" indent="-314325" algn="l" rtl="0">
              <a:spcBef>
                <a:spcPts val="630"/>
              </a:spcBef>
              <a:spcAft>
                <a:spcPts val="0"/>
              </a:spcAft>
              <a:buClr>
                <a:srgbClr val="009900"/>
              </a:buClr>
              <a:buSzPts val="1350"/>
              <a:buFont typeface="Arimo"/>
              <a:buChar char="4"/>
              <a:defRPr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3pPr>
            <a:lvl4pPr marL="1828800" marR="0" lvl="3" indent="-314325" algn="l" rtl="0">
              <a:spcBef>
                <a:spcPts val="630"/>
              </a:spcBef>
              <a:spcAft>
                <a:spcPts val="0"/>
              </a:spcAft>
              <a:buClr>
                <a:schemeClr val="hlink"/>
              </a:buClr>
              <a:buSzPts val="1350"/>
              <a:buFont typeface="Helvetica Neue" panose="020B0604020202020204"/>
              <a:buChar char="–"/>
              <a:defRPr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4pPr>
            <a:lvl5pPr marL="2286000" marR="0" lvl="4" indent="-314325" algn="l" rtl="0">
              <a:spcBef>
                <a:spcPts val="630"/>
              </a:spcBef>
              <a:spcAft>
                <a:spcPts val="0"/>
              </a:spcAft>
              <a:buClr>
                <a:srgbClr val="FF0066"/>
              </a:buClr>
              <a:buSzPts val="1350"/>
              <a:buFont typeface="Helvetica Neue" panose="020B0604020202020204"/>
              <a:buChar char="»"/>
              <a:defRPr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5pPr>
            <a:lvl6pPr marL="2743200" marR="0" lvl="5" indent="-314325" algn="l" rtl="0">
              <a:spcBef>
                <a:spcPts val="630"/>
              </a:spcBef>
              <a:spcAft>
                <a:spcPts val="0"/>
              </a:spcAft>
              <a:buClr>
                <a:srgbClr val="FF0066"/>
              </a:buClr>
              <a:buSzPts val="1350"/>
              <a:buFont typeface="Helvetica Neue" panose="020B0604020202020204"/>
              <a:buChar char="»"/>
              <a:defRPr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6pPr>
            <a:lvl7pPr marL="3200400" marR="0" lvl="6" indent="-314325" algn="l" rtl="0">
              <a:spcBef>
                <a:spcPts val="630"/>
              </a:spcBef>
              <a:spcAft>
                <a:spcPts val="0"/>
              </a:spcAft>
              <a:buClr>
                <a:srgbClr val="FF0066"/>
              </a:buClr>
              <a:buSzPts val="1350"/>
              <a:buFont typeface="Helvetica Neue" panose="020B0604020202020204"/>
              <a:buChar char="»"/>
              <a:defRPr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7pPr>
            <a:lvl8pPr marL="3657600" marR="0" lvl="7" indent="-314325" algn="l" rtl="0">
              <a:spcBef>
                <a:spcPts val="630"/>
              </a:spcBef>
              <a:spcAft>
                <a:spcPts val="0"/>
              </a:spcAft>
              <a:buClr>
                <a:srgbClr val="FF0066"/>
              </a:buClr>
              <a:buSzPts val="1350"/>
              <a:buFont typeface="Helvetica Neue" panose="020B0604020202020204"/>
              <a:buChar char="»"/>
              <a:defRPr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8pPr>
            <a:lvl9pPr marL="4114800" marR="0" lvl="8" indent="-314325" algn="l" rtl="0">
              <a:spcBef>
                <a:spcPts val="630"/>
              </a:spcBef>
              <a:spcAft>
                <a:spcPts val="0"/>
              </a:spcAft>
              <a:buClr>
                <a:srgbClr val="FF0066"/>
              </a:buClr>
              <a:buSzPts val="1350"/>
              <a:buFont typeface="Helvetica Neue" panose="020B0604020202020204"/>
              <a:buChar char="»"/>
              <a:defRPr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defRPr>
            </a:lvl9pPr>
          </a:lstStyle>
          <a:p/>
        </p:txBody>
      </p:sp>
      <p:sp>
        <p:nvSpPr>
          <p:cNvPr id="13" name="Google Shape;13;p44"/>
          <p:cNvSpPr/>
          <p:nvPr/>
        </p:nvSpPr>
        <p:spPr>
          <a:xfrm>
            <a:off x="0" y="0"/>
            <a:ext cx="228600" cy="2286000"/>
          </a:xfrm>
          <a:prstGeom prst="rect">
            <a:avLst/>
          </a:prstGeom>
          <a:solidFill>
            <a:srgbClr val="3366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cxnSp>
        <p:nvCxnSpPr>
          <p:cNvPr id="14" name="Google Shape;14;p44"/>
          <p:cNvCxnSpPr/>
          <p:nvPr/>
        </p:nvCxnSpPr>
        <p:spPr>
          <a:xfrm>
            <a:off x="457200" y="860425"/>
            <a:ext cx="8077200" cy="0"/>
          </a:xfrm>
          <a:prstGeom prst="straightConnector1">
            <a:avLst/>
          </a:prstGeom>
          <a:noFill/>
          <a:ln w="19050" cap="flat" cmpd="sng">
            <a:solidFill>
              <a:srgbClr val="336699"/>
            </a:solidFill>
            <a:prstDash val="solid"/>
            <a:round/>
            <a:headEnd type="none" w="med" len="med"/>
            <a:tailEnd type="none" w="med" len="med"/>
          </a:ln>
        </p:spPr>
      </p:cxnSp>
      <p:sp>
        <p:nvSpPr>
          <p:cNvPr id="15" name="Google Shape;15;p44"/>
          <p:cNvSpPr/>
          <p:nvPr/>
        </p:nvSpPr>
        <p:spPr>
          <a:xfrm>
            <a:off x="0" y="2286000"/>
            <a:ext cx="228600" cy="2286000"/>
          </a:xfrm>
          <a:prstGeom prst="rect">
            <a:avLst/>
          </a:prstGeom>
          <a:solidFill>
            <a:srgbClr val="99CC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6" name="Google Shape;16;p44"/>
          <p:cNvSpPr/>
          <p:nvPr/>
        </p:nvSpPr>
        <p:spPr>
          <a:xfrm>
            <a:off x="0" y="4572000"/>
            <a:ext cx="228600" cy="2286000"/>
          </a:xfrm>
          <a:prstGeom prst="rect">
            <a:avLst/>
          </a:prstGeom>
          <a:solidFill>
            <a:srgbClr val="3366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7" name="Google Shape;17;p44"/>
          <p:cNvSpPr txBox="1"/>
          <p:nvPr/>
        </p:nvSpPr>
        <p:spPr>
          <a:xfrm>
            <a:off x="4256088" y="6613525"/>
            <a:ext cx="447675" cy="24606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1" i="0" u="none" strike="noStrike" cap="none">
                <a:solidFill>
                  <a:srgbClr val="006699"/>
                </a:solidFill>
                <a:latin typeface="Helvetica Neue" panose="020B0604020202020204"/>
                <a:ea typeface="Helvetica Neue" panose="020B0604020202020204"/>
                <a:cs typeface="Helvetica Neue" panose="020B0604020202020204"/>
                <a:sym typeface="Helvetica Neue" panose="020B0604020202020204"/>
              </a:rPr>
              <a:t>8.</a:t>
            </a:r>
            <a:fld id="{00000000-1234-1234-1234-123412341234}" type="slidenum">
              <a:rPr lang="en-US" sz="1000" b="1" i="0" u="none" strike="noStrike" cap="none">
                <a:solidFill>
                  <a:srgbClr val="006699"/>
                </a:solidFill>
                <a:latin typeface="Helvetica Neue" panose="020B0604020202020204"/>
                <a:ea typeface="Helvetica Neue" panose="020B0604020202020204"/>
                <a:cs typeface="Helvetica Neue" panose="020B0604020202020204"/>
                <a:sym typeface="Helvetica Neue" panose="020B0604020202020204"/>
              </a:rPr>
            </a:fld>
            <a:endParaRPr sz="1000" b="1" i="0" u="none" strike="noStrike" cap="none">
              <a:solidFill>
                <a:srgbClr val="006699"/>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18" name="Google Shape;18;p44"/>
          <p:cNvSpPr txBox="1"/>
          <p:nvPr/>
        </p:nvSpPr>
        <p:spPr>
          <a:xfrm>
            <a:off x="6489700" y="6588125"/>
            <a:ext cx="2713038" cy="24447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000" b="1" i="0" u="none" strike="noStrike" cap="none">
                <a:solidFill>
                  <a:srgbClr val="006699"/>
                </a:solidFill>
                <a:latin typeface="Helvetica Neue" panose="020B0604020202020204"/>
                <a:ea typeface="Helvetica Neue" panose="020B0604020202020204"/>
                <a:cs typeface="Helvetica Neue" panose="020B0604020202020204"/>
                <a:sym typeface="Helvetica Neue" panose="020B0604020202020204"/>
              </a:rPr>
              <a:t>Silberschatz, Galvin and Gagne ©2018</a:t>
            </a:r>
            <a:endParaRPr lang="en-US" sz="1000" b="1" i="0" u="none" strike="noStrike" cap="none">
              <a:solidFill>
                <a:srgbClr val="006699"/>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19" name="Google Shape;19;p44"/>
          <p:cNvSpPr txBox="1"/>
          <p:nvPr/>
        </p:nvSpPr>
        <p:spPr>
          <a:xfrm>
            <a:off x="185738" y="6603879"/>
            <a:ext cx="2730500" cy="2460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b="1" i="0" u="none" strike="noStrike" cap="none">
                <a:solidFill>
                  <a:srgbClr val="006699"/>
                </a:solidFill>
                <a:latin typeface="Helvetica Neue" panose="020B0604020202020204"/>
                <a:ea typeface="Helvetica Neue" panose="020B0604020202020204"/>
                <a:cs typeface="Helvetica Neue" panose="020B0604020202020204"/>
                <a:sym typeface="Helvetica Neue" panose="020B0604020202020204"/>
              </a:rPr>
              <a:t>Operating System Concepts – 10</a:t>
            </a:r>
            <a:r>
              <a:rPr lang="en-US" sz="1000" b="1" i="0" u="none" strike="noStrike" cap="none" baseline="30000">
                <a:solidFill>
                  <a:srgbClr val="006699"/>
                </a:solidFill>
                <a:latin typeface="Helvetica Neue" panose="020B0604020202020204"/>
                <a:ea typeface="Helvetica Neue" panose="020B0604020202020204"/>
                <a:cs typeface="Helvetica Neue" panose="020B0604020202020204"/>
                <a:sym typeface="Helvetica Neue" panose="020B0604020202020204"/>
              </a:rPr>
              <a:t>th</a:t>
            </a:r>
            <a:r>
              <a:rPr lang="en-US" sz="1000" b="1" i="0" u="none" strike="noStrike" cap="none">
                <a:solidFill>
                  <a:srgbClr val="006699"/>
                </a:solidFill>
                <a:latin typeface="Helvetica Neue" panose="020B0604020202020204"/>
                <a:ea typeface="Helvetica Neue" panose="020B0604020202020204"/>
                <a:cs typeface="Helvetica Neue" panose="020B0604020202020204"/>
                <a:sym typeface="Helvetica Neue" panose="020B0604020202020204"/>
              </a:rPr>
              <a:t> Edition</a:t>
            </a:r>
            <a:endParaRPr lang="en-US" sz="1000" b="1" i="0" u="none" strike="noStrike" cap="none">
              <a:solidFill>
                <a:srgbClr val="006699"/>
              </a:solidFill>
              <a:latin typeface="Helvetica Neue" panose="020B0604020202020204"/>
              <a:ea typeface="Helvetica Neue" panose="020B0604020202020204"/>
              <a:cs typeface="Helvetica Neue" panose="020B0604020202020204"/>
              <a:sym typeface="Helvetica Neue" panose="020B0604020202020204"/>
            </a:endParaRPr>
          </a:p>
        </p:txBody>
      </p:sp>
      <p:pic>
        <p:nvPicPr>
          <p:cNvPr id="20" name="Google Shape;20;p44" descr="dino_6"/>
          <p:cNvPicPr preferRelativeResize="0"/>
          <p:nvPr/>
        </p:nvPicPr>
        <p:blipFill rotWithShape="1">
          <a:blip r:embed="rId13"/>
          <a:srcRect/>
          <a:stretch>
            <a:fillRect/>
          </a:stretch>
        </p:blipFill>
        <p:spPr>
          <a:xfrm>
            <a:off x="7773988" y="5849938"/>
            <a:ext cx="1284287" cy="79216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3.xml"/><Relationship Id="rId1" Type="http://schemas.openxmlformats.org/officeDocument/2006/relationships/image" Target="../media/image5.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3.xml"/><Relationship Id="rId1" Type="http://schemas.openxmlformats.org/officeDocument/2006/relationships/image" Target="../media/image6.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image" Target="../media/image8.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image" Target="../media/image9.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xml"/><Relationship Id="rId1" Type="http://schemas.openxmlformats.org/officeDocument/2006/relationships/image" Target="../media/image10.jpe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xml"/><Relationship Id="rId1" Type="http://schemas.openxmlformats.org/officeDocument/2006/relationships/image" Target="../media/image11.jpe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68" name="Shape 68"/>
        <p:cNvGrpSpPr/>
        <p:nvPr/>
      </p:nvGrpSpPr>
      <p:grpSpPr>
        <a:xfrm>
          <a:off x="0" y="0"/>
          <a:ext cx="0" cy="0"/>
          <a:chOff x="0" y="0"/>
          <a:chExt cx="0" cy="0"/>
        </a:xfrm>
      </p:grpSpPr>
      <p:sp>
        <p:nvSpPr>
          <p:cNvPr id="69" name="Google Shape;69;p1"/>
          <p:cNvSpPr txBox="1"/>
          <p:nvPr>
            <p:ph type="ctrTitle"/>
          </p:nvPr>
        </p:nvSpPr>
        <p:spPr>
          <a:xfrm>
            <a:off x="685800" y="868363"/>
            <a:ext cx="7772400" cy="212725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Chapter 8:  Deadlocks</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74" name="Shape 74"/>
        <p:cNvGrpSpPr/>
        <p:nvPr/>
      </p:nvGrpSpPr>
      <p:grpSpPr>
        <a:xfrm>
          <a:off x="0" y="0"/>
          <a:ext cx="0" cy="0"/>
          <a:chOff x="0" y="0"/>
          <a:chExt cx="0" cy="0"/>
        </a:xfrm>
      </p:grpSpPr>
      <p:sp>
        <p:nvSpPr>
          <p:cNvPr id="75" name="Google Shape;75;p2"/>
          <p:cNvSpPr txBox="1"/>
          <p:nvPr>
            <p:ph type="title"/>
          </p:nvPr>
        </p:nvSpPr>
        <p:spPr>
          <a:xfrm>
            <a:off x="806450" y="225461"/>
            <a:ext cx="788035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Outline</a:t>
            </a:r>
            <a:endParaRPr lang="en-US"/>
          </a:p>
        </p:txBody>
      </p:sp>
      <p:sp>
        <p:nvSpPr>
          <p:cNvPr id="76" name="Google Shape;76;p2"/>
          <p:cNvSpPr txBox="1"/>
          <p:nvPr>
            <p:ph type="body" idx="1"/>
          </p:nvPr>
        </p:nvSpPr>
        <p:spPr>
          <a:xfrm>
            <a:off x="806450" y="1309170"/>
            <a:ext cx="7588250" cy="4530725"/>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a:t>System Model</a:t>
            </a:r>
            <a:endParaRPr lang="en-US"/>
          </a:p>
          <a:p>
            <a:pPr marL="285750" lvl="0" indent="-285750" algn="l" rtl="0">
              <a:spcBef>
                <a:spcPts val="630"/>
              </a:spcBef>
              <a:spcAft>
                <a:spcPts val="0"/>
              </a:spcAft>
              <a:buSzPts val="1980"/>
              <a:buChar char="▪"/>
            </a:pPr>
            <a:r>
              <a:rPr lang="en-US"/>
              <a:t>Deadlock Characterization</a:t>
            </a:r>
            <a:endParaRPr lang="en-US"/>
          </a:p>
          <a:p>
            <a:pPr marL="285750" lvl="0" indent="-285750" algn="l" rtl="0">
              <a:spcBef>
                <a:spcPts val="630"/>
              </a:spcBef>
              <a:spcAft>
                <a:spcPts val="0"/>
              </a:spcAft>
              <a:buSzPts val="1980"/>
              <a:buChar char="▪"/>
            </a:pPr>
            <a:r>
              <a:rPr lang="en-US"/>
              <a:t>Methods for Handling Deadlocks</a:t>
            </a:r>
            <a:endParaRPr lang="en-US"/>
          </a:p>
          <a:p>
            <a:pPr marL="285750" lvl="0" indent="-285750" algn="l" rtl="0">
              <a:spcBef>
                <a:spcPts val="630"/>
              </a:spcBef>
              <a:spcAft>
                <a:spcPts val="0"/>
              </a:spcAft>
              <a:buSzPts val="1980"/>
              <a:buChar char="▪"/>
            </a:pPr>
            <a:r>
              <a:rPr lang="en-US"/>
              <a:t>Deadlock Prevention</a:t>
            </a:r>
            <a:endParaRPr lang="en-US"/>
          </a:p>
          <a:p>
            <a:pPr marL="285750" lvl="0" indent="-285750" algn="l" rtl="0">
              <a:spcBef>
                <a:spcPts val="630"/>
              </a:spcBef>
              <a:spcAft>
                <a:spcPts val="0"/>
              </a:spcAft>
              <a:buSzPts val="1980"/>
              <a:buChar char="▪"/>
            </a:pPr>
            <a:r>
              <a:rPr lang="en-US"/>
              <a:t>Deadlock Avoidance</a:t>
            </a:r>
            <a:endParaRPr lang="en-US"/>
          </a:p>
          <a:p>
            <a:pPr marL="285750" lvl="0" indent="-285750" algn="l" rtl="0">
              <a:spcBef>
                <a:spcPts val="630"/>
              </a:spcBef>
              <a:spcAft>
                <a:spcPts val="0"/>
              </a:spcAft>
              <a:buSzPts val="1980"/>
              <a:buChar char="▪"/>
            </a:pPr>
            <a:r>
              <a:rPr lang="en-US"/>
              <a:t>Deadlock Detection </a:t>
            </a:r>
            <a:endParaRPr lang="en-US"/>
          </a:p>
          <a:p>
            <a:pPr marL="285750" lvl="0" indent="-285750" algn="l" rtl="0">
              <a:spcBef>
                <a:spcPts val="630"/>
              </a:spcBef>
              <a:spcAft>
                <a:spcPts val="0"/>
              </a:spcAft>
              <a:buSzPts val="1980"/>
              <a:buChar char="▪"/>
            </a:pPr>
            <a:r>
              <a:rPr lang="en-US"/>
              <a:t>Recovery from Deadlock </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81" name="Shape 81"/>
        <p:cNvGrpSpPr/>
        <p:nvPr/>
      </p:nvGrpSpPr>
      <p:grpSpPr>
        <a:xfrm>
          <a:off x="0" y="0"/>
          <a:ext cx="0" cy="0"/>
          <a:chOff x="0" y="0"/>
          <a:chExt cx="0" cy="0"/>
        </a:xfrm>
      </p:grpSpPr>
      <p:sp>
        <p:nvSpPr>
          <p:cNvPr id="82" name="Google Shape;82;p3"/>
          <p:cNvSpPr txBox="1"/>
          <p:nvPr>
            <p:ph type="title"/>
          </p:nvPr>
        </p:nvSpPr>
        <p:spPr>
          <a:xfrm>
            <a:off x="457200" y="228830"/>
            <a:ext cx="82296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Chapter Objectives</a:t>
            </a:r>
            <a:endParaRPr lang="en-US"/>
          </a:p>
        </p:txBody>
      </p:sp>
      <p:sp>
        <p:nvSpPr>
          <p:cNvPr id="83" name="Google Shape;83;p3"/>
          <p:cNvSpPr txBox="1"/>
          <p:nvPr>
            <p:ph type="body" idx="1"/>
          </p:nvPr>
        </p:nvSpPr>
        <p:spPr>
          <a:xfrm>
            <a:off x="802433" y="1308136"/>
            <a:ext cx="7772400" cy="4500562"/>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a:t>Illustrate how deadlock can occur when mutex locks are used</a:t>
            </a:r>
            <a:endParaRPr lang="en-US"/>
          </a:p>
          <a:p>
            <a:pPr marL="285750" lvl="0" indent="-285750" algn="l" rtl="0">
              <a:spcBef>
                <a:spcPts val="630"/>
              </a:spcBef>
              <a:spcAft>
                <a:spcPts val="0"/>
              </a:spcAft>
              <a:buSzPts val="1980"/>
              <a:buChar char="▪"/>
            </a:pPr>
            <a:r>
              <a:rPr lang="en-US"/>
              <a:t>Define the four necessary conditions that characterize deadlock</a:t>
            </a:r>
            <a:endParaRPr lang="en-US"/>
          </a:p>
          <a:p>
            <a:pPr marL="285750" lvl="0" indent="-285750" algn="l" rtl="0">
              <a:spcBef>
                <a:spcPts val="630"/>
              </a:spcBef>
              <a:spcAft>
                <a:spcPts val="0"/>
              </a:spcAft>
              <a:buSzPts val="1980"/>
              <a:buChar char="▪"/>
            </a:pPr>
            <a:r>
              <a:rPr lang="en-US"/>
              <a:t>Identify a deadlock situation in a resource allocation graph</a:t>
            </a:r>
            <a:endParaRPr lang="en-US"/>
          </a:p>
          <a:p>
            <a:pPr marL="285750" lvl="0" indent="-285750" algn="l" rtl="0">
              <a:spcBef>
                <a:spcPts val="630"/>
              </a:spcBef>
              <a:spcAft>
                <a:spcPts val="0"/>
              </a:spcAft>
              <a:buSzPts val="1980"/>
              <a:buChar char="▪"/>
            </a:pPr>
            <a:r>
              <a:rPr lang="en-US"/>
              <a:t>Evaluate the four different approaches for preventing deadlocks</a:t>
            </a:r>
            <a:endParaRPr lang="en-US"/>
          </a:p>
          <a:p>
            <a:pPr marL="285750" lvl="0" indent="-285750" algn="l" rtl="0">
              <a:spcBef>
                <a:spcPts val="630"/>
              </a:spcBef>
              <a:spcAft>
                <a:spcPts val="0"/>
              </a:spcAft>
              <a:buSzPts val="1980"/>
              <a:buChar char="▪"/>
            </a:pPr>
            <a:r>
              <a:rPr lang="en-US"/>
              <a:t>Apply the banker’s algorithm for deadlock avoidance</a:t>
            </a:r>
            <a:endParaRPr lang="en-US"/>
          </a:p>
          <a:p>
            <a:pPr marL="285750" lvl="0" indent="-285750" algn="l" rtl="0">
              <a:spcBef>
                <a:spcPts val="630"/>
              </a:spcBef>
              <a:spcAft>
                <a:spcPts val="0"/>
              </a:spcAft>
              <a:buSzPts val="1980"/>
              <a:buChar char="▪"/>
            </a:pPr>
            <a:r>
              <a:rPr lang="en-US"/>
              <a:t>Apply the deadlock detection algorithm</a:t>
            </a:r>
            <a:endParaRPr lang="en-US"/>
          </a:p>
          <a:p>
            <a:pPr marL="285750" lvl="0" indent="-285750" algn="l" rtl="0">
              <a:spcBef>
                <a:spcPts val="630"/>
              </a:spcBef>
              <a:spcAft>
                <a:spcPts val="0"/>
              </a:spcAft>
              <a:buSzPts val="1980"/>
              <a:buChar char="▪"/>
            </a:pPr>
            <a:r>
              <a:rPr lang="en-US"/>
              <a:t>Evaluate approaches for recovering from deadlock</a:t>
            </a:r>
            <a:endParaRPr lang="en-US"/>
          </a:p>
          <a:p>
            <a:pPr marL="285750" lvl="0" indent="-160020" algn="l" rtl="0">
              <a:spcBef>
                <a:spcPts val="630"/>
              </a:spcBef>
              <a:spcAft>
                <a:spcPts val="0"/>
              </a:spcAft>
              <a:buSzPts val="1980"/>
              <a:buNone/>
            </a:pPr>
          </a:p>
          <a:p>
            <a:pPr marL="285750" lvl="0" indent="-285750" algn="l" rtl="0">
              <a:spcBef>
                <a:spcPts val="630"/>
              </a:spcBef>
              <a:spcAft>
                <a:spcPts val="0"/>
              </a:spcAft>
              <a:buSzPts val="1530"/>
              <a:buFont typeface="Arial" panose="020B0604020202020204"/>
              <a:buNone/>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88" name="Shape 88"/>
        <p:cNvGrpSpPr/>
        <p:nvPr/>
      </p:nvGrpSpPr>
      <p:grpSpPr>
        <a:xfrm>
          <a:off x="0" y="0"/>
          <a:ext cx="0" cy="0"/>
          <a:chOff x="0" y="0"/>
          <a:chExt cx="0" cy="0"/>
        </a:xfrm>
      </p:grpSpPr>
      <p:sp>
        <p:nvSpPr>
          <p:cNvPr id="89" name="Google Shape;89;p4"/>
          <p:cNvSpPr txBox="1"/>
          <p:nvPr>
            <p:ph type="title"/>
          </p:nvPr>
        </p:nvSpPr>
        <p:spPr>
          <a:xfrm>
            <a:off x="457200" y="222868"/>
            <a:ext cx="82296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System Model</a:t>
            </a:r>
            <a:endParaRPr lang="en-US"/>
          </a:p>
        </p:txBody>
      </p:sp>
      <p:sp>
        <p:nvSpPr>
          <p:cNvPr id="90" name="Google Shape;90;p4"/>
          <p:cNvSpPr txBox="1"/>
          <p:nvPr>
            <p:ph type="body" idx="1"/>
          </p:nvPr>
        </p:nvSpPr>
        <p:spPr>
          <a:xfrm>
            <a:off x="802834" y="1354816"/>
            <a:ext cx="7351712" cy="4483100"/>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a:t>System consists of resources</a:t>
            </a:r>
            <a:endParaRPr lang="en-US"/>
          </a:p>
          <a:p>
            <a:pPr marL="285750" lvl="0" indent="-285750" algn="l" rtl="0">
              <a:spcBef>
                <a:spcPts val="630"/>
              </a:spcBef>
              <a:spcAft>
                <a:spcPts val="0"/>
              </a:spcAft>
              <a:buSzPts val="1980"/>
              <a:buChar char="▪"/>
            </a:pPr>
            <a:r>
              <a:rPr lang="en-US"/>
              <a:t>Resource types </a:t>
            </a:r>
            <a:r>
              <a:rPr lang="en-US" i="1"/>
              <a:t>R</a:t>
            </a:r>
            <a:r>
              <a:rPr lang="en-US" baseline="-25000"/>
              <a:t>1</a:t>
            </a:r>
            <a:r>
              <a:rPr lang="en-US"/>
              <a:t>, </a:t>
            </a:r>
            <a:r>
              <a:rPr lang="en-US" i="1"/>
              <a:t>R</a:t>
            </a:r>
            <a:r>
              <a:rPr lang="en-US" baseline="-25000"/>
              <a:t>2</a:t>
            </a:r>
            <a:r>
              <a:rPr lang="en-US"/>
              <a:t>, . . ., </a:t>
            </a:r>
            <a:r>
              <a:rPr lang="en-US" i="1"/>
              <a:t>R</a:t>
            </a:r>
            <a:r>
              <a:rPr lang="en-US" baseline="-25000"/>
              <a:t>m</a:t>
            </a:r>
            <a:endParaRPr lang="en-US" baseline="-25000"/>
          </a:p>
          <a:p>
            <a:pPr marL="742950" lvl="1" indent="-285750" algn="l" rtl="0">
              <a:spcBef>
                <a:spcPts val="630"/>
              </a:spcBef>
              <a:spcAft>
                <a:spcPts val="0"/>
              </a:spcAft>
              <a:buSzPts val="1980"/>
              <a:buChar char="•"/>
            </a:pPr>
            <a:r>
              <a:rPr lang="en-US" i="1"/>
              <a:t>CPU cycles, memory space, I/O devices</a:t>
            </a:r>
            <a:endParaRPr lang="en-US" i="1"/>
          </a:p>
          <a:p>
            <a:pPr marL="285750" lvl="0" indent="-285750" algn="l" rtl="0">
              <a:spcBef>
                <a:spcPts val="630"/>
              </a:spcBef>
              <a:spcAft>
                <a:spcPts val="0"/>
              </a:spcAft>
              <a:buSzPts val="1980"/>
              <a:buChar char="▪"/>
            </a:pPr>
            <a:r>
              <a:rPr lang="en-US"/>
              <a:t>Each resource type </a:t>
            </a:r>
            <a:r>
              <a:rPr lang="en-US" i="1"/>
              <a:t>R</a:t>
            </a:r>
            <a:r>
              <a:rPr lang="en-US" baseline="-25000"/>
              <a:t>i</a:t>
            </a:r>
            <a:r>
              <a:rPr lang="en-US"/>
              <a:t> has </a:t>
            </a:r>
            <a:r>
              <a:rPr lang="en-US" i="1"/>
              <a:t>W</a:t>
            </a:r>
            <a:r>
              <a:rPr lang="en-US" baseline="-25000"/>
              <a:t>i</a:t>
            </a:r>
            <a:r>
              <a:rPr lang="en-US"/>
              <a:t> instances.</a:t>
            </a:r>
            <a:endParaRPr lang="en-US"/>
          </a:p>
          <a:p>
            <a:pPr marL="285750" lvl="0" indent="-285750" algn="l" rtl="0">
              <a:spcBef>
                <a:spcPts val="630"/>
              </a:spcBef>
              <a:spcAft>
                <a:spcPts val="0"/>
              </a:spcAft>
              <a:buSzPts val="1980"/>
              <a:buChar char="▪"/>
            </a:pPr>
            <a:r>
              <a:rPr lang="en-US"/>
              <a:t>Each process utilizes a resource as follows:</a:t>
            </a:r>
            <a:endParaRPr lang="en-US"/>
          </a:p>
          <a:p>
            <a:pPr marL="742950" lvl="1" indent="-285750" algn="l" rtl="0">
              <a:spcBef>
                <a:spcPts val="630"/>
              </a:spcBef>
              <a:spcAft>
                <a:spcPts val="0"/>
              </a:spcAft>
              <a:buSzPts val="1980"/>
              <a:buChar char="•"/>
            </a:pPr>
            <a:r>
              <a:rPr lang="en-US" b="1"/>
              <a:t>request </a:t>
            </a:r>
            <a:endParaRPr lang="en-US" b="1"/>
          </a:p>
          <a:p>
            <a:pPr marL="742950" lvl="1" indent="-285750" algn="l" rtl="0">
              <a:spcBef>
                <a:spcPts val="630"/>
              </a:spcBef>
              <a:spcAft>
                <a:spcPts val="0"/>
              </a:spcAft>
              <a:buSzPts val="1980"/>
              <a:buChar char="•"/>
            </a:pPr>
            <a:r>
              <a:rPr lang="en-US" b="1"/>
              <a:t>use </a:t>
            </a:r>
            <a:endParaRPr lang="en-US" b="1"/>
          </a:p>
          <a:p>
            <a:pPr marL="742950" lvl="1" indent="-285750" algn="l" rtl="0">
              <a:spcBef>
                <a:spcPts val="630"/>
              </a:spcBef>
              <a:spcAft>
                <a:spcPts val="0"/>
              </a:spcAft>
              <a:buSzPts val="1980"/>
              <a:buChar char="•"/>
            </a:pPr>
            <a:r>
              <a:rPr lang="en-US" b="1"/>
              <a:t>release</a:t>
            </a:r>
            <a:endParaRPr lang="en-US"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95" name="Shape 95"/>
        <p:cNvGrpSpPr/>
        <p:nvPr/>
      </p:nvGrpSpPr>
      <p:grpSpPr>
        <a:xfrm>
          <a:off x="0" y="0"/>
          <a:ext cx="0" cy="0"/>
          <a:chOff x="0" y="0"/>
          <a:chExt cx="0" cy="0"/>
        </a:xfrm>
      </p:grpSpPr>
      <p:sp>
        <p:nvSpPr>
          <p:cNvPr id="96" name="Google Shape;96;p5"/>
          <p:cNvSpPr txBox="1"/>
          <p:nvPr>
            <p:ph type="title"/>
          </p:nvPr>
        </p:nvSpPr>
        <p:spPr>
          <a:xfrm>
            <a:off x="923925" y="175869"/>
            <a:ext cx="7762875"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Deadlock with Semaphores</a:t>
            </a:r>
            <a:endParaRPr lang="en-US"/>
          </a:p>
        </p:txBody>
      </p:sp>
      <p:sp>
        <p:nvSpPr>
          <p:cNvPr id="97" name="Google Shape;97;p5"/>
          <p:cNvSpPr txBox="1"/>
          <p:nvPr>
            <p:ph type="body" idx="1"/>
          </p:nvPr>
        </p:nvSpPr>
        <p:spPr>
          <a:xfrm>
            <a:off x="817360" y="1331338"/>
            <a:ext cx="6959600" cy="4860925"/>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a:t>Data:</a:t>
            </a:r>
            <a:endParaRPr lang="en-US"/>
          </a:p>
          <a:p>
            <a:pPr marL="742950" lvl="1" indent="-285750" algn="l" rtl="0">
              <a:spcBef>
                <a:spcPts val="630"/>
              </a:spcBef>
              <a:spcAft>
                <a:spcPts val="0"/>
              </a:spcAft>
              <a:buSzPts val="1980"/>
              <a:buChar char="•"/>
            </a:pPr>
            <a:r>
              <a:rPr lang="en-US"/>
              <a:t>A semaphore </a:t>
            </a:r>
            <a:r>
              <a:rPr lang="en-US" b="1">
                <a:latin typeface="Courier New" panose="02070309020205020404"/>
                <a:ea typeface="Courier New" panose="02070309020205020404"/>
                <a:cs typeface="Courier New" panose="02070309020205020404"/>
                <a:sym typeface="Courier New" panose="02070309020205020404"/>
              </a:rPr>
              <a:t>S1 </a:t>
            </a:r>
            <a:r>
              <a:rPr lang="en-US"/>
              <a:t>initialized to 1</a:t>
            </a:r>
            <a:endParaRPr lang="en-US"/>
          </a:p>
          <a:p>
            <a:pPr marL="742950" lvl="1" indent="-285750" algn="l" rtl="0">
              <a:spcBef>
                <a:spcPts val="630"/>
              </a:spcBef>
              <a:spcAft>
                <a:spcPts val="0"/>
              </a:spcAft>
              <a:buSzPts val="1980"/>
              <a:buChar char="•"/>
            </a:pPr>
            <a:r>
              <a:rPr lang="en-US"/>
              <a:t>A semaphore </a:t>
            </a:r>
            <a:r>
              <a:rPr lang="en-US" b="1">
                <a:latin typeface="Courier New" panose="02070309020205020404"/>
                <a:ea typeface="Courier New" panose="02070309020205020404"/>
                <a:cs typeface="Courier New" panose="02070309020205020404"/>
                <a:sym typeface="Courier New" panose="02070309020205020404"/>
              </a:rPr>
              <a:t>S2 </a:t>
            </a:r>
            <a:r>
              <a:rPr lang="en-US"/>
              <a:t>initialized to 1</a:t>
            </a:r>
            <a:endParaRPr lang="en-US"/>
          </a:p>
          <a:p>
            <a:pPr marL="285750" lvl="0" indent="-285750" algn="l" rtl="0">
              <a:spcBef>
                <a:spcPts val="630"/>
              </a:spcBef>
              <a:spcAft>
                <a:spcPts val="0"/>
              </a:spcAft>
              <a:buSzPts val="1980"/>
              <a:buChar char="▪"/>
            </a:pPr>
            <a:r>
              <a:rPr lang="en-US"/>
              <a:t>Two processes P1 and P2</a:t>
            </a:r>
            <a:endParaRPr lang="en-US"/>
          </a:p>
          <a:p>
            <a:pPr marL="285750" lvl="0" indent="-285750" algn="l" rtl="0">
              <a:spcBef>
                <a:spcPts val="630"/>
              </a:spcBef>
              <a:spcAft>
                <a:spcPts val="0"/>
              </a:spcAft>
              <a:buSzPts val="1980"/>
              <a:buChar char="▪"/>
            </a:pPr>
            <a:r>
              <a:rPr lang="en-US" b="1">
                <a:latin typeface="Courier New" panose="02070309020205020404"/>
                <a:ea typeface="Courier New" panose="02070309020205020404"/>
                <a:cs typeface="Courier New" panose="02070309020205020404"/>
                <a:sym typeface="Courier New" panose="02070309020205020404"/>
              </a:rPr>
              <a:t>P1:  </a:t>
            </a:r>
            <a:endParaRPr lang="en-US" b="1">
              <a:latin typeface="Courier New" panose="02070309020205020404"/>
              <a:ea typeface="Courier New" panose="02070309020205020404"/>
              <a:cs typeface="Courier New" panose="02070309020205020404"/>
              <a:sym typeface="Courier New" panose="02070309020205020404"/>
            </a:endParaRPr>
          </a:p>
          <a:p>
            <a:pPr marL="0" lvl="0" indent="0" algn="l" rtl="0">
              <a:spcBef>
                <a:spcPts val="630"/>
              </a:spcBef>
              <a:spcAft>
                <a:spcPts val="0"/>
              </a:spcAft>
              <a:buSzPts val="1980"/>
              <a:buNone/>
            </a:pPr>
            <a:r>
              <a:rPr lang="en-US" b="1">
                <a:latin typeface="Courier New" panose="02070309020205020404"/>
                <a:ea typeface="Courier New" panose="02070309020205020404"/>
                <a:cs typeface="Courier New" panose="02070309020205020404"/>
                <a:sym typeface="Courier New" panose="02070309020205020404"/>
              </a:rPr>
              <a:t>    wait(s1)</a:t>
            </a:r>
            <a:endParaRPr lang="en-US" b="1">
              <a:latin typeface="Courier New" panose="02070309020205020404"/>
              <a:ea typeface="Courier New" panose="02070309020205020404"/>
              <a:cs typeface="Courier New" panose="02070309020205020404"/>
              <a:sym typeface="Courier New" panose="02070309020205020404"/>
            </a:endParaRPr>
          </a:p>
          <a:p>
            <a:pPr marL="0" lvl="0" indent="0" algn="l" rtl="0">
              <a:spcBef>
                <a:spcPts val="630"/>
              </a:spcBef>
              <a:spcAft>
                <a:spcPts val="0"/>
              </a:spcAft>
              <a:buSzPts val="1980"/>
              <a:buNone/>
            </a:pPr>
            <a:r>
              <a:rPr lang="en-US" b="1">
                <a:latin typeface="Courier New" panose="02070309020205020404"/>
                <a:ea typeface="Courier New" panose="02070309020205020404"/>
                <a:cs typeface="Courier New" panose="02070309020205020404"/>
                <a:sym typeface="Courier New" panose="02070309020205020404"/>
              </a:rPr>
              <a:t>    wait(s2)</a:t>
            </a:r>
            <a:endParaRPr lang="en-US" b="1">
              <a:latin typeface="Courier New" panose="02070309020205020404"/>
              <a:ea typeface="Courier New" panose="02070309020205020404"/>
              <a:cs typeface="Courier New" panose="02070309020205020404"/>
              <a:sym typeface="Courier New" panose="02070309020205020404"/>
            </a:endParaRPr>
          </a:p>
          <a:p>
            <a:pPr marL="285750" lvl="0" indent="-285750" algn="l" rtl="0">
              <a:spcBef>
                <a:spcPts val="630"/>
              </a:spcBef>
              <a:spcAft>
                <a:spcPts val="0"/>
              </a:spcAft>
              <a:buSzPts val="1980"/>
              <a:buChar char="▪"/>
            </a:pPr>
            <a:r>
              <a:rPr lang="en-US" b="1">
                <a:latin typeface="Courier New" panose="02070309020205020404"/>
                <a:ea typeface="Courier New" panose="02070309020205020404"/>
                <a:cs typeface="Courier New" panose="02070309020205020404"/>
                <a:sym typeface="Courier New" panose="02070309020205020404"/>
              </a:rPr>
              <a:t>P2:  </a:t>
            </a:r>
            <a:endParaRPr lang="en-US" b="1">
              <a:latin typeface="Courier New" panose="02070309020205020404"/>
              <a:ea typeface="Courier New" panose="02070309020205020404"/>
              <a:cs typeface="Courier New" panose="02070309020205020404"/>
              <a:sym typeface="Courier New" panose="02070309020205020404"/>
            </a:endParaRPr>
          </a:p>
          <a:p>
            <a:pPr marL="0" lvl="0" indent="0" algn="l" rtl="0">
              <a:spcBef>
                <a:spcPts val="630"/>
              </a:spcBef>
              <a:spcAft>
                <a:spcPts val="0"/>
              </a:spcAft>
              <a:buSzPts val="1980"/>
              <a:buNone/>
            </a:pPr>
            <a:r>
              <a:rPr lang="en-US" b="1">
                <a:latin typeface="Courier New" panose="02070309020205020404"/>
                <a:ea typeface="Courier New" panose="02070309020205020404"/>
                <a:cs typeface="Courier New" panose="02070309020205020404"/>
                <a:sym typeface="Courier New" panose="02070309020205020404"/>
              </a:rPr>
              <a:t>    wait(s2)</a:t>
            </a:r>
            <a:endParaRPr lang="en-US" b="1">
              <a:latin typeface="Courier New" panose="02070309020205020404"/>
              <a:ea typeface="Courier New" panose="02070309020205020404"/>
              <a:cs typeface="Courier New" panose="02070309020205020404"/>
              <a:sym typeface="Courier New" panose="02070309020205020404"/>
            </a:endParaRPr>
          </a:p>
          <a:p>
            <a:pPr marL="0" lvl="0" indent="0" algn="l" rtl="0">
              <a:spcBef>
                <a:spcPts val="630"/>
              </a:spcBef>
              <a:spcAft>
                <a:spcPts val="0"/>
              </a:spcAft>
              <a:buSzPts val="1980"/>
              <a:buNone/>
            </a:pPr>
            <a:r>
              <a:rPr lang="en-US" b="1">
                <a:latin typeface="Courier New" panose="02070309020205020404"/>
                <a:ea typeface="Courier New" panose="02070309020205020404"/>
                <a:cs typeface="Courier New" panose="02070309020205020404"/>
                <a:sym typeface="Courier New" panose="02070309020205020404"/>
              </a:rPr>
              <a:t>    wait(s1)</a:t>
            </a:r>
            <a:endParaRPr lang="en-US" b="1">
              <a:latin typeface="Courier New" panose="02070309020205020404"/>
              <a:ea typeface="Courier New" panose="02070309020205020404"/>
              <a:cs typeface="Courier New" panose="02070309020205020404"/>
              <a:sym typeface="Courier New" panose="020703090202050204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02" name="Shape 102"/>
        <p:cNvGrpSpPr/>
        <p:nvPr/>
      </p:nvGrpSpPr>
      <p:grpSpPr>
        <a:xfrm>
          <a:off x="0" y="0"/>
          <a:ext cx="0" cy="0"/>
          <a:chOff x="0" y="0"/>
          <a:chExt cx="0" cy="0"/>
        </a:xfrm>
      </p:grpSpPr>
      <p:sp>
        <p:nvSpPr>
          <p:cNvPr id="103" name="Google Shape;103;p6"/>
          <p:cNvSpPr txBox="1"/>
          <p:nvPr>
            <p:ph type="title"/>
          </p:nvPr>
        </p:nvSpPr>
        <p:spPr>
          <a:xfrm>
            <a:off x="698500" y="164872"/>
            <a:ext cx="7937400" cy="5763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Deadlock Characterization</a:t>
            </a:r>
            <a:endParaRPr lang="en-US"/>
          </a:p>
        </p:txBody>
      </p:sp>
      <p:sp>
        <p:nvSpPr>
          <p:cNvPr id="104" name="Google Shape;104;p6"/>
          <p:cNvSpPr txBox="1"/>
          <p:nvPr>
            <p:ph type="body" idx="1"/>
          </p:nvPr>
        </p:nvSpPr>
        <p:spPr>
          <a:xfrm>
            <a:off x="1193281" y="1685190"/>
            <a:ext cx="6757437" cy="4668837"/>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Mutual exclusion</a:t>
            </a:r>
            <a:r>
              <a:rPr lang="en-US" b="1"/>
              <a:t>:</a:t>
            </a:r>
            <a:r>
              <a:rPr lang="en-US"/>
              <a:t>  only one process at a time can use a resource</a:t>
            </a:r>
            <a:endParaRPr sz="800"/>
          </a:p>
          <a:p>
            <a:pPr marL="285750" lvl="0" indent="-28575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Hold and wait</a:t>
            </a:r>
            <a:r>
              <a:rPr lang="en-US" b="1"/>
              <a:t>:</a:t>
            </a:r>
            <a:r>
              <a:rPr lang="en-US"/>
              <a:t>  a process holding at least one resource is waiting to acquire additional resources held by other processes</a:t>
            </a:r>
            <a:endParaRPr sz="800"/>
          </a:p>
          <a:p>
            <a:pPr marL="285750" lvl="0" indent="-28575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No preemption</a:t>
            </a:r>
            <a:r>
              <a:rPr lang="en-US" b="1"/>
              <a:t>:</a:t>
            </a:r>
            <a:r>
              <a:rPr lang="en-US"/>
              <a:t>  a resource can be released only voluntarily by the process holding it, after that process has completed its task</a:t>
            </a:r>
            <a:endParaRPr sz="800"/>
          </a:p>
          <a:p>
            <a:pPr marL="285750" lvl="0" indent="-28575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Circular wait</a:t>
            </a:r>
            <a:r>
              <a:rPr lang="en-US" b="1"/>
              <a:t>:</a:t>
            </a:r>
            <a:r>
              <a:rPr lang="en-US"/>
              <a:t>  there exists a set {</a:t>
            </a:r>
            <a:r>
              <a:rPr lang="en-US" i="1"/>
              <a:t>P</a:t>
            </a:r>
            <a:r>
              <a:rPr lang="en-US" baseline="-25000"/>
              <a:t>0</a:t>
            </a:r>
            <a:r>
              <a:rPr lang="en-US"/>
              <a:t>, </a:t>
            </a:r>
            <a:r>
              <a:rPr lang="en-US" i="1"/>
              <a:t>P</a:t>
            </a:r>
            <a:r>
              <a:rPr lang="en-US" baseline="-25000"/>
              <a:t>1</a:t>
            </a:r>
            <a:r>
              <a:rPr lang="en-US"/>
              <a:t>, …, </a:t>
            </a:r>
            <a:r>
              <a:rPr lang="en-US" i="1"/>
              <a:t>P</a:t>
            </a:r>
            <a:r>
              <a:rPr lang="en-US" baseline="-25000"/>
              <a:t>n</a:t>
            </a:r>
            <a:r>
              <a:rPr lang="en-US"/>
              <a:t>} of waiting processes such that </a:t>
            </a:r>
            <a:r>
              <a:rPr lang="en-US" i="1"/>
              <a:t>P</a:t>
            </a:r>
            <a:r>
              <a:rPr lang="en-US" baseline="-25000"/>
              <a:t>0 </a:t>
            </a:r>
            <a:r>
              <a:rPr lang="en-US"/>
              <a:t>is waiting for a resource that is held by </a:t>
            </a:r>
            <a:r>
              <a:rPr lang="en-US" i="1"/>
              <a:t>P</a:t>
            </a:r>
            <a:r>
              <a:rPr lang="en-US" baseline="-25000"/>
              <a:t>1</a:t>
            </a:r>
            <a:r>
              <a:rPr lang="en-US"/>
              <a:t>, </a:t>
            </a:r>
            <a:r>
              <a:rPr lang="en-US" i="1"/>
              <a:t>P</a:t>
            </a:r>
            <a:r>
              <a:rPr lang="en-US" baseline="-25000"/>
              <a:t>1</a:t>
            </a:r>
            <a:r>
              <a:rPr lang="en-US"/>
              <a:t> is waiting for a resource that is held by </a:t>
            </a:r>
            <a:r>
              <a:rPr lang="en-US" i="1"/>
              <a:t>P</a:t>
            </a:r>
            <a:r>
              <a:rPr lang="en-US" baseline="-25000"/>
              <a:t>2</a:t>
            </a:r>
            <a:r>
              <a:rPr lang="en-US"/>
              <a:t>, …, </a:t>
            </a:r>
            <a:r>
              <a:rPr lang="en-US" i="1"/>
              <a:t>P</a:t>
            </a:r>
            <a:r>
              <a:rPr lang="en-US" i="1" baseline="-25000"/>
              <a:t>n</a:t>
            </a:r>
            <a:r>
              <a:rPr lang="en-US" baseline="-25000"/>
              <a:t>–1</a:t>
            </a:r>
            <a:r>
              <a:rPr lang="en-US"/>
              <a:t> is waiting for a resource that is held by </a:t>
            </a:r>
            <a:r>
              <a:rPr lang="en-US" i="1"/>
              <a:t>P</a:t>
            </a:r>
            <a:r>
              <a:rPr lang="en-US" baseline="-25000"/>
              <a:t>n</a:t>
            </a:r>
            <a:r>
              <a:rPr lang="en-US"/>
              <a:t>, and </a:t>
            </a:r>
            <a:r>
              <a:rPr lang="en-US" i="1"/>
              <a:t>P</a:t>
            </a:r>
            <a:r>
              <a:rPr lang="en-US" baseline="-25000"/>
              <a:t>n</a:t>
            </a:r>
            <a:r>
              <a:rPr lang="en-US"/>
              <a:t> is waiting for a resource that is held by </a:t>
            </a:r>
            <a:r>
              <a:rPr lang="en-US" i="1"/>
              <a:t>P</a:t>
            </a:r>
            <a:r>
              <a:rPr lang="en-US" baseline="-25000"/>
              <a:t>0</a:t>
            </a:r>
            <a:r>
              <a:rPr lang="en-US"/>
              <a:t>.</a:t>
            </a:r>
            <a:endParaRPr lang="en-US"/>
          </a:p>
          <a:p>
            <a:pPr marL="285750" lvl="0" indent="-160020" algn="l" rtl="0">
              <a:spcBef>
                <a:spcPts val="630"/>
              </a:spcBef>
              <a:spcAft>
                <a:spcPts val="0"/>
              </a:spcAft>
              <a:buSzPts val="1980"/>
              <a:buNone/>
            </a:pPr>
          </a:p>
        </p:txBody>
      </p:sp>
      <p:sp>
        <p:nvSpPr>
          <p:cNvPr id="105" name="Google Shape;105;p6"/>
          <p:cNvSpPr txBox="1"/>
          <p:nvPr/>
        </p:nvSpPr>
        <p:spPr>
          <a:xfrm>
            <a:off x="749300" y="1226620"/>
            <a:ext cx="6485359" cy="36671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Clr>
                <a:schemeClr val="dk1"/>
              </a:buClr>
              <a:buSzPts val="1800"/>
              <a:buFont typeface="Arial" panose="020B0604020202020204"/>
              <a:buNone/>
            </a:pPr>
            <a:r>
              <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Deadlock can arise if four conditions hold simultaneously.</a:t>
            </a:r>
            <a:endPar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10" name="Shape 110"/>
        <p:cNvGrpSpPr/>
        <p:nvPr/>
      </p:nvGrpSpPr>
      <p:grpSpPr>
        <a:xfrm>
          <a:off x="0" y="0"/>
          <a:ext cx="0" cy="0"/>
          <a:chOff x="0" y="0"/>
          <a:chExt cx="0" cy="0"/>
        </a:xfrm>
      </p:grpSpPr>
      <p:sp>
        <p:nvSpPr>
          <p:cNvPr id="111" name="Google Shape;111;p7"/>
          <p:cNvSpPr txBox="1"/>
          <p:nvPr>
            <p:ph type="title"/>
          </p:nvPr>
        </p:nvSpPr>
        <p:spPr>
          <a:xfrm>
            <a:off x="854009" y="232005"/>
            <a:ext cx="76835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Resource-Allocation Graph</a:t>
            </a:r>
            <a:endParaRPr lang="en-US"/>
          </a:p>
        </p:txBody>
      </p:sp>
      <p:sp>
        <p:nvSpPr>
          <p:cNvPr id="112" name="Google Shape;112;p7"/>
          <p:cNvSpPr txBox="1"/>
          <p:nvPr>
            <p:ph type="body" idx="1"/>
          </p:nvPr>
        </p:nvSpPr>
        <p:spPr>
          <a:xfrm>
            <a:off x="1418253" y="1771945"/>
            <a:ext cx="6574810" cy="4019550"/>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a:t>V is partitioned into two types:</a:t>
            </a:r>
            <a:endParaRPr lang="en-US"/>
          </a:p>
          <a:p>
            <a:pPr marL="742950" lvl="1" indent="-285750" algn="l" rtl="0">
              <a:spcBef>
                <a:spcPts val="630"/>
              </a:spcBef>
              <a:spcAft>
                <a:spcPts val="0"/>
              </a:spcAft>
              <a:buSzPts val="1980"/>
              <a:buChar char="•"/>
            </a:pPr>
            <a:r>
              <a:rPr lang="en-US" i="1"/>
              <a:t>P</a:t>
            </a:r>
            <a:r>
              <a:rPr lang="en-US"/>
              <a:t> = {</a:t>
            </a:r>
            <a:r>
              <a:rPr lang="en-US" i="1"/>
              <a:t>P</a:t>
            </a:r>
            <a:r>
              <a:rPr lang="en-US" baseline="-25000"/>
              <a:t>1</a:t>
            </a:r>
            <a:r>
              <a:rPr lang="en-US"/>
              <a:t>, </a:t>
            </a:r>
            <a:r>
              <a:rPr lang="en-US" i="1"/>
              <a:t>P</a:t>
            </a:r>
            <a:r>
              <a:rPr lang="en-US" baseline="-25000"/>
              <a:t>2</a:t>
            </a:r>
            <a:r>
              <a:rPr lang="en-US"/>
              <a:t>, …, </a:t>
            </a:r>
            <a:r>
              <a:rPr lang="en-US" i="1"/>
              <a:t>P</a:t>
            </a:r>
            <a:r>
              <a:rPr lang="en-US" i="1" baseline="-25000"/>
              <a:t>n</a:t>
            </a:r>
            <a:r>
              <a:rPr lang="en-US"/>
              <a:t>}, the set consisting of all the processes in the system</a:t>
            </a:r>
            <a:br>
              <a:rPr lang="en-US"/>
            </a:br>
            <a:endParaRPr lang="en-US"/>
          </a:p>
          <a:p>
            <a:pPr marL="742950" lvl="1" indent="-285750" algn="l" rtl="0">
              <a:spcBef>
                <a:spcPts val="630"/>
              </a:spcBef>
              <a:spcAft>
                <a:spcPts val="0"/>
              </a:spcAft>
              <a:buSzPts val="1980"/>
              <a:buChar char="•"/>
            </a:pPr>
            <a:r>
              <a:rPr lang="en-US" i="1"/>
              <a:t>R</a:t>
            </a:r>
            <a:r>
              <a:rPr lang="en-US"/>
              <a:t> = {</a:t>
            </a:r>
            <a:r>
              <a:rPr lang="en-US" i="1"/>
              <a:t>R</a:t>
            </a:r>
            <a:r>
              <a:rPr lang="en-US" baseline="-25000"/>
              <a:t>1</a:t>
            </a:r>
            <a:r>
              <a:rPr lang="en-US"/>
              <a:t>, </a:t>
            </a:r>
            <a:r>
              <a:rPr lang="en-US" i="1"/>
              <a:t>R</a:t>
            </a:r>
            <a:r>
              <a:rPr lang="en-US" baseline="-25000"/>
              <a:t>2</a:t>
            </a:r>
            <a:r>
              <a:rPr lang="en-US"/>
              <a:t>, …, </a:t>
            </a:r>
            <a:r>
              <a:rPr lang="en-US" i="1"/>
              <a:t>R</a:t>
            </a:r>
            <a:r>
              <a:rPr lang="en-US" i="1" baseline="-25000"/>
              <a:t>m</a:t>
            </a:r>
            <a:r>
              <a:rPr lang="en-US"/>
              <a:t>}, the set consisting of all resource types in the system</a:t>
            </a:r>
            <a:endParaRPr lang="en-US"/>
          </a:p>
          <a:p>
            <a:pPr marL="742950" lvl="1" indent="-222885" algn="l" rtl="0">
              <a:spcBef>
                <a:spcPts val="315"/>
              </a:spcBef>
              <a:spcAft>
                <a:spcPts val="0"/>
              </a:spcAft>
              <a:buSzPts val="990"/>
              <a:buNone/>
            </a:pPr>
            <a:endParaRPr sz="900"/>
          </a:p>
          <a:p>
            <a:pPr marL="285750" lvl="0" indent="-28575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request edge </a:t>
            </a:r>
            <a:r>
              <a:rPr lang="en-US"/>
              <a:t>– directed edge </a:t>
            </a:r>
            <a:r>
              <a:rPr lang="en-US" i="1"/>
              <a:t>P</a:t>
            </a:r>
            <a:r>
              <a:rPr lang="en-US" i="1" baseline="-25000"/>
              <a:t>i </a:t>
            </a:r>
            <a:r>
              <a:rPr lang="en-US"/>
              <a:t>→ </a:t>
            </a:r>
            <a:r>
              <a:rPr lang="en-US" i="1"/>
              <a:t>R</a:t>
            </a:r>
            <a:r>
              <a:rPr lang="en-US" i="1" baseline="-25000"/>
              <a:t>j</a:t>
            </a:r>
            <a:endParaRPr i="1" baseline="-25000"/>
          </a:p>
          <a:p>
            <a:pPr marL="285750" lvl="0" indent="-229870" algn="l" rtl="0">
              <a:spcBef>
                <a:spcPts val="280"/>
              </a:spcBef>
              <a:spcAft>
                <a:spcPts val="0"/>
              </a:spcAft>
              <a:buSzPts val="880"/>
              <a:buNone/>
            </a:pPr>
            <a:endParaRPr sz="800" i="1" baseline="-25000"/>
          </a:p>
          <a:p>
            <a:pPr marL="285750" lvl="0" indent="-285750" algn="l" rtl="0">
              <a:spcBef>
                <a:spcPts val="63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assignment edge </a:t>
            </a:r>
            <a:r>
              <a:rPr lang="en-US"/>
              <a:t>– directed edge </a:t>
            </a:r>
            <a:r>
              <a:rPr lang="en-US" i="1"/>
              <a:t>R</a:t>
            </a:r>
            <a:r>
              <a:rPr lang="en-US" i="1" baseline="-25000"/>
              <a:t>j</a:t>
            </a:r>
            <a:r>
              <a:rPr lang="en-US" i="1"/>
              <a:t> </a:t>
            </a:r>
            <a:r>
              <a:rPr lang="en-US"/>
              <a:t>→ </a:t>
            </a:r>
            <a:r>
              <a:rPr lang="en-US" i="1"/>
              <a:t>P</a:t>
            </a:r>
            <a:r>
              <a:rPr lang="en-US" i="1" baseline="-25000"/>
              <a:t>i</a:t>
            </a:r>
            <a:endParaRPr lang="en-US" i="1" baseline="-25000"/>
          </a:p>
        </p:txBody>
      </p:sp>
      <p:sp>
        <p:nvSpPr>
          <p:cNvPr id="113" name="Google Shape;113;p7"/>
          <p:cNvSpPr txBox="1"/>
          <p:nvPr/>
        </p:nvSpPr>
        <p:spPr>
          <a:xfrm>
            <a:off x="1021522" y="1300748"/>
            <a:ext cx="4275593" cy="36933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Clr>
                <a:schemeClr val="dk1"/>
              </a:buClr>
              <a:buSzPts val="1800"/>
              <a:buFont typeface="Arial" panose="020B0604020202020204"/>
              <a:buNone/>
            </a:pPr>
            <a:r>
              <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A set of vertices </a:t>
            </a:r>
            <a:r>
              <a:rPr lang="en-US" sz="1800" b="0" i="1"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V</a:t>
            </a:r>
            <a:r>
              <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 and a set of edges </a:t>
            </a:r>
            <a:r>
              <a:rPr lang="en-US" sz="1800" b="0" i="1"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E</a:t>
            </a:r>
            <a:r>
              <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a:t>
            </a:r>
            <a:endPar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17" name="Shape 117"/>
        <p:cNvGrpSpPr/>
        <p:nvPr/>
      </p:nvGrpSpPr>
      <p:grpSpPr>
        <a:xfrm>
          <a:off x="0" y="0"/>
          <a:ext cx="0" cy="0"/>
          <a:chOff x="0" y="0"/>
          <a:chExt cx="0" cy="0"/>
        </a:xfrm>
      </p:grpSpPr>
      <p:sp>
        <p:nvSpPr>
          <p:cNvPr id="118" name="Google Shape;118;p8"/>
          <p:cNvSpPr txBox="1"/>
          <p:nvPr>
            <p:ph type="title"/>
          </p:nvPr>
        </p:nvSpPr>
        <p:spPr>
          <a:xfrm>
            <a:off x="1127465" y="214006"/>
            <a:ext cx="7880350" cy="53720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Resource Allocation Graph Example</a:t>
            </a:r>
            <a:endParaRPr lang="en-US"/>
          </a:p>
        </p:txBody>
      </p:sp>
      <p:sp>
        <p:nvSpPr>
          <p:cNvPr id="119" name="Google Shape;119;p8"/>
          <p:cNvSpPr txBox="1"/>
          <p:nvPr>
            <p:ph type="body" idx="1"/>
          </p:nvPr>
        </p:nvSpPr>
        <p:spPr>
          <a:xfrm>
            <a:off x="806450" y="1233488"/>
            <a:ext cx="4524375" cy="4530725"/>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a:t>One instance of R1</a:t>
            </a:r>
            <a:endParaRPr lang="en-US"/>
          </a:p>
          <a:p>
            <a:pPr marL="285750" lvl="0" indent="-285750" algn="l" rtl="0">
              <a:spcBef>
                <a:spcPts val="630"/>
              </a:spcBef>
              <a:spcAft>
                <a:spcPts val="0"/>
              </a:spcAft>
              <a:buSzPts val="1980"/>
              <a:buChar char="▪"/>
            </a:pPr>
            <a:r>
              <a:rPr lang="en-US"/>
              <a:t>Two instances of R2</a:t>
            </a:r>
            <a:endParaRPr lang="en-US"/>
          </a:p>
          <a:p>
            <a:pPr marL="285750" lvl="0" indent="-285750" algn="l" rtl="0">
              <a:spcBef>
                <a:spcPts val="630"/>
              </a:spcBef>
              <a:spcAft>
                <a:spcPts val="0"/>
              </a:spcAft>
              <a:buSzPts val="1980"/>
              <a:buChar char="▪"/>
            </a:pPr>
            <a:r>
              <a:rPr lang="en-US"/>
              <a:t>One instance of R3</a:t>
            </a:r>
            <a:endParaRPr lang="en-US"/>
          </a:p>
          <a:p>
            <a:pPr marL="285750" lvl="0" indent="-285750" algn="l" rtl="0">
              <a:spcBef>
                <a:spcPts val="630"/>
              </a:spcBef>
              <a:spcAft>
                <a:spcPts val="0"/>
              </a:spcAft>
              <a:buSzPts val="1980"/>
              <a:buChar char="▪"/>
            </a:pPr>
            <a:r>
              <a:rPr lang="en-US"/>
              <a:t>Three instance of R4</a:t>
            </a:r>
            <a:endParaRPr lang="en-US"/>
          </a:p>
          <a:p>
            <a:pPr marL="285750" lvl="0" indent="-285750" algn="l" rtl="0">
              <a:spcBef>
                <a:spcPts val="630"/>
              </a:spcBef>
              <a:spcAft>
                <a:spcPts val="0"/>
              </a:spcAft>
              <a:buSzPts val="1980"/>
              <a:buChar char="▪"/>
            </a:pPr>
            <a:r>
              <a:rPr lang="en-US"/>
              <a:t>T1 holds one instance of R2 and is waiting for an instance of R1</a:t>
            </a:r>
            <a:endParaRPr lang="en-US"/>
          </a:p>
          <a:p>
            <a:pPr marL="285750" lvl="0" indent="-285750" algn="l" rtl="0">
              <a:spcBef>
                <a:spcPts val="630"/>
              </a:spcBef>
              <a:spcAft>
                <a:spcPts val="0"/>
              </a:spcAft>
              <a:buSzPts val="1980"/>
              <a:buChar char="▪"/>
            </a:pPr>
            <a:r>
              <a:rPr lang="en-US"/>
              <a:t>T2 holds one instance of R1, one instance of R2, and is waiting for an instance of R3</a:t>
            </a:r>
            <a:endParaRPr lang="en-US"/>
          </a:p>
          <a:p>
            <a:pPr marL="285750" lvl="0" indent="-285750" algn="l" rtl="0">
              <a:spcBef>
                <a:spcPts val="630"/>
              </a:spcBef>
              <a:spcAft>
                <a:spcPts val="0"/>
              </a:spcAft>
              <a:buSzPts val="1980"/>
              <a:buChar char="▪"/>
            </a:pPr>
            <a:r>
              <a:rPr lang="en-US"/>
              <a:t>T3 is holds one instance of R3</a:t>
            </a:r>
            <a:endParaRPr lang="en-US"/>
          </a:p>
        </p:txBody>
      </p:sp>
      <p:pic>
        <p:nvPicPr>
          <p:cNvPr id="120" name="Google Shape;120;p8"/>
          <p:cNvPicPr preferRelativeResize="0"/>
          <p:nvPr/>
        </p:nvPicPr>
        <p:blipFill rotWithShape="1">
          <a:blip r:embed="rId1"/>
          <a:srcRect/>
          <a:stretch>
            <a:fillRect/>
          </a:stretch>
        </p:blipFill>
        <p:spPr>
          <a:xfrm>
            <a:off x="5872163" y="1500188"/>
            <a:ext cx="2497137" cy="369411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25" name="Shape 125"/>
        <p:cNvGrpSpPr/>
        <p:nvPr/>
      </p:nvGrpSpPr>
      <p:grpSpPr>
        <a:xfrm>
          <a:off x="0" y="0"/>
          <a:ext cx="0" cy="0"/>
          <a:chOff x="0" y="0"/>
          <a:chExt cx="0" cy="0"/>
        </a:xfrm>
      </p:grpSpPr>
      <p:sp>
        <p:nvSpPr>
          <p:cNvPr id="126" name="Google Shape;126;p9"/>
          <p:cNvSpPr txBox="1"/>
          <p:nvPr>
            <p:ph type="title"/>
          </p:nvPr>
        </p:nvSpPr>
        <p:spPr>
          <a:xfrm>
            <a:off x="978074" y="221637"/>
            <a:ext cx="8378825" cy="4699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a:t>Resource Allocation Graph with a Deadlock</a:t>
            </a:r>
            <a:endParaRPr lang="en-US" sz="2800"/>
          </a:p>
        </p:txBody>
      </p:sp>
      <p:pic>
        <p:nvPicPr>
          <p:cNvPr id="127" name="Google Shape;127;p9"/>
          <p:cNvPicPr preferRelativeResize="0"/>
          <p:nvPr/>
        </p:nvPicPr>
        <p:blipFill rotWithShape="1">
          <a:blip r:embed="rId1"/>
          <a:srcRect/>
          <a:stretch>
            <a:fillRect/>
          </a:stretch>
        </p:blipFill>
        <p:spPr>
          <a:xfrm>
            <a:off x="3155950" y="1089025"/>
            <a:ext cx="3354388" cy="49593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32" name="Shape 132"/>
        <p:cNvGrpSpPr/>
        <p:nvPr/>
      </p:nvGrpSpPr>
      <p:grpSpPr>
        <a:xfrm>
          <a:off x="0" y="0"/>
          <a:ext cx="0" cy="0"/>
          <a:chOff x="0" y="0"/>
          <a:chExt cx="0" cy="0"/>
        </a:xfrm>
      </p:grpSpPr>
      <p:sp>
        <p:nvSpPr>
          <p:cNvPr id="133" name="Google Shape;133;p10"/>
          <p:cNvSpPr txBox="1"/>
          <p:nvPr>
            <p:ph type="title"/>
          </p:nvPr>
        </p:nvSpPr>
        <p:spPr>
          <a:xfrm>
            <a:off x="1162411" y="195812"/>
            <a:ext cx="7913497" cy="457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Graph with a Cycle But no Deadlock</a:t>
            </a:r>
            <a:endParaRPr lang="en-US"/>
          </a:p>
        </p:txBody>
      </p:sp>
      <p:pic>
        <p:nvPicPr>
          <p:cNvPr id="134" name="Google Shape;134;p10"/>
          <p:cNvPicPr preferRelativeResize="0"/>
          <p:nvPr/>
        </p:nvPicPr>
        <p:blipFill rotWithShape="1">
          <a:blip r:embed="rId1"/>
          <a:srcRect/>
          <a:stretch>
            <a:fillRect/>
          </a:stretch>
        </p:blipFill>
        <p:spPr>
          <a:xfrm>
            <a:off x="3171216" y="1423143"/>
            <a:ext cx="3248633" cy="414898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39" name="Shape 139"/>
        <p:cNvGrpSpPr/>
        <p:nvPr/>
      </p:nvGrpSpPr>
      <p:grpSpPr>
        <a:xfrm>
          <a:off x="0" y="0"/>
          <a:ext cx="0" cy="0"/>
          <a:chOff x="0" y="0"/>
          <a:chExt cx="0" cy="0"/>
        </a:xfrm>
      </p:grpSpPr>
      <p:sp>
        <p:nvSpPr>
          <p:cNvPr id="140" name="Google Shape;140;p11"/>
          <p:cNvSpPr txBox="1"/>
          <p:nvPr>
            <p:ph type="title"/>
          </p:nvPr>
        </p:nvSpPr>
        <p:spPr>
          <a:xfrm>
            <a:off x="457200" y="236379"/>
            <a:ext cx="8229600"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Basic Facts</a:t>
            </a:r>
            <a:endParaRPr lang="en-US"/>
          </a:p>
        </p:txBody>
      </p:sp>
      <p:sp>
        <p:nvSpPr>
          <p:cNvPr id="141" name="Google Shape;141;p11"/>
          <p:cNvSpPr txBox="1"/>
          <p:nvPr>
            <p:ph type="body" idx="1"/>
          </p:nvPr>
        </p:nvSpPr>
        <p:spPr>
          <a:xfrm>
            <a:off x="865188" y="1217613"/>
            <a:ext cx="7635000" cy="4400550"/>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a:t>If graph contains no cycles ⇒ no deadlock</a:t>
            </a:r>
            <a:endParaRPr lang="en-US"/>
          </a:p>
          <a:p>
            <a:pPr marL="285750" lvl="0" indent="-285750" algn="l" rtl="0">
              <a:spcBef>
                <a:spcPts val="630"/>
              </a:spcBef>
              <a:spcAft>
                <a:spcPts val="0"/>
              </a:spcAft>
              <a:buSzPts val="1980"/>
              <a:buChar char="▪"/>
            </a:pPr>
            <a:r>
              <a:rPr lang="en-US"/>
              <a:t>If graph contains a cycle ⇒</a:t>
            </a:r>
            <a:endParaRPr lang="en-US"/>
          </a:p>
          <a:p>
            <a:pPr marL="742950" lvl="1" indent="-285750" algn="l" rtl="0">
              <a:spcBef>
                <a:spcPts val="630"/>
              </a:spcBef>
              <a:spcAft>
                <a:spcPts val="0"/>
              </a:spcAft>
              <a:buSzPts val="1980"/>
              <a:buChar char="•"/>
            </a:pPr>
            <a:r>
              <a:rPr lang="en-US"/>
              <a:t>if only one instance per resource type, then deadlock</a:t>
            </a:r>
            <a:endParaRPr lang="en-US"/>
          </a:p>
          <a:p>
            <a:pPr marL="742950" lvl="1" indent="-285750" algn="l" rtl="0">
              <a:spcBef>
                <a:spcPts val="630"/>
              </a:spcBef>
              <a:spcAft>
                <a:spcPts val="0"/>
              </a:spcAft>
              <a:buSzPts val="1980"/>
              <a:buChar char="•"/>
            </a:pPr>
            <a:r>
              <a:rPr lang="en-US"/>
              <a:t>if several instances per resource type, possibility of deadlock</a:t>
            </a:r>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46" name="Shape 146"/>
        <p:cNvGrpSpPr/>
        <p:nvPr/>
      </p:nvGrpSpPr>
      <p:grpSpPr>
        <a:xfrm>
          <a:off x="0" y="0"/>
          <a:ext cx="0" cy="0"/>
          <a:chOff x="0" y="0"/>
          <a:chExt cx="0" cy="0"/>
        </a:xfrm>
      </p:grpSpPr>
      <p:sp>
        <p:nvSpPr>
          <p:cNvPr id="147" name="Google Shape;147;p12"/>
          <p:cNvSpPr txBox="1"/>
          <p:nvPr>
            <p:ph type="title"/>
          </p:nvPr>
        </p:nvSpPr>
        <p:spPr>
          <a:xfrm>
            <a:off x="1109663" y="214313"/>
            <a:ext cx="7577137"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Methods for Handling Deadlocks</a:t>
            </a:r>
            <a:endParaRPr lang="en-US"/>
          </a:p>
        </p:txBody>
      </p:sp>
      <p:sp>
        <p:nvSpPr>
          <p:cNvPr id="148" name="Google Shape;148;p12"/>
          <p:cNvSpPr txBox="1"/>
          <p:nvPr>
            <p:ph type="body" idx="1"/>
          </p:nvPr>
        </p:nvSpPr>
        <p:spPr>
          <a:xfrm>
            <a:off x="882649" y="1198563"/>
            <a:ext cx="7577137" cy="3295650"/>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a:t>Ensure that the system will </a:t>
            </a:r>
            <a:r>
              <a:rPr lang="en-US" b="1">
                <a:solidFill>
                  <a:srgbClr val="006699"/>
                </a:solidFill>
                <a:latin typeface="Arial" panose="020B0604020202020204"/>
                <a:ea typeface="Arial" panose="020B0604020202020204"/>
                <a:cs typeface="Arial" panose="020B0604020202020204"/>
                <a:sym typeface="Arial" panose="020B0604020202020204"/>
              </a:rPr>
              <a:t>never</a:t>
            </a:r>
            <a:r>
              <a:rPr lang="en-US"/>
              <a:t> enter a deadlock state:</a:t>
            </a:r>
            <a:endParaRPr lang="en-US"/>
          </a:p>
          <a:p>
            <a:pPr marL="742950" lvl="1" indent="-285750" algn="l" rtl="0">
              <a:spcBef>
                <a:spcPts val="630"/>
              </a:spcBef>
              <a:spcAft>
                <a:spcPts val="0"/>
              </a:spcAft>
              <a:buSzPts val="1980"/>
              <a:buChar char="•"/>
            </a:pPr>
            <a:r>
              <a:rPr lang="en-US"/>
              <a:t>Deadlock prevention</a:t>
            </a:r>
            <a:endParaRPr lang="en-US"/>
          </a:p>
          <a:p>
            <a:pPr marL="742950" lvl="1" indent="-285750" algn="l" rtl="0">
              <a:spcBef>
                <a:spcPts val="630"/>
              </a:spcBef>
              <a:spcAft>
                <a:spcPts val="0"/>
              </a:spcAft>
              <a:buSzPts val="1980"/>
              <a:buChar char="•"/>
            </a:pPr>
            <a:r>
              <a:rPr lang="en-US"/>
              <a:t>Deadlock avoidance</a:t>
            </a:r>
            <a:endParaRPr lang="en-US"/>
          </a:p>
          <a:p>
            <a:pPr marL="285750" lvl="0" indent="-285750" algn="l" rtl="0">
              <a:spcBef>
                <a:spcPts val="630"/>
              </a:spcBef>
              <a:spcAft>
                <a:spcPts val="0"/>
              </a:spcAft>
              <a:buSzPts val="1980"/>
              <a:buChar char="▪"/>
            </a:pPr>
            <a:r>
              <a:rPr lang="en-US"/>
              <a:t>Allow the system to enter a deadlock state and then recover</a:t>
            </a:r>
            <a:endParaRPr lang="en-US"/>
          </a:p>
          <a:p>
            <a:pPr marL="285750" lvl="0" indent="-285750" algn="l" rtl="0">
              <a:spcBef>
                <a:spcPts val="630"/>
              </a:spcBef>
              <a:spcAft>
                <a:spcPts val="0"/>
              </a:spcAft>
              <a:buSzPts val="1980"/>
              <a:buChar char="▪"/>
            </a:pPr>
            <a:r>
              <a:rPr lang="en-US"/>
              <a:t>Ignore the problem and pretend that deadlocks never occur in the system.</a:t>
            </a:r>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53" name="Shape 153"/>
        <p:cNvGrpSpPr/>
        <p:nvPr/>
      </p:nvGrpSpPr>
      <p:grpSpPr>
        <a:xfrm>
          <a:off x="0" y="0"/>
          <a:ext cx="0" cy="0"/>
          <a:chOff x="0" y="0"/>
          <a:chExt cx="0" cy="0"/>
        </a:xfrm>
      </p:grpSpPr>
      <p:sp>
        <p:nvSpPr>
          <p:cNvPr id="154" name="Google Shape;154;p13"/>
          <p:cNvSpPr txBox="1"/>
          <p:nvPr>
            <p:ph type="title"/>
          </p:nvPr>
        </p:nvSpPr>
        <p:spPr>
          <a:xfrm>
            <a:off x="885825" y="226431"/>
            <a:ext cx="7800975"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Deadlock Prevention</a:t>
            </a:r>
            <a:endParaRPr lang="en-US"/>
          </a:p>
        </p:txBody>
      </p:sp>
      <p:sp>
        <p:nvSpPr>
          <p:cNvPr id="155" name="Google Shape;155;p13"/>
          <p:cNvSpPr txBox="1"/>
          <p:nvPr>
            <p:ph type="body" idx="1"/>
          </p:nvPr>
        </p:nvSpPr>
        <p:spPr>
          <a:xfrm>
            <a:off x="1253773" y="1717511"/>
            <a:ext cx="7237084" cy="3822700"/>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b="1"/>
              <a:t>Mutual Exclusion</a:t>
            </a:r>
            <a:r>
              <a:rPr lang="en-US"/>
              <a:t> – not required for sharable resources (e.g., read-only files); must hold for non-sharable resources</a:t>
            </a:r>
            <a:endParaRPr lang="en-US"/>
          </a:p>
          <a:p>
            <a:pPr marL="285750" lvl="0" indent="-285750" algn="l" rtl="0">
              <a:spcBef>
                <a:spcPts val="630"/>
              </a:spcBef>
              <a:spcAft>
                <a:spcPts val="0"/>
              </a:spcAft>
              <a:buSzPts val="1980"/>
              <a:buChar char="▪"/>
            </a:pPr>
            <a:r>
              <a:rPr lang="en-US" b="1"/>
              <a:t>Hold and Wait</a:t>
            </a:r>
            <a:r>
              <a:rPr lang="en-US"/>
              <a:t> – must guarantee that whenever a process requests a resource, it does not hold any other resources</a:t>
            </a:r>
            <a:endParaRPr lang="en-US"/>
          </a:p>
          <a:p>
            <a:pPr marL="742950" lvl="1" indent="-285750" algn="l" rtl="0">
              <a:spcBef>
                <a:spcPts val="630"/>
              </a:spcBef>
              <a:spcAft>
                <a:spcPts val="0"/>
              </a:spcAft>
              <a:buSzPts val="1980"/>
              <a:buChar char="•"/>
            </a:pPr>
            <a:r>
              <a:rPr lang="en-US"/>
              <a:t>Require process to request and be allocated all its resources before it begins execution, or allow process to request resources only when the process has none allocated to it.</a:t>
            </a:r>
            <a:endParaRPr lang="en-US"/>
          </a:p>
          <a:p>
            <a:pPr marL="742950" lvl="1" indent="-285750" algn="l" rtl="0">
              <a:spcBef>
                <a:spcPts val="630"/>
              </a:spcBef>
              <a:spcAft>
                <a:spcPts val="0"/>
              </a:spcAft>
              <a:buSzPts val="1980"/>
              <a:buChar char="•"/>
            </a:pPr>
            <a:r>
              <a:rPr lang="en-US"/>
              <a:t>Low resource utilization; starvation possible</a:t>
            </a:r>
            <a:endParaRPr lang="en-US"/>
          </a:p>
        </p:txBody>
      </p:sp>
      <p:sp>
        <p:nvSpPr>
          <p:cNvPr id="156" name="Google Shape;156;p13"/>
          <p:cNvSpPr txBox="1"/>
          <p:nvPr/>
        </p:nvSpPr>
        <p:spPr>
          <a:xfrm>
            <a:off x="885826" y="1196734"/>
            <a:ext cx="7800974" cy="369332"/>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chemeClr val="dk1"/>
              </a:buClr>
              <a:buSzPts val="1800"/>
              <a:buFont typeface="Arial" panose="020B0604020202020204"/>
              <a:buNone/>
            </a:pPr>
            <a:r>
              <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Invalidate one of the four necessary conditions for deadlock:</a:t>
            </a:r>
            <a:endPar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61" name="Shape 161"/>
        <p:cNvGrpSpPr/>
        <p:nvPr/>
      </p:nvGrpSpPr>
      <p:grpSpPr>
        <a:xfrm>
          <a:off x="0" y="0"/>
          <a:ext cx="0" cy="0"/>
          <a:chOff x="0" y="0"/>
          <a:chExt cx="0" cy="0"/>
        </a:xfrm>
      </p:grpSpPr>
      <p:sp>
        <p:nvSpPr>
          <p:cNvPr id="162" name="Google Shape;162;p14"/>
          <p:cNvSpPr txBox="1"/>
          <p:nvPr>
            <p:ph type="title"/>
          </p:nvPr>
        </p:nvSpPr>
        <p:spPr>
          <a:xfrm>
            <a:off x="1003300" y="232005"/>
            <a:ext cx="76835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Deadlock Prevention (Cont.)</a:t>
            </a:r>
            <a:endParaRPr lang="en-US"/>
          </a:p>
        </p:txBody>
      </p:sp>
      <p:sp>
        <p:nvSpPr>
          <p:cNvPr id="163" name="Google Shape;163;p14"/>
          <p:cNvSpPr txBox="1"/>
          <p:nvPr>
            <p:ph type="body" idx="1"/>
          </p:nvPr>
        </p:nvSpPr>
        <p:spPr>
          <a:xfrm>
            <a:off x="838200" y="1085853"/>
            <a:ext cx="7683500" cy="4446588"/>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b="1"/>
              <a:t>No Preemption</a:t>
            </a:r>
            <a:r>
              <a:rPr lang="en-US"/>
              <a:t>:</a:t>
            </a:r>
            <a:endParaRPr lang="en-US"/>
          </a:p>
          <a:p>
            <a:pPr marL="742950" lvl="1" indent="-285750" algn="l" rtl="0">
              <a:spcBef>
                <a:spcPts val="630"/>
              </a:spcBef>
              <a:spcAft>
                <a:spcPts val="0"/>
              </a:spcAft>
              <a:buSzPts val="1980"/>
              <a:buChar char="•"/>
            </a:pPr>
            <a:r>
              <a:rPr lang="en-US"/>
              <a:t>If a process that is holding some resources requests another resource that cannot be immediately allocated to it, then all resources currently being held are released</a:t>
            </a:r>
            <a:endParaRPr lang="en-US"/>
          </a:p>
          <a:p>
            <a:pPr marL="742950" lvl="1" indent="-285750" algn="l" rtl="0">
              <a:spcBef>
                <a:spcPts val="630"/>
              </a:spcBef>
              <a:spcAft>
                <a:spcPts val="0"/>
              </a:spcAft>
              <a:buSzPts val="1980"/>
              <a:buChar char="•"/>
            </a:pPr>
            <a:r>
              <a:rPr lang="en-US"/>
              <a:t>Preempted resources are added to the list of resources for which the process is waiting</a:t>
            </a:r>
            <a:endParaRPr lang="en-US"/>
          </a:p>
          <a:p>
            <a:pPr marL="742950" lvl="1" indent="-285750" algn="l" rtl="0">
              <a:spcBef>
                <a:spcPts val="630"/>
              </a:spcBef>
              <a:spcAft>
                <a:spcPts val="0"/>
              </a:spcAft>
              <a:buSzPts val="1980"/>
              <a:buChar char="•"/>
            </a:pPr>
            <a:r>
              <a:rPr lang="en-US"/>
              <a:t>Process will be restarted only when it can regain its old resources, as well as the new ones that it is requesting</a:t>
            </a:r>
            <a:endParaRPr lang="en-US"/>
          </a:p>
          <a:p>
            <a:pPr marL="285750" lvl="0" indent="-285750" algn="l" rtl="0">
              <a:spcBef>
                <a:spcPts val="630"/>
              </a:spcBef>
              <a:spcAft>
                <a:spcPts val="0"/>
              </a:spcAft>
              <a:buSzPts val="1980"/>
              <a:buChar char="▪"/>
            </a:pPr>
            <a:r>
              <a:rPr lang="en-US" b="1"/>
              <a:t>Circular Wait:</a:t>
            </a:r>
            <a:endParaRPr lang="en-US" b="1"/>
          </a:p>
          <a:p>
            <a:pPr marL="742950" lvl="1" indent="-285750" algn="l" rtl="0">
              <a:spcBef>
                <a:spcPts val="630"/>
              </a:spcBef>
              <a:spcAft>
                <a:spcPts val="0"/>
              </a:spcAft>
              <a:buSzPts val="1980"/>
              <a:buChar char="•"/>
            </a:pPr>
            <a:r>
              <a:rPr lang="en-US"/>
              <a:t>Impose a total ordering of all resource types, and require that each process requests resources in an increasing order of enumeration</a:t>
            </a:r>
            <a:endParaRPr lang="en-US"/>
          </a:p>
          <a:p>
            <a:pPr marL="742950" lvl="1" indent="-160020" algn="l" rtl="0">
              <a:spcBef>
                <a:spcPts val="630"/>
              </a:spcBef>
              <a:spcAft>
                <a:spcPts val="0"/>
              </a:spcAft>
              <a:buSzPts val="1980"/>
              <a:buNone/>
            </a:p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67" name="Shape 167"/>
        <p:cNvGrpSpPr/>
        <p:nvPr/>
      </p:nvGrpSpPr>
      <p:grpSpPr>
        <a:xfrm>
          <a:off x="0" y="0"/>
          <a:ext cx="0" cy="0"/>
          <a:chOff x="0" y="0"/>
          <a:chExt cx="0" cy="0"/>
        </a:xfrm>
      </p:grpSpPr>
      <p:sp>
        <p:nvSpPr>
          <p:cNvPr id="168" name="Google Shape;168;p15"/>
          <p:cNvSpPr txBox="1"/>
          <p:nvPr>
            <p:ph type="title"/>
          </p:nvPr>
        </p:nvSpPr>
        <p:spPr>
          <a:xfrm>
            <a:off x="457200" y="242645"/>
            <a:ext cx="82296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Circular Wait</a:t>
            </a:r>
            <a:endParaRPr lang="en-US"/>
          </a:p>
        </p:txBody>
      </p:sp>
      <p:sp>
        <p:nvSpPr>
          <p:cNvPr id="169" name="Google Shape;169;p15"/>
          <p:cNvSpPr txBox="1"/>
          <p:nvPr>
            <p:ph type="body" idx="1"/>
          </p:nvPr>
        </p:nvSpPr>
        <p:spPr>
          <a:xfrm>
            <a:off x="806450" y="1233488"/>
            <a:ext cx="8229600" cy="4810125"/>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a:t>Invalidating the circular wait condition is most common.</a:t>
            </a:r>
            <a:endParaRPr lang="en-US"/>
          </a:p>
          <a:p>
            <a:pPr marL="285750" lvl="0" indent="-285750" algn="l" rtl="0">
              <a:spcBef>
                <a:spcPts val="630"/>
              </a:spcBef>
              <a:spcAft>
                <a:spcPts val="0"/>
              </a:spcAft>
              <a:buSzPts val="1980"/>
              <a:buChar char="▪"/>
            </a:pPr>
            <a:r>
              <a:rPr lang="en-US"/>
              <a:t>Simply assign each resource (i.e., mutex locks) a unique number.</a:t>
            </a:r>
            <a:endParaRPr lang="en-US"/>
          </a:p>
          <a:p>
            <a:pPr marL="285750" lvl="0" indent="-285750" algn="l" rtl="0">
              <a:spcBef>
                <a:spcPts val="630"/>
              </a:spcBef>
              <a:spcAft>
                <a:spcPts val="0"/>
              </a:spcAft>
              <a:buSzPts val="1980"/>
              <a:buChar char="▪"/>
            </a:pPr>
            <a:r>
              <a:rPr lang="en-US"/>
              <a:t>Resources must be acquired in order.</a:t>
            </a:r>
            <a:endParaRPr lang="en-US"/>
          </a:p>
          <a:p>
            <a:pPr marL="285750" lvl="0" indent="-285750" algn="l" rtl="0">
              <a:spcBef>
                <a:spcPts val="630"/>
              </a:spcBef>
              <a:spcAft>
                <a:spcPts val="0"/>
              </a:spcAft>
              <a:buSzPts val="1980"/>
              <a:buChar char="▪"/>
            </a:pPr>
            <a:r>
              <a:rPr lang="en-US"/>
              <a:t>If:</a:t>
            </a:r>
            <a:br>
              <a:rPr lang="en-US"/>
            </a:br>
            <a:br>
              <a:rPr lang="en-US"/>
            </a:br>
            <a:r>
              <a:rPr lang="en-US" b="1">
                <a:latin typeface="Courier New" panose="02070309020205020404"/>
                <a:ea typeface="Courier New" panose="02070309020205020404"/>
                <a:cs typeface="Courier New" panose="02070309020205020404"/>
                <a:sym typeface="Courier New" panose="02070309020205020404"/>
              </a:rPr>
              <a:t>first_mutex = 1</a:t>
            </a:r>
            <a:br>
              <a:rPr lang="en-US" b="1">
                <a:latin typeface="Courier New" panose="02070309020205020404"/>
                <a:ea typeface="Courier New" panose="02070309020205020404"/>
                <a:cs typeface="Courier New" panose="02070309020205020404"/>
                <a:sym typeface="Courier New" panose="02070309020205020404"/>
              </a:rPr>
            </a:br>
            <a:r>
              <a:rPr lang="en-US" b="1">
                <a:latin typeface="Courier New" panose="02070309020205020404"/>
                <a:ea typeface="Courier New" panose="02070309020205020404"/>
                <a:cs typeface="Courier New" panose="02070309020205020404"/>
                <a:sym typeface="Courier New" panose="02070309020205020404"/>
              </a:rPr>
              <a:t>second_mutex = 5</a:t>
            </a:r>
            <a:br>
              <a:rPr lang="en-US" b="1">
                <a:latin typeface="Courier New" panose="02070309020205020404"/>
                <a:ea typeface="Courier New" panose="02070309020205020404"/>
                <a:cs typeface="Courier New" panose="02070309020205020404"/>
                <a:sym typeface="Courier New" panose="02070309020205020404"/>
              </a:rPr>
            </a:br>
            <a:br>
              <a:rPr lang="en-US"/>
            </a:br>
            <a:r>
              <a:rPr lang="en-US"/>
              <a:t>code for </a:t>
            </a:r>
            <a:r>
              <a:rPr lang="en-US" b="1">
                <a:latin typeface="Courier New" panose="02070309020205020404"/>
                <a:ea typeface="Courier New" panose="02070309020205020404"/>
                <a:cs typeface="Courier New" panose="02070309020205020404"/>
                <a:sym typeface="Courier New" panose="02070309020205020404"/>
              </a:rPr>
              <a:t>thread_two</a:t>
            </a:r>
            <a:r>
              <a:rPr lang="en-US"/>
              <a:t> could not be </a:t>
            </a:r>
            <a:br>
              <a:rPr lang="en-US"/>
            </a:br>
            <a:r>
              <a:rPr lang="en-US"/>
              <a:t>written as follows:</a:t>
            </a:r>
            <a:endParaRPr lang="en-US"/>
          </a:p>
        </p:txBody>
      </p:sp>
      <p:pic>
        <p:nvPicPr>
          <p:cNvPr id="170" name="Google Shape;170;p15"/>
          <p:cNvPicPr preferRelativeResize="0"/>
          <p:nvPr/>
        </p:nvPicPr>
        <p:blipFill rotWithShape="1">
          <a:blip r:embed="rId1"/>
          <a:srcRect/>
          <a:stretch>
            <a:fillRect/>
          </a:stretch>
        </p:blipFill>
        <p:spPr>
          <a:xfrm>
            <a:off x="5378450" y="2011363"/>
            <a:ext cx="3098800" cy="3917950"/>
          </a:xfrm>
          <a:prstGeom prst="rect">
            <a:avLst/>
          </a:prstGeom>
          <a:noFill/>
          <a:ln>
            <a:noFill/>
          </a:ln>
        </p:spPr>
      </p:pic>
      <p:cxnSp>
        <p:nvCxnSpPr>
          <p:cNvPr id="171" name="Google Shape;171;p15"/>
          <p:cNvCxnSpPr/>
          <p:nvPr/>
        </p:nvCxnSpPr>
        <p:spPr>
          <a:xfrm>
            <a:off x="3163888" y="4160838"/>
            <a:ext cx="2214562" cy="576262"/>
          </a:xfrm>
          <a:prstGeom prst="straightConnector1">
            <a:avLst/>
          </a:prstGeom>
          <a:noFill/>
          <a:ln w="9525" cap="flat" cmpd="sng">
            <a:solidFill>
              <a:schemeClr val="dk1"/>
            </a:solidFill>
            <a:prstDash val="solid"/>
            <a:round/>
            <a:headEnd type="none" w="med" len="med"/>
            <a:tailEnd type="triangle" w="med" len="med"/>
          </a:ln>
        </p:spPr>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76" name="Shape 176"/>
        <p:cNvGrpSpPr/>
        <p:nvPr/>
      </p:nvGrpSpPr>
      <p:grpSpPr>
        <a:xfrm>
          <a:off x="0" y="0"/>
          <a:ext cx="0" cy="0"/>
          <a:chOff x="0" y="0"/>
          <a:chExt cx="0" cy="0"/>
        </a:xfrm>
      </p:grpSpPr>
      <p:sp>
        <p:nvSpPr>
          <p:cNvPr id="177" name="Google Shape;177;p16"/>
          <p:cNvSpPr txBox="1"/>
          <p:nvPr>
            <p:ph type="title"/>
          </p:nvPr>
        </p:nvSpPr>
        <p:spPr>
          <a:xfrm>
            <a:off x="923925" y="226431"/>
            <a:ext cx="7762875"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Deadlock Avoidance</a:t>
            </a:r>
            <a:endParaRPr lang="en-US"/>
          </a:p>
        </p:txBody>
      </p:sp>
      <p:sp>
        <p:nvSpPr>
          <p:cNvPr id="178" name="Google Shape;178;p16"/>
          <p:cNvSpPr txBox="1"/>
          <p:nvPr>
            <p:ph type="body" idx="1"/>
          </p:nvPr>
        </p:nvSpPr>
        <p:spPr>
          <a:xfrm>
            <a:off x="1240971" y="1814513"/>
            <a:ext cx="7296539" cy="3783012"/>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a:t>Simplest and most useful model requires that each process declare the </a:t>
            </a:r>
            <a:r>
              <a:rPr lang="en-US" b="1" i="1"/>
              <a:t>maximum number</a:t>
            </a:r>
            <a:r>
              <a:rPr lang="en-US" b="1"/>
              <a:t> </a:t>
            </a:r>
            <a:r>
              <a:rPr lang="en-US"/>
              <a:t>of resources of each type that it may need</a:t>
            </a:r>
            <a:endParaRPr lang="en-US"/>
          </a:p>
          <a:p>
            <a:pPr marL="285750" lvl="0" indent="-285750" algn="l" rtl="0">
              <a:spcBef>
                <a:spcPts val="630"/>
              </a:spcBef>
              <a:spcAft>
                <a:spcPts val="0"/>
              </a:spcAft>
              <a:buSzPts val="1980"/>
              <a:buChar char="▪"/>
            </a:pPr>
            <a:r>
              <a:rPr lang="en-US"/>
              <a:t>The deadlock-avoidance algorithm dynamically examines the resource-allocation state to ensure that there can never be a circular-wait condition</a:t>
            </a:r>
            <a:endParaRPr lang="en-US"/>
          </a:p>
          <a:p>
            <a:pPr marL="285750" lvl="0" indent="-285750" algn="l" rtl="0">
              <a:spcBef>
                <a:spcPts val="630"/>
              </a:spcBef>
              <a:spcAft>
                <a:spcPts val="0"/>
              </a:spcAft>
              <a:buSzPts val="1980"/>
              <a:buChar char="▪"/>
            </a:pPr>
            <a:r>
              <a:rPr lang="en-US"/>
              <a:t>Resource-allocation </a:t>
            </a:r>
            <a:r>
              <a:rPr lang="en-US" i="1"/>
              <a:t>state</a:t>
            </a:r>
            <a:r>
              <a:rPr lang="en-US"/>
              <a:t> is defined by the number of available and allocated resources, and the maximum demands of the processes</a:t>
            </a:r>
            <a:endParaRPr lang="en-US"/>
          </a:p>
        </p:txBody>
      </p:sp>
      <p:sp>
        <p:nvSpPr>
          <p:cNvPr id="179" name="Google Shape;179;p16"/>
          <p:cNvSpPr txBox="1"/>
          <p:nvPr/>
        </p:nvSpPr>
        <p:spPr>
          <a:xfrm>
            <a:off x="858417" y="1098550"/>
            <a:ext cx="7679093" cy="64135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chemeClr val="dk1"/>
              </a:buClr>
              <a:buSzPts val="1800"/>
              <a:buFont typeface="Arial" panose="020B0604020202020204"/>
              <a:buNone/>
            </a:pPr>
            <a:r>
              <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Requires that the system has some additional </a:t>
            </a:r>
            <a:r>
              <a:rPr lang="en-US" sz="1800" b="1" i="1"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a priori </a:t>
            </a:r>
            <a:r>
              <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information </a:t>
            </a:r>
            <a:br>
              <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br>
            <a:r>
              <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available</a:t>
            </a:r>
            <a:endPar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84" name="Shape 184"/>
        <p:cNvGrpSpPr/>
        <p:nvPr/>
      </p:nvGrpSpPr>
      <p:grpSpPr>
        <a:xfrm>
          <a:off x="0" y="0"/>
          <a:ext cx="0" cy="0"/>
          <a:chOff x="0" y="0"/>
          <a:chExt cx="0" cy="0"/>
        </a:xfrm>
      </p:grpSpPr>
      <p:sp>
        <p:nvSpPr>
          <p:cNvPr id="185" name="Google Shape;185;p17"/>
          <p:cNvSpPr txBox="1"/>
          <p:nvPr>
            <p:ph type="title"/>
          </p:nvPr>
        </p:nvSpPr>
        <p:spPr>
          <a:xfrm>
            <a:off x="457200" y="229835"/>
            <a:ext cx="8229600"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Safe State</a:t>
            </a:r>
            <a:endParaRPr lang="en-US"/>
          </a:p>
        </p:txBody>
      </p:sp>
      <p:sp>
        <p:nvSpPr>
          <p:cNvPr id="186" name="Google Shape;186;p17"/>
          <p:cNvSpPr txBox="1"/>
          <p:nvPr>
            <p:ph type="body" idx="1"/>
          </p:nvPr>
        </p:nvSpPr>
        <p:spPr>
          <a:xfrm>
            <a:off x="919163" y="1165225"/>
            <a:ext cx="7310438" cy="4914562"/>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a:t>When a process requests an available resource, system must decide if immediate allocation leaves the system in a safe state</a:t>
            </a:r>
            <a:endParaRPr lang="en-US"/>
          </a:p>
          <a:p>
            <a:pPr marL="285750" lvl="0" indent="-285750" algn="l" rtl="0">
              <a:spcBef>
                <a:spcPts val="630"/>
              </a:spcBef>
              <a:spcAft>
                <a:spcPts val="0"/>
              </a:spcAft>
              <a:buSzPts val="1980"/>
              <a:buChar char="▪"/>
            </a:pPr>
            <a:r>
              <a:rPr lang="en-US"/>
              <a:t>System is in </a:t>
            </a:r>
            <a:r>
              <a:rPr lang="en-US" b="1">
                <a:solidFill>
                  <a:srgbClr val="006699"/>
                </a:solidFill>
                <a:latin typeface="Arial" panose="020B0604020202020204"/>
                <a:ea typeface="Arial" panose="020B0604020202020204"/>
                <a:cs typeface="Arial" panose="020B0604020202020204"/>
                <a:sym typeface="Arial" panose="020B0604020202020204"/>
              </a:rPr>
              <a:t>safe state </a:t>
            </a:r>
            <a:r>
              <a:rPr lang="en-US"/>
              <a:t>if there exists a sequence &lt;</a:t>
            </a:r>
            <a:r>
              <a:rPr lang="en-US" i="1"/>
              <a:t>P</a:t>
            </a:r>
            <a:r>
              <a:rPr lang="en-US" i="1" baseline="-25000"/>
              <a:t>1</a:t>
            </a:r>
            <a:r>
              <a:rPr lang="en-US" i="1"/>
              <a:t>, P</a:t>
            </a:r>
            <a:r>
              <a:rPr lang="en-US" i="1" baseline="-25000"/>
              <a:t>2</a:t>
            </a:r>
            <a:r>
              <a:rPr lang="en-US" i="1"/>
              <a:t>, …, P</a:t>
            </a:r>
            <a:r>
              <a:rPr lang="en-US" i="1" baseline="-25000"/>
              <a:t>n</a:t>
            </a:r>
            <a:r>
              <a:rPr lang="en-US"/>
              <a:t>&gt; of ALL the  processes  in the systems such that  for each P</a:t>
            </a:r>
            <a:r>
              <a:rPr lang="en-US" baseline="-25000"/>
              <a:t>i</a:t>
            </a:r>
            <a:r>
              <a:rPr lang="en-US"/>
              <a:t>, the resources that P</a:t>
            </a:r>
            <a:r>
              <a:rPr lang="en-US" baseline="-25000"/>
              <a:t>i </a:t>
            </a:r>
            <a:r>
              <a:rPr lang="en-US"/>
              <a:t>can still request can be satisfied by currently available resources + resources held by all the </a:t>
            </a:r>
            <a:r>
              <a:rPr lang="en-US" i="1"/>
              <a:t>P</a:t>
            </a:r>
            <a:r>
              <a:rPr lang="en-US" i="1" baseline="-25000"/>
              <a:t>j</a:t>
            </a:r>
            <a:r>
              <a:rPr lang="en-US"/>
              <a:t>, with</a:t>
            </a:r>
            <a:r>
              <a:rPr lang="en-US" i="1"/>
              <a:t> j </a:t>
            </a:r>
            <a:r>
              <a:rPr lang="en-US"/>
              <a:t>&lt; </a:t>
            </a:r>
            <a:r>
              <a:rPr lang="en-US" i="1"/>
              <a:t>I</a:t>
            </a:r>
            <a:endParaRPr lang="en-US" i="1"/>
          </a:p>
          <a:p>
            <a:pPr marL="285750" lvl="0" indent="-285750" algn="l" rtl="0">
              <a:spcBef>
                <a:spcPts val="630"/>
              </a:spcBef>
              <a:spcAft>
                <a:spcPts val="0"/>
              </a:spcAft>
              <a:buSzPts val="1980"/>
              <a:buChar char="▪"/>
            </a:pPr>
            <a:r>
              <a:rPr lang="en-US"/>
              <a:t>That is:</a:t>
            </a:r>
            <a:endParaRPr lang="en-US"/>
          </a:p>
          <a:p>
            <a:pPr marL="742950" lvl="1" indent="-285750" algn="l" rtl="0">
              <a:spcBef>
                <a:spcPts val="630"/>
              </a:spcBef>
              <a:spcAft>
                <a:spcPts val="0"/>
              </a:spcAft>
              <a:buSzPts val="1980"/>
              <a:buChar char="•"/>
            </a:pPr>
            <a:r>
              <a:rPr lang="en-US"/>
              <a:t>If P</a:t>
            </a:r>
            <a:r>
              <a:rPr lang="en-US" baseline="-25000"/>
              <a:t>i</a:t>
            </a:r>
            <a:r>
              <a:rPr lang="en-US"/>
              <a:t> resource needs are not immediately available, then </a:t>
            </a:r>
            <a:r>
              <a:rPr lang="en-US" i="1"/>
              <a:t>P</a:t>
            </a:r>
            <a:r>
              <a:rPr lang="en-US" i="1" baseline="-25000"/>
              <a:t>i</a:t>
            </a:r>
            <a:r>
              <a:rPr lang="en-US"/>
              <a:t> can wait until all </a:t>
            </a:r>
            <a:r>
              <a:rPr lang="en-US" i="1"/>
              <a:t>P</a:t>
            </a:r>
            <a:r>
              <a:rPr lang="en-US" i="1" baseline="-25000"/>
              <a:t>j</a:t>
            </a:r>
            <a:r>
              <a:rPr lang="en-US" i="1"/>
              <a:t> </a:t>
            </a:r>
            <a:r>
              <a:rPr lang="en-US"/>
              <a:t>have finished</a:t>
            </a:r>
            <a:endParaRPr lang="en-US"/>
          </a:p>
          <a:p>
            <a:pPr marL="742950" lvl="1" indent="-285750" algn="l" rtl="0">
              <a:spcBef>
                <a:spcPts val="630"/>
              </a:spcBef>
              <a:spcAft>
                <a:spcPts val="0"/>
              </a:spcAft>
              <a:buSzPts val="1980"/>
              <a:buChar char="•"/>
            </a:pPr>
            <a:r>
              <a:rPr lang="en-US"/>
              <a:t>When </a:t>
            </a:r>
            <a:r>
              <a:rPr lang="en-US" i="1"/>
              <a:t>P</a:t>
            </a:r>
            <a:r>
              <a:rPr lang="en-US" i="1" baseline="-25000"/>
              <a:t>j</a:t>
            </a:r>
            <a:r>
              <a:rPr lang="en-US"/>
              <a:t> is finished, </a:t>
            </a:r>
            <a:r>
              <a:rPr lang="en-US" i="1"/>
              <a:t>P</a:t>
            </a:r>
            <a:r>
              <a:rPr lang="en-US" i="1" baseline="-25000"/>
              <a:t>i</a:t>
            </a:r>
            <a:r>
              <a:rPr lang="en-US"/>
              <a:t> can obtain needed resources, execute, return allocated resources, and terminate</a:t>
            </a:r>
            <a:endParaRPr lang="en-US"/>
          </a:p>
          <a:p>
            <a:pPr marL="742950" lvl="1" indent="-285750" algn="l" rtl="0">
              <a:spcBef>
                <a:spcPts val="630"/>
              </a:spcBef>
              <a:spcAft>
                <a:spcPts val="0"/>
              </a:spcAft>
              <a:buSzPts val="1980"/>
              <a:buChar char="•"/>
            </a:pPr>
            <a:r>
              <a:rPr lang="en-US"/>
              <a:t>When </a:t>
            </a:r>
            <a:r>
              <a:rPr lang="en-US" i="1"/>
              <a:t>P</a:t>
            </a:r>
            <a:r>
              <a:rPr lang="en-US" i="1" baseline="-25000"/>
              <a:t>i</a:t>
            </a:r>
            <a:r>
              <a:rPr lang="en-US"/>
              <a:t> terminates, </a:t>
            </a:r>
            <a:r>
              <a:rPr lang="en-US" i="1"/>
              <a:t>P</a:t>
            </a:r>
            <a:r>
              <a:rPr lang="en-US" i="1" baseline="-25000"/>
              <a:t>i </a:t>
            </a:r>
            <a:r>
              <a:rPr lang="en-US" baseline="-25000"/>
              <a:t>+1</a:t>
            </a:r>
            <a:r>
              <a:rPr lang="en-US"/>
              <a:t> can obtain its needed resources, and so on </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91" name="Shape 191"/>
        <p:cNvGrpSpPr/>
        <p:nvPr/>
      </p:nvGrpSpPr>
      <p:grpSpPr>
        <a:xfrm>
          <a:off x="0" y="0"/>
          <a:ext cx="0" cy="0"/>
          <a:chOff x="0" y="0"/>
          <a:chExt cx="0" cy="0"/>
        </a:xfrm>
      </p:grpSpPr>
      <p:sp>
        <p:nvSpPr>
          <p:cNvPr id="192" name="Google Shape;192;p18"/>
          <p:cNvSpPr txBox="1"/>
          <p:nvPr>
            <p:ph type="title"/>
          </p:nvPr>
        </p:nvSpPr>
        <p:spPr>
          <a:xfrm>
            <a:off x="457200" y="236379"/>
            <a:ext cx="8229600"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Basic Facts</a:t>
            </a:r>
            <a:endParaRPr lang="en-US"/>
          </a:p>
        </p:txBody>
      </p:sp>
      <p:sp>
        <p:nvSpPr>
          <p:cNvPr id="193" name="Google Shape;193;p18"/>
          <p:cNvSpPr txBox="1"/>
          <p:nvPr>
            <p:ph type="body" idx="1"/>
          </p:nvPr>
        </p:nvSpPr>
        <p:spPr>
          <a:xfrm>
            <a:off x="922337" y="1190625"/>
            <a:ext cx="7652495" cy="4414838"/>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a:t>If a system is in safe state ⇒ no deadlocks</a:t>
            </a:r>
            <a:br>
              <a:rPr lang="en-US"/>
            </a:br>
            <a:endParaRPr lang="en-US"/>
          </a:p>
          <a:p>
            <a:pPr marL="285750" lvl="0" indent="-285750" algn="l" rtl="0">
              <a:spcBef>
                <a:spcPts val="630"/>
              </a:spcBef>
              <a:spcAft>
                <a:spcPts val="0"/>
              </a:spcAft>
              <a:buSzPts val="1980"/>
              <a:buChar char="▪"/>
            </a:pPr>
            <a:r>
              <a:rPr lang="en-US"/>
              <a:t>If a system is in unsafe state ⇒ possibility of deadlock</a:t>
            </a:r>
            <a:br>
              <a:rPr lang="en-US"/>
            </a:br>
            <a:endParaRPr lang="en-US"/>
          </a:p>
          <a:p>
            <a:pPr marL="285750" lvl="0" indent="-285750" algn="l" rtl="0">
              <a:spcBef>
                <a:spcPts val="630"/>
              </a:spcBef>
              <a:spcAft>
                <a:spcPts val="0"/>
              </a:spcAft>
              <a:buSzPts val="1980"/>
              <a:buChar char="▪"/>
            </a:pPr>
            <a:r>
              <a:rPr lang="en-US"/>
              <a:t>Avoidance ⇒ ensure that a system will never enter an unsafe state.</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98" name="Shape 198"/>
        <p:cNvGrpSpPr/>
        <p:nvPr/>
      </p:nvGrpSpPr>
      <p:grpSpPr>
        <a:xfrm>
          <a:off x="0" y="0"/>
          <a:ext cx="0" cy="0"/>
          <a:chOff x="0" y="0"/>
          <a:chExt cx="0" cy="0"/>
        </a:xfrm>
      </p:grpSpPr>
      <p:sp>
        <p:nvSpPr>
          <p:cNvPr id="199" name="Google Shape;199;p19"/>
          <p:cNvSpPr txBox="1"/>
          <p:nvPr>
            <p:ph type="title"/>
          </p:nvPr>
        </p:nvSpPr>
        <p:spPr>
          <a:xfrm>
            <a:off x="846138" y="225461"/>
            <a:ext cx="7840662"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Safe, Unsafe, Deadlock State </a:t>
            </a:r>
            <a:endParaRPr lang="en-US"/>
          </a:p>
        </p:txBody>
      </p:sp>
      <p:pic>
        <p:nvPicPr>
          <p:cNvPr id="200" name="Google Shape;200;p19"/>
          <p:cNvPicPr preferRelativeResize="0"/>
          <p:nvPr/>
        </p:nvPicPr>
        <p:blipFill rotWithShape="1">
          <a:blip r:embed="rId1"/>
          <a:srcRect/>
          <a:stretch>
            <a:fillRect/>
          </a:stretch>
        </p:blipFill>
        <p:spPr>
          <a:xfrm>
            <a:off x="2743200" y="1462088"/>
            <a:ext cx="4352925" cy="43529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205" name="Shape 205"/>
        <p:cNvGrpSpPr/>
        <p:nvPr/>
      </p:nvGrpSpPr>
      <p:grpSpPr>
        <a:xfrm>
          <a:off x="0" y="0"/>
          <a:ext cx="0" cy="0"/>
          <a:chOff x="0" y="0"/>
          <a:chExt cx="0" cy="0"/>
        </a:xfrm>
      </p:grpSpPr>
      <p:sp>
        <p:nvSpPr>
          <p:cNvPr id="206" name="Google Shape;206;p20"/>
          <p:cNvSpPr txBox="1"/>
          <p:nvPr>
            <p:ph type="title"/>
          </p:nvPr>
        </p:nvSpPr>
        <p:spPr>
          <a:xfrm>
            <a:off x="1041400" y="241336"/>
            <a:ext cx="76454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Avoidance Algorithms</a:t>
            </a:r>
            <a:endParaRPr lang="en-US"/>
          </a:p>
        </p:txBody>
      </p:sp>
      <p:sp>
        <p:nvSpPr>
          <p:cNvPr id="207" name="Google Shape;207;p20"/>
          <p:cNvSpPr txBox="1"/>
          <p:nvPr>
            <p:ph type="body" idx="1"/>
          </p:nvPr>
        </p:nvSpPr>
        <p:spPr>
          <a:xfrm>
            <a:off x="906463" y="1171575"/>
            <a:ext cx="6659562" cy="4483100"/>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a:t>Single instance of a resource type</a:t>
            </a:r>
            <a:endParaRPr lang="en-US"/>
          </a:p>
          <a:p>
            <a:pPr marL="742950" lvl="1" indent="-285750" algn="l" rtl="0">
              <a:spcBef>
                <a:spcPts val="630"/>
              </a:spcBef>
              <a:spcAft>
                <a:spcPts val="0"/>
              </a:spcAft>
              <a:buSzPts val="1980"/>
              <a:buChar char="•"/>
            </a:pPr>
            <a:r>
              <a:rPr lang="en-US"/>
              <a:t>Use a resource-allocation graph</a:t>
            </a:r>
            <a:endParaRPr lang="en-US"/>
          </a:p>
          <a:p>
            <a:pPr marL="742950" lvl="1" indent="-285750" algn="l" rtl="0">
              <a:spcBef>
                <a:spcPts val="630"/>
              </a:spcBef>
              <a:spcAft>
                <a:spcPts val="0"/>
              </a:spcAft>
              <a:buSzPts val="1980"/>
              <a:buFont typeface="Arial" panose="020B0604020202020204"/>
              <a:buNone/>
            </a:pPr>
          </a:p>
          <a:p>
            <a:pPr marL="285750" lvl="0" indent="-285750" algn="l" rtl="0">
              <a:spcBef>
                <a:spcPts val="630"/>
              </a:spcBef>
              <a:spcAft>
                <a:spcPts val="0"/>
              </a:spcAft>
              <a:buSzPts val="1980"/>
              <a:buChar char="▪"/>
            </a:pPr>
            <a:r>
              <a:rPr lang="en-US"/>
              <a:t>Multiple instances of a resource type</a:t>
            </a:r>
            <a:endParaRPr lang="en-US"/>
          </a:p>
          <a:p>
            <a:pPr marL="742950" lvl="1" indent="-285750" algn="l" rtl="0">
              <a:spcBef>
                <a:spcPts val="630"/>
              </a:spcBef>
              <a:spcAft>
                <a:spcPts val="0"/>
              </a:spcAft>
              <a:buSzPts val="1980"/>
              <a:buChar char="•"/>
            </a:pPr>
            <a:r>
              <a:rPr lang="en-US"/>
              <a:t> Use the Banker’s Algorithm</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212" name="Shape 212"/>
        <p:cNvGrpSpPr/>
        <p:nvPr/>
      </p:nvGrpSpPr>
      <p:grpSpPr>
        <a:xfrm>
          <a:off x="0" y="0"/>
          <a:ext cx="0" cy="0"/>
          <a:chOff x="0" y="0"/>
          <a:chExt cx="0" cy="0"/>
        </a:xfrm>
      </p:grpSpPr>
      <p:sp>
        <p:nvSpPr>
          <p:cNvPr id="213" name="Google Shape;213;p21"/>
          <p:cNvSpPr txBox="1"/>
          <p:nvPr>
            <p:ph type="title"/>
          </p:nvPr>
        </p:nvSpPr>
        <p:spPr>
          <a:xfrm>
            <a:off x="983989" y="235762"/>
            <a:ext cx="7831138"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Resource-Allocation Graph Scheme</a:t>
            </a:r>
            <a:endParaRPr lang="en-US"/>
          </a:p>
        </p:txBody>
      </p:sp>
      <p:sp>
        <p:nvSpPr>
          <p:cNvPr id="214" name="Google Shape;214;p21"/>
          <p:cNvSpPr txBox="1"/>
          <p:nvPr>
            <p:ph type="body" idx="1"/>
          </p:nvPr>
        </p:nvSpPr>
        <p:spPr>
          <a:xfrm>
            <a:off x="858837" y="1155700"/>
            <a:ext cx="7697333" cy="4483100"/>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b="1">
                <a:solidFill>
                  <a:srgbClr val="006699"/>
                </a:solidFill>
                <a:latin typeface="Arial" panose="020B0604020202020204"/>
                <a:ea typeface="Arial" panose="020B0604020202020204"/>
                <a:cs typeface="Arial" panose="020B0604020202020204"/>
                <a:sym typeface="Arial" panose="020B0604020202020204"/>
              </a:rPr>
              <a:t>Claim edge </a:t>
            </a:r>
            <a:r>
              <a:rPr lang="en-US" i="1"/>
              <a:t>P</a:t>
            </a:r>
            <a:r>
              <a:rPr lang="en-US" i="1" baseline="-25000"/>
              <a:t>i</a:t>
            </a:r>
            <a:r>
              <a:rPr lang="en-US"/>
              <a:t> → </a:t>
            </a:r>
            <a:r>
              <a:rPr lang="en-US" i="1"/>
              <a:t>R</a:t>
            </a:r>
            <a:r>
              <a:rPr lang="en-US" i="1" baseline="-25000"/>
              <a:t>j</a:t>
            </a:r>
            <a:r>
              <a:rPr lang="en-US"/>
              <a:t> indicated that process </a:t>
            </a:r>
            <a:r>
              <a:rPr lang="en-US" i="1"/>
              <a:t>P</a:t>
            </a:r>
            <a:r>
              <a:rPr lang="en-US" i="1" baseline="-25000"/>
              <a:t>j</a:t>
            </a:r>
            <a:r>
              <a:rPr lang="en-US"/>
              <a:t> may request resource </a:t>
            </a:r>
            <a:r>
              <a:rPr lang="en-US" i="1"/>
              <a:t>R</a:t>
            </a:r>
            <a:r>
              <a:rPr lang="en-US" i="1" baseline="-25000"/>
              <a:t>j</a:t>
            </a:r>
            <a:r>
              <a:rPr lang="en-US"/>
              <a:t>; represented by a dashed line</a:t>
            </a:r>
            <a:endParaRPr lang="en-US"/>
          </a:p>
          <a:p>
            <a:pPr marL="285750" lvl="0" indent="-285750" algn="l" rtl="0">
              <a:spcBef>
                <a:spcPts val="630"/>
              </a:spcBef>
              <a:spcAft>
                <a:spcPts val="0"/>
              </a:spcAft>
              <a:buSzPts val="1980"/>
              <a:buChar char="▪"/>
            </a:pPr>
            <a:r>
              <a:rPr lang="en-US"/>
              <a:t>Claim edge converts to request edge when a process requests a resource</a:t>
            </a:r>
            <a:endParaRPr lang="en-US"/>
          </a:p>
          <a:p>
            <a:pPr marL="285750" lvl="0" indent="-285750" algn="l" rtl="0">
              <a:spcBef>
                <a:spcPts val="630"/>
              </a:spcBef>
              <a:spcAft>
                <a:spcPts val="0"/>
              </a:spcAft>
              <a:buSzPts val="1980"/>
              <a:buChar char="▪"/>
            </a:pPr>
            <a:r>
              <a:rPr lang="en-US"/>
              <a:t>Request edge converted to an assignment edge when the  resource is allocated to the process</a:t>
            </a:r>
            <a:endParaRPr lang="en-US"/>
          </a:p>
          <a:p>
            <a:pPr marL="285750" lvl="0" indent="-285750" algn="l" rtl="0">
              <a:spcBef>
                <a:spcPts val="630"/>
              </a:spcBef>
              <a:spcAft>
                <a:spcPts val="0"/>
              </a:spcAft>
              <a:buSzPts val="1980"/>
              <a:buChar char="▪"/>
            </a:pPr>
            <a:r>
              <a:rPr lang="en-US"/>
              <a:t>When a resource is released by a process, assignment edge reconverts to a claim edge</a:t>
            </a:r>
            <a:endParaRPr lang="en-US"/>
          </a:p>
          <a:p>
            <a:pPr marL="285750" lvl="0" indent="-285750" algn="l" rtl="0">
              <a:spcBef>
                <a:spcPts val="630"/>
              </a:spcBef>
              <a:spcAft>
                <a:spcPts val="0"/>
              </a:spcAft>
              <a:buSzPts val="1980"/>
              <a:buChar char="▪"/>
            </a:pPr>
            <a:r>
              <a:rPr lang="en-US"/>
              <a:t>Resources must be claimed </a:t>
            </a:r>
            <a:r>
              <a:rPr lang="en-US" i="1"/>
              <a:t>a priori</a:t>
            </a:r>
            <a:r>
              <a:rPr lang="en-US"/>
              <a:t> in the system</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219" name="Shape 219"/>
        <p:cNvGrpSpPr/>
        <p:nvPr/>
      </p:nvGrpSpPr>
      <p:grpSpPr>
        <a:xfrm>
          <a:off x="0" y="0"/>
          <a:ext cx="0" cy="0"/>
          <a:chOff x="0" y="0"/>
          <a:chExt cx="0" cy="0"/>
        </a:xfrm>
      </p:grpSpPr>
      <p:sp>
        <p:nvSpPr>
          <p:cNvPr id="220" name="Google Shape;220;p22"/>
          <p:cNvSpPr txBox="1"/>
          <p:nvPr>
            <p:ph type="title"/>
          </p:nvPr>
        </p:nvSpPr>
        <p:spPr>
          <a:xfrm>
            <a:off x="564079" y="355636"/>
            <a:ext cx="8224837" cy="457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Resource-Allocation Graph</a:t>
            </a:r>
            <a:endParaRPr lang="en-US"/>
          </a:p>
        </p:txBody>
      </p:sp>
      <p:pic>
        <p:nvPicPr>
          <p:cNvPr id="221" name="Google Shape;221;p22"/>
          <p:cNvPicPr preferRelativeResize="0"/>
          <p:nvPr/>
        </p:nvPicPr>
        <p:blipFill rotWithShape="1">
          <a:blip r:embed="rId1"/>
          <a:srcRect/>
          <a:stretch>
            <a:fillRect/>
          </a:stretch>
        </p:blipFill>
        <p:spPr>
          <a:xfrm>
            <a:off x="2528077" y="1423696"/>
            <a:ext cx="3662363" cy="36925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226" name="Shape 226"/>
        <p:cNvGrpSpPr/>
        <p:nvPr/>
      </p:nvGrpSpPr>
      <p:grpSpPr>
        <a:xfrm>
          <a:off x="0" y="0"/>
          <a:ext cx="0" cy="0"/>
          <a:chOff x="0" y="0"/>
          <a:chExt cx="0" cy="0"/>
        </a:xfrm>
      </p:grpSpPr>
      <p:sp>
        <p:nvSpPr>
          <p:cNvPr id="227" name="Google Shape;227;p23"/>
          <p:cNvSpPr txBox="1"/>
          <p:nvPr>
            <p:ph type="title"/>
          </p:nvPr>
        </p:nvSpPr>
        <p:spPr>
          <a:xfrm>
            <a:off x="907952" y="353656"/>
            <a:ext cx="8243887" cy="457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a:t>Unsafe State In Resource-Allocation Graph</a:t>
            </a:r>
            <a:endParaRPr lang="en-US" sz="2800"/>
          </a:p>
        </p:txBody>
      </p:sp>
      <p:pic>
        <p:nvPicPr>
          <p:cNvPr id="228" name="Google Shape;228;p23"/>
          <p:cNvPicPr preferRelativeResize="0"/>
          <p:nvPr/>
        </p:nvPicPr>
        <p:blipFill rotWithShape="1">
          <a:blip r:embed="rId1"/>
          <a:srcRect/>
          <a:stretch>
            <a:fillRect/>
          </a:stretch>
        </p:blipFill>
        <p:spPr>
          <a:xfrm>
            <a:off x="2809875" y="1438275"/>
            <a:ext cx="3902075" cy="39338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233" name="Shape 233"/>
        <p:cNvGrpSpPr/>
        <p:nvPr/>
      </p:nvGrpSpPr>
      <p:grpSpPr>
        <a:xfrm>
          <a:off x="0" y="0"/>
          <a:ext cx="0" cy="0"/>
          <a:chOff x="0" y="0"/>
          <a:chExt cx="0" cy="0"/>
        </a:xfrm>
      </p:grpSpPr>
      <p:sp>
        <p:nvSpPr>
          <p:cNvPr id="234" name="Google Shape;234;p24"/>
          <p:cNvSpPr txBox="1"/>
          <p:nvPr>
            <p:ph type="title"/>
          </p:nvPr>
        </p:nvSpPr>
        <p:spPr>
          <a:xfrm>
            <a:off x="1032747" y="234792"/>
            <a:ext cx="7656512"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Resource-Allocation Graph Algorithm</a:t>
            </a:r>
            <a:endParaRPr lang="en-US"/>
          </a:p>
        </p:txBody>
      </p:sp>
      <p:sp>
        <p:nvSpPr>
          <p:cNvPr id="235" name="Google Shape;235;p24"/>
          <p:cNvSpPr txBox="1"/>
          <p:nvPr>
            <p:ph type="body" idx="1"/>
          </p:nvPr>
        </p:nvSpPr>
        <p:spPr>
          <a:xfrm>
            <a:off x="825015" y="1187450"/>
            <a:ext cx="7656512" cy="4303713"/>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a:t>Suppose that process</a:t>
            </a:r>
            <a:r>
              <a:rPr lang="en-US" i="1"/>
              <a:t> P</a:t>
            </a:r>
            <a:r>
              <a:rPr lang="en-US" i="1" baseline="-25000"/>
              <a:t>i</a:t>
            </a:r>
            <a:r>
              <a:rPr lang="en-US"/>
              <a:t> requests a resource </a:t>
            </a:r>
            <a:r>
              <a:rPr lang="en-US" i="1"/>
              <a:t>R</a:t>
            </a:r>
            <a:r>
              <a:rPr lang="en-US" i="1" baseline="-25000"/>
              <a:t>j</a:t>
            </a:r>
            <a:endParaRPr i="1" baseline="-25000"/>
          </a:p>
          <a:p>
            <a:pPr marL="285750" lvl="0" indent="-285750" algn="l" rtl="0">
              <a:spcBef>
                <a:spcPts val="630"/>
              </a:spcBef>
              <a:spcAft>
                <a:spcPts val="0"/>
              </a:spcAft>
              <a:buSzPts val="1980"/>
              <a:buChar char="▪"/>
            </a:pPr>
            <a:r>
              <a:rPr lang="en-US"/>
              <a:t>The request can be granted only if converting the request edge to an assignment edge does not result in the formation of a cycle in the resource allocation graph</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240" name="Shape 240"/>
        <p:cNvGrpSpPr/>
        <p:nvPr/>
      </p:nvGrpSpPr>
      <p:grpSpPr>
        <a:xfrm>
          <a:off x="0" y="0"/>
          <a:ext cx="0" cy="0"/>
          <a:chOff x="0" y="0"/>
          <a:chExt cx="0" cy="0"/>
        </a:xfrm>
      </p:grpSpPr>
      <p:sp>
        <p:nvSpPr>
          <p:cNvPr id="241" name="Google Shape;241;p25"/>
          <p:cNvSpPr txBox="1"/>
          <p:nvPr>
            <p:ph type="title"/>
          </p:nvPr>
        </p:nvSpPr>
        <p:spPr>
          <a:xfrm>
            <a:off x="914400" y="238549"/>
            <a:ext cx="77724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Banker’s Algorithm</a:t>
            </a:r>
            <a:endParaRPr lang="en-US"/>
          </a:p>
        </p:txBody>
      </p:sp>
      <p:sp>
        <p:nvSpPr>
          <p:cNvPr id="242" name="Google Shape;242;p25"/>
          <p:cNvSpPr txBox="1"/>
          <p:nvPr>
            <p:ph type="body" idx="1"/>
          </p:nvPr>
        </p:nvSpPr>
        <p:spPr>
          <a:xfrm>
            <a:off x="858838" y="1128713"/>
            <a:ext cx="7706664" cy="4441825"/>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a:t>Multiple instances of resources</a:t>
            </a:r>
            <a:br>
              <a:rPr lang="en-US"/>
            </a:br>
            <a:endParaRPr lang="en-US"/>
          </a:p>
          <a:p>
            <a:pPr marL="285750" lvl="0" indent="-285750" algn="l" rtl="0">
              <a:spcBef>
                <a:spcPts val="630"/>
              </a:spcBef>
              <a:spcAft>
                <a:spcPts val="0"/>
              </a:spcAft>
              <a:buSzPts val="1980"/>
              <a:buChar char="▪"/>
            </a:pPr>
            <a:r>
              <a:rPr lang="en-US"/>
              <a:t>Each process must a priori claim maximum use</a:t>
            </a:r>
            <a:br>
              <a:rPr lang="en-US"/>
            </a:br>
            <a:endParaRPr lang="en-US"/>
          </a:p>
          <a:p>
            <a:pPr marL="285750" lvl="0" indent="-285750" algn="l" rtl="0">
              <a:spcBef>
                <a:spcPts val="630"/>
              </a:spcBef>
              <a:spcAft>
                <a:spcPts val="0"/>
              </a:spcAft>
              <a:buSzPts val="1980"/>
              <a:buChar char="▪"/>
            </a:pPr>
            <a:r>
              <a:rPr lang="en-US"/>
              <a:t>When a process requests a resource it may have to wait  </a:t>
            </a:r>
            <a:br>
              <a:rPr lang="en-US"/>
            </a:br>
            <a:endParaRPr lang="en-US"/>
          </a:p>
          <a:p>
            <a:pPr marL="285750" lvl="0" indent="-285750" algn="l" rtl="0">
              <a:spcBef>
                <a:spcPts val="630"/>
              </a:spcBef>
              <a:spcAft>
                <a:spcPts val="0"/>
              </a:spcAft>
              <a:buSzPts val="1980"/>
              <a:buChar char="▪"/>
            </a:pPr>
            <a:r>
              <a:rPr lang="en-US"/>
              <a:t>When a process gets all its resources it must return them in a finite amount of time</a:t>
            </a: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247" name="Shape 247"/>
        <p:cNvGrpSpPr/>
        <p:nvPr/>
      </p:nvGrpSpPr>
      <p:grpSpPr>
        <a:xfrm>
          <a:off x="0" y="0"/>
          <a:ext cx="0" cy="0"/>
          <a:chOff x="0" y="0"/>
          <a:chExt cx="0" cy="0"/>
        </a:xfrm>
      </p:grpSpPr>
      <p:sp>
        <p:nvSpPr>
          <p:cNvPr id="248" name="Google Shape;248;p26"/>
          <p:cNvSpPr txBox="1"/>
          <p:nvPr>
            <p:ph type="title"/>
          </p:nvPr>
        </p:nvSpPr>
        <p:spPr>
          <a:xfrm>
            <a:off x="1064237" y="383009"/>
            <a:ext cx="7586662" cy="4318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a:t>Data Structures for the Banker’s Algorithm </a:t>
            </a:r>
            <a:endParaRPr sz="2800"/>
          </a:p>
        </p:txBody>
      </p:sp>
      <p:sp>
        <p:nvSpPr>
          <p:cNvPr id="249" name="Google Shape;249;p26"/>
          <p:cNvSpPr txBox="1"/>
          <p:nvPr>
            <p:ph type="body" idx="1"/>
          </p:nvPr>
        </p:nvSpPr>
        <p:spPr>
          <a:xfrm>
            <a:off x="1192213" y="1654175"/>
            <a:ext cx="7370762" cy="4387850"/>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b="1"/>
              <a:t>Available</a:t>
            </a:r>
            <a:r>
              <a:rPr lang="en-US" i="1"/>
              <a:t>:</a:t>
            </a:r>
            <a:r>
              <a:rPr lang="en-US"/>
              <a:t>  Vector of length </a:t>
            </a:r>
            <a:r>
              <a:rPr lang="en-US" i="1"/>
              <a:t>m</a:t>
            </a:r>
            <a:r>
              <a:rPr lang="en-US"/>
              <a:t>. If available [</a:t>
            </a:r>
            <a:r>
              <a:rPr lang="en-US" i="1"/>
              <a:t>j</a:t>
            </a:r>
            <a:r>
              <a:rPr lang="en-US"/>
              <a:t>] = </a:t>
            </a:r>
            <a:r>
              <a:rPr lang="en-US" i="1"/>
              <a:t>k</a:t>
            </a:r>
            <a:r>
              <a:rPr lang="en-US"/>
              <a:t>, there are</a:t>
            </a:r>
            <a:r>
              <a:rPr lang="en-US" i="1"/>
              <a:t> k</a:t>
            </a:r>
            <a:r>
              <a:rPr lang="en-US"/>
              <a:t> instances of resource type </a:t>
            </a:r>
            <a:r>
              <a:rPr lang="en-US" i="1"/>
              <a:t>R</a:t>
            </a:r>
            <a:r>
              <a:rPr lang="en-US" i="1" baseline="-25000"/>
              <a:t>j</a:t>
            </a:r>
            <a:r>
              <a:rPr lang="en-US" baseline="-25000"/>
              <a:t>  </a:t>
            </a:r>
            <a:r>
              <a:rPr lang="en-US"/>
              <a:t>available</a:t>
            </a:r>
            <a:endParaRPr lang="en-US"/>
          </a:p>
          <a:p>
            <a:pPr marL="285750" lvl="0" indent="-229870" algn="l" rtl="0">
              <a:spcBef>
                <a:spcPts val="280"/>
              </a:spcBef>
              <a:spcAft>
                <a:spcPts val="0"/>
              </a:spcAft>
              <a:buSzPts val="880"/>
              <a:buNone/>
            </a:pPr>
            <a:endParaRPr sz="800"/>
          </a:p>
          <a:p>
            <a:pPr marL="285750" lvl="0" indent="-285750" algn="l" rtl="0">
              <a:spcBef>
                <a:spcPts val="630"/>
              </a:spcBef>
              <a:spcAft>
                <a:spcPts val="0"/>
              </a:spcAft>
              <a:buSzPts val="1980"/>
              <a:buChar char="▪"/>
            </a:pPr>
            <a:r>
              <a:rPr lang="en-US" b="1">
                <a:solidFill>
                  <a:srgbClr val="000000"/>
                </a:solidFill>
              </a:rPr>
              <a:t>Max</a:t>
            </a:r>
            <a:r>
              <a:rPr lang="en-US" i="1"/>
              <a:t>: n x m</a:t>
            </a:r>
            <a:r>
              <a:rPr lang="en-US"/>
              <a:t> matrix.  If </a:t>
            </a:r>
            <a:r>
              <a:rPr lang="en-US" i="1"/>
              <a:t>Max </a:t>
            </a:r>
            <a:r>
              <a:rPr lang="en-US"/>
              <a:t>[</a:t>
            </a:r>
            <a:r>
              <a:rPr lang="en-US" i="1"/>
              <a:t>i,j</a:t>
            </a:r>
            <a:r>
              <a:rPr lang="en-US"/>
              <a:t>] = </a:t>
            </a:r>
            <a:r>
              <a:rPr lang="en-US" i="1"/>
              <a:t>k</a:t>
            </a:r>
            <a:r>
              <a:rPr lang="en-US"/>
              <a:t>, then process </a:t>
            </a:r>
            <a:r>
              <a:rPr lang="en-US" i="1"/>
              <a:t>P</a:t>
            </a:r>
            <a:r>
              <a:rPr lang="en-US" i="1" baseline="-25000"/>
              <a:t>i</a:t>
            </a:r>
            <a:r>
              <a:rPr lang="en-US" i="1"/>
              <a:t> </a:t>
            </a:r>
            <a:r>
              <a:rPr lang="en-US"/>
              <a:t>may request at most</a:t>
            </a:r>
            <a:r>
              <a:rPr lang="en-US" i="1"/>
              <a:t> k </a:t>
            </a:r>
            <a:r>
              <a:rPr lang="en-US"/>
              <a:t>instances of resource type </a:t>
            </a:r>
            <a:r>
              <a:rPr lang="en-US" i="1"/>
              <a:t>R</a:t>
            </a:r>
            <a:r>
              <a:rPr lang="en-US" i="1" baseline="-25000"/>
              <a:t>j</a:t>
            </a:r>
            <a:endParaRPr i="1" baseline="-25000"/>
          </a:p>
          <a:p>
            <a:pPr marL="285750" lvl="0" indent="-229870" algn="l" rtl="0">
              <a:spcBef>
                <a:spcPts val="280"/>
              </a:spcBef>
              <a:spcAft>
                <a:spcPts val="0"/>
              </a:spcAft>
              <a:buSzPts val="880"/>
              <a:buNone/>
            </a:pPr>
            <a:endParaRPr sz="800" i="1" baseline="-25000"/>
          </a:p>
          <a:p>
            <a:pPr marL="285750" lvl="0" indent="-285750" algn="l" rtl="0">
              <a:spcBef>
                <a:spcPts val="630"/>
              </a:spcBef>
              <a:spcAft>
                <a:spcPts val="0"/>
              </a:spcAft>
              <a:buSzPts val="1980"/>
              <a:buChar char="▪"/>
            </a:pPr>
            <a:r>
              <a:rPr lang="en-US" b="1">
                <a:solidFill>
                  <a:srgbClr val="000000"/>
                </a:solidFill>
              </a:rPr>
              <a:t>Allocation</a:t>
            </a:r>
            <a:r>
              <a:rPr lang="en-US" i="1"/>
              <a:t>:  n </a:t>
            </a:r>
            <a:r>
              <a:rPr lang="en-US"/>
              <a:t>x</a:t>
            </a:r>
            <a:r>
              <a:rPr lang="en-US" i="1"/>
              <a:t> m</a:t>
            </a:r>
            <a:r>
              <a:rPr lang="en-US"/>
              <a:t> matrix.  If Allocation[</a:t>
            </a:r>
            <a:r>
              <a:rPr lang="en-US" i="1"/>
              <a:t>i,j</a:t>
            </a:r>
            <a:r>
              <a:rPr lang="en-US"/>
              <a:t>] = </a:t>
            </a:r>
            <a:r>
              <a:rPr lang="en-US" i="1"/>
              <a:t>k</a:t>
            </a:r>
            <a:r>
              <a:rPr lang="en-US"/>
              <a:t> then</a:t>
            </a:r>
            <a:r>
              <a:rPr lang="en-US" i="1"/>
              <a:t> P</a:t>
            </a:r>
            <a:r>
              <a:rPr lang="en-US" i="1" baseline="-25000"/>
              <a:t>i</a:t>
            </a:r>
            <a:r>
              <a:rPr lang="en-US"/>
              <a:t> is currently allocated </a:t>
            </a:r>
            <a:r>
              <a:rPr lang="en-US" i="1"/>
              <a:t>k</a:t>
            </a:r>
            <a:r>
              <a:rPr lang="en-US"/>
              <a:t> instances of </a:t>
            </a:r>
            <a:r>
              <a:rPr lang="en-US" i="1"/>
              <a:t>R</a:t>
            </a:r>
            <a:r>
              <a:rPr lang="en-US" i="1" baseline="-25000"/>
              <a:t>j</a:t>
            </a:r>
            <a:endParaRPr i="1" baseline="-25000"/>
          </a:p>
          <a:p>
            <a:pPr marL="285750" lvl="0" indent="-229870" algn="l" rtl="0">
              <a:spcBef>
                <a:spcPts val="280"/>
              </a:spcBef>
              <a:spcAft>
                <a:spcPts val="0"/>
              </a:spcAft>
              <a:buSzPts val="880"/>
              <a:buNone/>
            </a:pPr>
            <a:endParaRPr sz="800" i="1" baseline="-25000"/>
          </a:p>
          <a:p>
            <a:pPr marL="285750" lvl="0" indent="-285750" algn="l" rtl="0">
              <a:spcBef>
                <a:spcPts val="630"/>
              </a:spcBef>
              <a:spcAft>
                <a:spcPts val="0"/>
              </a:spcAft>
              <a:buSzPts val="1980"/>
              <a:buChar char="▪"/>
            </a:pPr>
            <a:r>
              <a:rPr lang="en-US" b="1">
                <a:solidFill>
                  <a:srgbClr val="000000"/>
                </a:solidFill>
              </a:rPr>
              <a:t>Need</a:t>
            </a:r>
            <a:r>
              <a:rPr lang="en-US" i="1"/>
              <a:t>:  n </a:t>
            </a:r>
            <a:r>
              <a:rPr lang="en-US"/>
              <a:t>x</a:t>
            </a:r>
            <a:r>
              <a:rPr lang="en-US" i="1"/>
              <a:t> m</a:t>
            </a:r>
            <a:r>
              <a:rPr lang="en-US"/>
              <a:t> matrix. If </a:t>
            </a:r>
            <a:r>
              <a:rPr lang="en-US" i="1"/>
              <a:t>Need</a:t>
            </a:r>
            <a:r>
              <a:rPr lang="en-US"/>
              <a:t>[</a:t>
            </a:r>
            <a:r>
              <a:rPr lang="en-US" i="1"/>
              <a:t>i,j</a:t>
            </a:r>
            <a:r>
              <a:rPr lang="en-US"/>
              <a:t>] =</a:t>
            </a:r>
            <a:r>
              <a:rPr lang="en-US" i="1"/>
              <a:t> k</a:t>
            </a:r>
            <a:r>
              <a:rPr lang="en-US"/>
              <a:t>, then</a:t>
            </a:r>
            <a:r>
              <a:rPr lang="en-US" i="1"/>
              <a:t> P</a:t>
            </a:r>
            <a:r>
              <a:rPr lang="en-US" i="1" baseline="-25000"/>
              <a:t>i</a:t>
            </a:r>
            <a:r>
              <a:rPr lang="en-US"/>
              <a:t> may need </a:t>
            </a:r>
            <a:r>
              <a:rPr lang="en-US" i="1"/>
              <a:t>k</a:t>
            </a:r>
            <a:r>
              <a:rPr lang="en-US"/>
              <a:t> more instances of </a:t>
            </a:r>
            <a:r>
              <a:rPr lang="en-US" i="1"/>
              <a:t>R</a:t>
            </a:r>
            <a:r>
              <a:rPr lang="en-US" i="1" baseline="-25000"/>
              <a:t>j</a:t>
            </a:r>
            <a:r>
              <a:rPr lang="en-US" baseline="-25000"/>
              <a:t> </a:t>
            </a:r>
            <a:r>
              <a:rPr lang="en-US"/>
              <a:t>to complete its task</a:t>
            </a:r>
            <a:endParaRPr lang="en-US"/>
          </a:p>
          <a:p>
            <a:pPr marL="1085850" lvl="2" indent="-228600" algn="l" rtl="0">
              <a:spcBef>
                <a:spcPts val="630"/>
              </a:spcBef>
              <a:spcAft>
                <a:spcPts val="0"/>
              </a:spcAft>
              <a:buSzPts val="1350"/>
              <a:buFont typeface="Arimo"/>
              <a:buNone/>
            </a:pPr>
            <a:br>
              <a:rPr lang="en-US"/>
            </a:br>
            <a:r>
              <a:rPr lang="en-US" i="1"/>
              <a:t>Need</a:t>
            </a:r>
            <a:r>
              <a:rPr lang="en-US"/>
              <a:t> [</a:t>
            </a:r>
            <a:r>
              <a:rPr lang="en-US" i="1"/>
              <a:t>i,j]</a:t>
            </a:r>
            <a:r>
              <a:rPr lang="en-US"/>
              <a:t> = </a:t>
            </a:r>
            <a:r>
              <a:rPr lang="en-US" i="1"/>
              <a:t>Max</a:t>
            </a:r>
            <a:r>
              <a:rPr lang="en-US"/>
              <a:t>[</a:t>
            </a:r>
            <a:r>
              <a:rPr lang="en-US" i="1"/>
              <a:t>i,j</a:t>
            </a:r>
            <a:r>
              <a:rPr lang="en-US"/>
              <a:t>] – </a:t>
            </a:r>
            <a:r>
              <a:rPr lang="en-US" i="1"/>
              <a:t>Allocation</a:t>
            </a:r>
            <a:r>
              <a:rPr lang="en-US"/>
              <a:t> [</a:t>
            </a:r>
            <a:r>
              <a:rPr lang="en-US" i="1"/>
              <a:t>i,j</a:t>
            </a:r>
            <a:r>
              <a:rPr lang="en-US"/>
              <a:t>]</a:t>
            </a:r>
            <a:endParaRPr lang="en-US"/>
          </a:p>
        </p:txBody>
      </p:sp>
      <p:sp>
        <p:nvSpPr>
          <p:cNvPr id="250" name="Google Shape;250;p26"/>
          <p:cNvSpPr txBox="1"/>
          <p:nvPr/>
        </p:nvSpPr>
        <p:spPr>
          <a:xfrm>
            <a:off x="950913" y="1108075"/>
            <a:ext cx="6934200" cy="366713"/>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chemeClr val="dk1"/>
              </a:buClr>
              <a:buSzPts val="1800"/>
              <a:buFont typeface="Arial" panose="020B0604020202020204"/>
              <a:buNone/>
            </a:pPr>
            <a:r>
              <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Let </a:t>
            </a:r>
            <a:r>
              <a:rPr lang="en-US" sz="1800" b="0" i="1"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n</a:t>
            </a:r>
            <a:r>
              <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 = number of processes, and </a:t>
            </a:r>
            <a:r>
              <a:rPr lang="en-US" sz="1800" b="0" i="1"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m </a:t>
            </a:r>
            <a:r>
              <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 number of resources types. </a:t>
            </a:r>
            <a:endPar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255" name="Shape 255"/>
        <p:cNvGrpSpPr/>
        <p:nvPr/>
      </p:nvGrpSpPr>
      <p:grpSpPr>
        <a:xfrm>
          <a:off x="0" y="0"/>
          <a:ext cx="0" cy="0"/>
          <a:chOff x="0" y="0"/>
          <a:chExt cx="0" cy="0"/>
        </a:xfrm>
      </p:grpSpPr>
      <p:sp>
        <p:nvSpPr>
          <p:cNvPr id="256" name="Google Shape;256;p27"/>
          <p:cNvSpPr txBox="1"/>
          <p:nvPr>
            <p:ph type="title"/>
          </p:nvPr>
        </p:nvSpPr>
        <p:spPr>
          <a:xfrm>
            <a:off x="457200" y="232005"/>
            <a:ext cx="82296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Safety Algorithm</a:t>
            </a:r>
            <a:endParaRPr lang="en-US"/>
          </a:p>
        </p:txBody>
      </p:sp>
      <p:sp>
        <p:nvSpPr>
          <p:cNvPr id="257" name="Google Shape;257;p27"/>
          <p:cNvSpPr txBox="1"/>
          <p:nvPr>
            <p:ph type="body" idx="1"/>
          </p:nvPr>
        </p:nvSpPr>
        <p:spPr>
          <a:xfrm>
            <a:off x="885825" y="1157288"/>
            <a:ext cx="7372350" cy="494347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Font typeface="Arial" panose="020B0604020202020204"/>
              <a:buAutoNum type="arabicPeriod"/>
            </a:pPr>
            <a:r>
              <a:rPr lang="en-US"/>
              <a:t>Let </a:t>
            </a:r>
            <a:r>
              <a:rPr lang="en-US" b="1" i="1">
                <a:solidFill>
                  <a:srgbClr val="000000"/>
                </a:solidFill>
              </a:rPr>
              <a:t>Work</a:t>
            </a:r>
            <a:r>
              <a:rPr lang="en-US" i="1">
                <a:solidFill>
                  <a:srgbClr val="000000"/>
                </a:solidFill>
              </a:rPr>
              <a:t> </a:t>
            </a:r>
            <a:r>
              <a:rPr lang="en-US"/>
              <a:t>and </a:t>
            </a:r>
            <a:r>
              <a:rPr lang="en-US" b="1" i="1">
                <a:solidFill>
                  <a:srgbClr val="000000"/>
                </a:solidFill>
              </a:rPr>
              <a:t>Finish</a:t>
            </a:r>
            <a:r>
              <a:rPr lang="en-US">
                <a:solidFill>
                  <a:srgbClr val="000000"/>
                </a:solidFill>
              </a:rPr>
              <a:t> </a:t>
            </a:r>
            <a:r>
              <a:rPr lang="en-US"/>
              <a:t>be vectors of length</a:t>
            </a:r>
            <a:r>
              <a:rPr lang="en-US" i="1"/>
              <a:t> m</a:t>
            </a:r>
            <a:r>
              <a:rPr lang="en-US"/>
              <a:t> and</a:t>
            </a:r>
            <a:r>
              <a:rPr lang="en-US" i="1"/>
              <a:t> n</a:t>
            </a:r>
            <a:r>
              <a:rPr lang="en-US"/>
              <a:t>, respectively.  Initialize:</a:t>
            </a:r>
            <a:endParaRPr lang="en-US"/>
          </a:p>
          <a:p>
            <a:pPr marL="1543050" lvl="3" indent="-342900" algn="l" rtl="0">
              <a:lnSpc>
                <a:spcPct val="90000"/>
              </a:lnSpc>
              <a:spcBef>
                <a:spcPts val="630"/>
              </a:spcBef>
              <a:spcAft>
                <a:spcPts val="0"/>
              </a:spcAft>
              <a:buSzPts val="1350"/>
              <a:buFont typeface="Helvetica Neue" panose="020B0604020202020204"/>
              <a:buNone/>
            </a:pPr>
            <a:r>
              <a:rPr lang="en-US" b="1" i="1"/>
              <a:t>Work </a:t>
            </a:r>
            <a:r>
              <a:rPr lang="en-US" b="1"/>
              <a:t>= </a:t>
            </a:r>
            <a:r>
              <a:rPr lang="en-US" b="1" i="1"/>
              <a:t>Available</a:t>
            </a:r>
            <a:endParaRPr lang="en-US" b="1" i="1"/>
          </a:p>
          <a:p>
            <a:pPr marL="1543050" lvl="3" indent="-342900" algn="l" rtl="0">
              <a:lnSpc>
                <a:spcPct val="90000"/>
              </a:lnSpc>
              <a:spcBef>
                <a:spcPts val="630"/>
              </a:spcBef>
              <a:spcAft>
                <a:spcPts val="0"/>
              </a:spcAft>
              <a:buSzPts val="1350"/>
              <a:buFont typeface="Helvetica Neue" panose="020B0604020202020204"/>
              <a:buNone/>
            </a:pPr>
            <a:r>
              <a:rPr lang="en-US" b="1" i="1"/>
              <a:t>Finish </a:t>
            </a:r>
            <a:r>
              <a:rPr lang="en-US" b="1"/>
              <a:t>[</a:t>
            </a:r>
            <a:r>
              <a:rPr lang="en-US" b="1" i="1"/>
              <a:t>i</a:t>
            </a:r>
            <a:r>
              <a:rPr lang="en-US" b="1"/>
              <a:t>] =</a:t>
            </a:r>
            <a:r>
              <a:rPr lang="en-US" b="1" i="1"/>
              <a:t> false </a:t>
            </a:r>
            <a:r>
              <a:rPr lang="en-US" b="1"/>
              <a:t>for</a:t>
            </a:r>
            <a:r>
              <a:rPr lang="en-US" b="1" i="1"/>
              <a:t> i</a:t>
            </a:r>
            <a:r>
              <a:rPr lang="en-US" b="1"/>
              <a:t> = 0, 1, …, </a:t>
            </a:r>
            <a:r>
              <a:rPr lang="en-US" b="1" i="1"/>
              <a:t>n- </a:t>
            </a:r>
            <a:r>
              <a:rPr lang="en-US" b="1"/>
              <a:t>1</a:t>
            </a:r>
            <a:endParaRPr lang="en-US" b="1"/>
          </a:p>
          <a:p>
            <a:pPr marL="1543050" lvl="3" indent="-342900" algn="l" rtl="0">
              <a:lnSpc>
                <a:spcPct val="90000"/>
              </a:lnSpc>
              <a:spcBef>
                <a:spcPts val="280"/>
              </a:spcBef>
              <a:spcAft>
                <a:spcPts val="0"/>
              </a:spcAft>
              <a:buSzPts val="600"/>
              <a:buFont typeface="Helvetica Neue" panose="020B0604020202020204"/>
              <a:buNone/>
            </a:pPr>
            <a:endParaRPr sz="800"/>
          </a:p>
          <a:p>
            <a:pPr marL="342900" lvl="0" indent="-342900" algn="l" rtl="0">
              <a:lnSpc>
                <a:spcPct val="90000"/>
              </a:lnSpc>
              <a:spcBef>
                <a:spcPts val="630"/>
              </a:spcBef>
              <a:spcAft>
                <a:spcPts val="0"/>
              </a:spcAft>
              <a:buSzPts val="1980"/>
              <a:buFont typeface="Arial" panose="020B0604020202020204"/>
              <a:buAutoNum type="arabicPeriod"/>
            </a:pPr>
            <a:r>
              <a:rPr lang="en-US"/>
              <a:t>Find an </a:t>
            </a:r>
            <a:r>
              <a:rPr lang="en-US" b="1" i="1"/>
              <a:t>i</a:t>
            </a:r>
            <a:r>
              <a:rPr lang="en-US" i="1"/>
              <a:t> </a:t>
            </a:r>
            <a:r>
              <a:rPr lang="en-US"/>
              <a:t>such that both: </a:t>
            </a:r>
            <a:endParaRPr lang="en-US"/>
          </a:p>
          <a:p>
            <a:pPr marL="800100" lvl="1" indent="-342900" algn="l" rtl="0">
              <a:lnSpc>
                <a:spcPct val="90000"/>
              </a:lnSpc>
              <a:spcBef>
                <a:spcPts val="630"/>
              </a:spcBef>
              <a:spcAft>
                <a:spcPts val="0"/>
              </a:spcAft>
              <a:buSzPts val="1980"/>
              <a:buFont typeface="Arial" panose="020B0604020202020204"/>
              <a:buNone/>
            </a:pPr>
            <a:r>
              <a:rPr lang="en-US"/>
              <a:t>  (a) </a:t>
            </a:r>
            <a:r>
              <a:rPr lang="en-US" b="1" i="1"/>
              <a:t>Finish</a:t>
            </a:r>
            <a:r>
              <a:rPr lang="en-US" b="1"/>
              <a:t> [</a:t>
            </a:r>
            <a:r>
              <a:rPr lang="en-US" b="1" i="1"/>
              <a:t>i</a:t>
            </a:r>
            <a:r>
              <a:rPr lang="en-US" b="1"/>
              <a:t>] = </a:t>
            </a:r>
            <a:r>
              <a:rPr lang="en-US" b="1" i="1"/>
              <a:t>false</a:t>
            </a:r>
            <a:endParaRPr b="1"/>
          </a:p>
          <a:p>
            <a:pPr marL="800100" lvl="1" indent="-342900" algn="l" rtl="0">
              <a:lnSpc>
                <a:spcPct val="90000"/>
              </a:lnSpc>
              <a:spcBef>
                <a:spcPts val="630"/>
              </a:spcBef>
              <a:spcAft>
                <a:spcPts val="0"/>
              </a:spcAft>
              <a:buSzPts val="1980"/>
              <a:buFont typeface="Arial" panose="020B0604020202020204"/>
              <a:buNone/>
            </a:pPr>
            <a:r>
              <a:rPr lang="en-US"/>
              <a:t>  (b) </a:t>
            </a:r>
            <a:r>
              <a:rPr lang="en-US" b="1" i="1"/>
              <a:t>Need</a:t>
            </a:r>
            <a:r>
              <a:rPr lang="en-US" b="1" i="1" baseline="-25000"/>
              <a:t>i</a:t>
            </a:r>
            <a:r>
              <a:rPr lang="en-US" b="1"/>
              <a:t> ≤ </a:t>
            </a:r>
            <a:r>
              <a:rPr lang="en-US" b="1" i="1"/>
              <a:t>Work</a:t>
            </a:r>
            <a:endParaRPr lang="en-US" b="1" i="1"/>
          </a:p>
          <a:p>
            <a:pPr marL="800100" lvl="1" indent="-342900" algn="l" rtl="0">
              <a:lnSpc>
                <a:spcPct val="90000"/>
              </a:lnSpc>
              <a:spcBef>
                <a:spcPts val="630"/>
              </a:spcBef>
              <a:spcAft>
                <a:spcPts val="0"/>
              </a:spcAft>
              <a:buSzPts val="1980"/>
              <a:buFont typeface="Arial" panose="020B0604020202020204"/>
              <a:buNone/>
            </a:pPr>
            <a:r>
              <a:rPr lang="en-US"/>
              <a:t>   If no such</a:t>
            </a:r>
            <a:r>
              <a:rPr lang="en-US" b="1"/>
              <a:t> </a:t>
            </a:r>
            <a:r>
              <a:rPr lang="en-US" b="1" i="1"/>
              <a:t>i </a:t>
            </a:r>
            <a:r>
              <a:rPr lang="en-US"/>
              <a:t>exists, go to step 4</a:t>
            </a:r>
            <a:endParaRPr lang="en-US"/>
          </a:p>
          <a:p>
            <a:pPr marL="800100" lvl="1" indent="-342900" algn="l" rtl="0">
              <a:lnSpc>
                <a:spcPct val="90000"/>
              </a:lnSpc>
              <a:spcBef>
                <a:spcPts val="280"/>
              </a:spcBef>
              <a:spcAft>
                <a:spcPts val="0"/>
              </a:spcAft>
              <a:buSzPts val="880"/>
              <a:buFont typeface="Arial" panose="020B0604020202020204"/>
              <a:buNone/>
            </a:pPr>
            <a:endParaRPr sz="800"/>
          </a:p>
          <a:p>
            <a:pPr marL="342900" lvl="0" indent="-342900" algn="l" rtl="0">
              <a:spcBef>
                <a:spcPts val="630"/>
              </a:spcBef>
              <a:spcAft>
                <a:spcPts val="0"/>
              </a:spcAft>
              <a:buSzPts val="1980"/>
              <a:buFont typeface="Arial" panose="020B0604020202020204"/>
              <a:buAutoNum type="arabicPeriod"/>
            </a:pPr>
            <a:r>
              <a:rPr lang="en-US"/>
              <a:t> </a:t>
            </a:r>
            <a:r>
              <a:rPr lang="en-US" b="1" i="1"/>
              <a:t>Work</a:t>
            </a:r>
            <a:r>
              <a:rPr lang="en-US" b="1"/>
              <a:t> = </a:t>
            </a:r>
            <a:r>
              <a:rPr lang="en-US" b="1" i="1"/>
              <a:t>Work </a:t>
            </a:r>
            <a:r>
              <a:rPr lang="en-US" b="1"/>
              <a:t>+ </a:t>
            </a:r>
            <a:r>
              <a:rPr lang="en-US" b="1" i="1"/>
              <a:t>Allocation</a:t>
            </a:r>
            <a:r>
              <a:rPr lang="en-US" b="1" i="1" baseline="-25000"/>
              <a:t>i</a:t>
            </a:r>
            <a:br>
              <a:rPr lang="en-US" b="1"/>
            </a:br>
            <a:r>
              <a:rPr lang="en-US" b="1"/>
              <a:t> </a:t>
            </a:r>
            <a:r>
              <a:rPr lang="en-US" b="1" i="1"/>
              <a:t>Finish</a:t>
            </a:r>
            <a:r>
              <a:rPr lang="en-US" b="1"/>
              <a:t>[</a:t>
            </a:r>
            <a:r>
              <a:rPr lang="en-US" b="1" i="1"/>
              <a:t>i</a:t>
            </a:r>
            <a:r>
              <a:rPr lang="en-US" b="1"/>
              <a:t>] =</a:t>
            </a:r>
            <a:r>
              <a:rPr lang="en-US" b="1" i="1"/>
              <a:t> true</a:t>
            </a:r>
            <a:br>
              <a:rPr lang="en-US" b="1"/>
            </a:br>
            <a:r>
              <a:rPr lang="en-US" b="1"/>
              <a:t>  </a:t>
            </a:r>
            <a:r>
              <a:rPr lang="en-US"/>
              <a:t>go to step 2</a:t>
            </a:r>
            <a:endParaRPr lang="en-US"/>
          </a:p>
          <a:p>
            <a:pPr marL="342900" lvl="0" indent="-294005" algn="l" rtl="0">
              <a:lnSpc>
                <a:spcPct val="90000"/>
              </a:lnSpc>
              <a:spcBef>
                <a:spcPts val="245"/>
              </a:spcBef>
              <a:spcAft>
                <a:spcPts val="0"/>
              </a:spcAft>
              <a:buSzPts val="770"/>
              <a:buFont typeface="Arial" panose="020B0604020202020204"/>
              <a:buNone/>
            </a:pPr>
            <a:endParaRPr sz="700"/>
          </a:p>
          <a:p>
            <a:pPr marL="342900" lvl="0" indent="-342900" algn="l" rtl="0">
              <a:lnSpc>
                <a:spcPct val="90000"/>
              </a:lnSpc>
              <a:spcBef>
                <a:spcPts val="630"/>
              </a:spcBef>
              <a:spcAft>
                <a:spcPts val="0"/>
              </a:spcAft>
              <a:buSzPts val="1980"/>
              <a:buFont typeface="Arial" panose="020B0604020202020204"/>
              <a:buAutoNum type="arabicPeriod"/>
            </a:pPr>
            <a:r>
              <a:rPr lang="en-US"/>
              <a:t>If </a:t>
            </a:r>
            <a:r>
              <a:rPr lang="en-US" b="1" i="1"/>
              <a:t>Finish</a:t>
            </a:r>
            <a:r>
              <a:rPr lang="en-US" b="1"/>
              <a:t> [</a:t>
            </a:r>
            <a:r>
              <a:rPr lang="en-US" b="1" i="1"/>
              <a:t>i</a:t>
            </a:r>
            <a:r>
              <a:rPr lang="en-US" b="1"/>
              <a:t>] == </a:t>
            </a:r>
            <a:r>
              <a:rPr lang="en-US" b="1" i="1"/>
              <a:t>true</a:t>
            </a:r>
            <a:r>
              <a:rPr lang="en-US" b="1"/>
              <a:t> </a:t>
            </a:r>
            <a:r>
              <a:rPr lang="en-US"/>
              <a:t>for all </a:t>
            </a:r>
            <a:r>
              <a:rPr lang="en-US" b="1" i="1"/>
              <a:t>i</a:t>
            </a:r>
            <a:r>
              <a:rPr lang="en-US"/>
              <a:t>, then the system is in a safe state</a:t>
            </a:r>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262" name="Shape 262"/>
        <p:cNvGrpSpPr/>
        <p:nvPr/>
      </p:nvGrpSpPr>
      <p:grpSpPr>
        <a:xfrm>
          <a:off x="0" y="0"/>
          <a:ext cx="0" cy="0"/>
          <a:chOff x="0" y="0"/>
          <a:chExt cx="0" cy="0"/>
        </a:xfrm>
      </p:grpSpPr>
      <p:sp>
        <p:nvSpPr>
          <p:cNvPr id="263" name="Google Shape;263;p28"/>
          <p:cNvSpPr txBox="1"/>
          <p:nvPr>
            <p:ph type="title"/>
          </p:nvPr>
        </p:nvSpPr>
        <p:spPr>
          <a:xfrm>
            <a:off x="899951" y="353078"/>
            <a:ext cx="7924800" cy="457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a:t>Resource-Request Algorithm for Process </a:t>
            </a:r>
            <a:r>
              <a:rPr lang="en-US" sz="2800" i="1"/>
              <a:t>P</a:t>
            </a:r>
            <a:r>
              <a:rPr lang="en-US" sz="2800" i="1" baseline="-25000"/>
              <a:t>i</a:t>
            </a:r>
            <a:endParaRPr sz="2800"/>
          </a:p>
        </p:txBody>
      </p:sp>
      <p:sp>
        <p:nvSpPr>
          <p:cNvPr id="264" name="Google Shape;264;p28"/>
          <p:cNvSpPr txBox="1"/>
          <p:nvPr>
            <p:ph type="body" idx="1"/>
          </p:nvPr>
        </p:nvSpPr>
        <p:spPr>
          <a:xfrm>
            <a:off x="822325" y="1114425"/>
            <a:ext cx="7642225" cy="4686300"/>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Font typeface="Arial" panose="020B0604020202020204"/>
              <a:buNone/>
            </a:pPr>
            <a:r>
              <a:rPr lang="en-US" b="1" i="1"/>
              <a:t>     Request</a:t>
            </a:r>
            <a:r>
              <a:rPr lang="en-US" b="1" i="1" baseline="-25000"/>
              <a:t>i</a:t>
            </a:r>
            <a:r>
              <a:rPr lang="en-US"/>
              <a:t> = request vector for process </a:t>
            </a:r>
            <a:r>
              <a:rPr lang="en-US" b="1" i="1"/>
              <a:t>P</a:t>
            </a:r>
            <a:r>
              <a:rPr lang="en-US" b="1" i="1" baseline="-25000"/>
              <a:t>i</a:t>
            </a:r>
            <a:r>
              <a:rPr lang="en-US"/>
              <a:t>.  If </a:t>
            </a:r>
            <a:r>
              <a:rPr lang="en-US" b="1" i="1"/>
              <a:t>Request</a:t>
            </a:r>
            <a:r>
              <a:rPr lang="en-US" b="1" i="1" baseline="-25000"/>
              <a:t>i</a:t>
            </a:r>
            <a:r>
              <a:rPr lang="en-US" b="1" baseline="-25000"/>
              <a:t> </a:t>
            </a:r>
            <a:r>
              <a:rPr lang="en-US" b="1"/>
              <a:t>[</a:t>
            </a:r>
            <a:r>
              <a:rPr lang="en-US" b="1" i="1"/>
              <a:t>j</a:t>
            </a:r>
            <a:r>
              <a:rPr lang="en-US" b="1"/>
              <a:t>] = </a:t>
            </a:r>
            <a:r>
              <a:rPr lang="en-US" b="1" i="1"/>
              <a:t>k</a:t>
            </a:r>
            <a:r>
              <a:rPr lang="en-US" b="1"/>
              <a:t> </a:t>
            </a:r>
            <a:r>
              <a:rPr lang="en-US"/>
              <a:t>then process </a:t>
            </a:r>
            <a:r>
              <a:rPr lang="en-US" b="1" i="1"/>
              <a:t>P</a:t>
            </a:r>
            <a:r>
              <a:rPr lang="en-US" b="1" i="1" baseline="-25000"/>
              <a:t>i</a:t>
            </a:r>
            <a:r>
              <a:rPr lang="en-US"/>
              <a:t> wants </a:t>
            </a:r>
            <a:r>
              <a:rPr lang="en-US" b="1" i="1"/>
              <a:t>k</a:t>
            </a:r>
            <a:r>
              <a:rPr lang="en-US"/>
              <a:t> instances of resource type </a:t>
            </a:r>
            <a:r>
              <a:rPr lang="en-US" b="1" i="1"/>
              <a:t>R</a:t>
            </a:r>
            <a:r>
              <a:rPr lang="en-US" b="1" i="1" baseline="-25000"/>
              <a:t>j</a:t>
            </a:r>
            <a:endParaRPr b="1" baseline="-25000"/>
          </a:p>
          <a:p>
            <a:pPr marL="800100" lvl="1" indent="-342900" algn="l" rtl="0">
              <a:spcBef>
                <a:spcPts val="630"/>
              </a:spcBef>
              <a:spcAft>
                <a:spcPts val="0"/>
              </a:spcAft>
              <a:buSzPts val="1980"/>
              <a:buFont typeface="Arial" panose="020B0604020202020204"/>
              <a:buAutoNum type="arabicPeriod"/>
            </a:pPr>
            <a:r>
              <a:rPr lang="en-US"/>
              <a:t>If </a:t>
            </a:r>
            <a:r>
              <a:rPr lang="en-US" b="1" i="1"/>
              <a:t>Request</a:t>
            </a:r>
            <a:r>
              <a:rPr lang="en-US" b="1" i="1" baseline="-25000"/>
              <a:t>i</a:t>
            </a:r>
            <a:r>
              <a:rPr lang="en-US" b="1" i="1"/>
              <a:t> </a:t>
            </a:r>
            <a:r>
              <a:rPr lang="en-US" b="1"/>
              <a:t>≤ </a:t>
            </a:r>
            <a:r>
              <a:rPr lang="en-US" b="1" i="1"/>
              <a:t>Need</a:t>
            </a:r>
            <a:r>
              <a:rPr lang="en-US" b="1" i="1" baseline="-25000"/>
              <a:t>i</a:t>
            </a:r>
            <a:r>
              <a:rPr lang="en-US" b="1" i="1"/>
              <a:t> </a:t>
            </a:r>
            <a:r>
              <a:rPr lang="en-US"/>
              <a:t>go to step 2.  Otherwise, raise error condition, since process has exceeded its maximum claim</a:t>
            </a:r>
            <a:endParaRPr lang="en-US"/>
          </a:p>
          <a:p>
            <a:pPr marL="800100" lvl="1" indent="-342900" algn="l" rtl="0">
              <a:spcBef>
                <a:spcPts val="630"/>
              </a:spcBef>
              <a:spcAft>
                <a:spcPts val="0"/>
              </a:spcAft>
              <a:buSzPts val="1980"/>
              <a:buFont typeface="Arial" panose="020B0604020202020204"/>
              <a:buAutoNum type="arabicPeriod"/>
            </a:pPr>
            <a:r>
              <a:rPr lang="en-US"/>
              <a:t>If </a:t>
            </a:r>
            <a:r>
              <a:rPr lang="en-US" b="1" i="1"/>
              <a:t>Request</a:t>
            </a:r>
            <a:r>
              <a:rPr lang="en-US" b="1" i="1" baseline="-25000"/>
              <a:t>i</a:t>
            </a:r>
            <a:r>
              <a:rPr lang="en-US" b="1"/>
              <a:t> ≤ </a:t>
            </a:r>
            <a:r>
              <a:rPr lang="en-US" b="1" i="1"/>
              <a:t>Available</a:t>
            </a:r>
            <a:r>
              <a:rPr lang="en-US"/>
              <a:t>, go to step 3.  Otherwise </a:t>
            </a:r>
            <a:r>
              <a:rPr lang="en-US" b="1" i="1"/>
              <a:t>P</a:t>
            </a:r>
            <a:r>
              <a:rPr lang="en-US" b="1" i="1" baseline="-25000"/>
              <a:t>i</a:t>
            </a:r>
            <a:r>
              <a:rPr lang="en-US"/>
              <a:t>  must wait, since resources are not available</a:t>
            </a:r>
            <a:endParaRPr lang="en-US"/>
          </a:p>
          <a:p>
            <a:pPr marL="800100" lvl="1" indent="-342900" algn="l" rtl="0">
              <a:spcBef>
                <a:spcPts val="630"/>
              </a:spcBef>
              <a:spcAft>
                <a:spcPts val="0"/>
              </a:spcAft>
              <a:buSzPts val="1980"/>
              <a:buFont typeface="Arial" panose="020B0604020202020204"/>
              <a:buAutoNum type="arabicPeriod"/>
            </a:pPr>
            <a:r>
              <a:rPr lang="en-US"/>
              <a:t>Pretend to allocate requested resources to </a:t>
            </a:r>
            <a:r>
              <a:rPr lang="en-US" b="1" i="1"/>
              <a:t>P</a:t>
            </a:r>
            <a:r>
              <a:rPr lang="en-US" b="1" i="1" baseline="-25000"/>
              <a:t>i</a:t>
            </a:r>
            <a:r>
              <a:rPr lang="en-US"/>
              <a:t> by modifying the state as follows:</a:t>
            </a:r>
            <a:endParaRPr lang="en-US"/>
          </a:p>
          <a:p>
            <a:pPr marL="1428750" lvl="3" indent="-228600" algn="l" rtl="0">
              <a:spcBef>
                <a:spcPts val="630"/>
              </a:spcBef>
              <a:spcAft>
                <a:spcPts val="0"/>
              </a:spcAft>
              <a:buSzPts val="1350"/>
              <a:buFont typeface="Helvetica Neue" panose="020B0604020202020204"/>
              <a:buNone/>
            </a:pPr>
            <a:r>
              <a:rPr lang="en-US"/>
              <a:t>		</a:t>
            </a:r>
            <a:r>
              <a:rPr lang="en-US" b="1" i="1"/>
              <a:t>Available</a:t>
            </a:r>
            <a:r>
              <a:rPr lang="en-US" b="1"/>
              <a:t> = </a:t>
            </a:r>
            <a:r>
              <a:rPr lang="en-US" b="1" i="1"/>
              <a:t>Available  </a:t>
            </a:r>
            <a:r>
              <a:rPr lang="en-US" b="1"/>
              <a:t>–</a:t>
            </a:r>
            <a:r>
              <a:rPr lang="en-US" b="1" i="1"/>
              <a:t> Request</a:t>
            </a:r>
            <a:r>
              <a:rPr lang="en-US" b="1" i="1" baseline="-25000"/>
              <a:t>i</a:t>
            </a:r>
            <a:r>
              <a:rPr lang="en-US" b="1" i="1"/>
              <a:t>;</a:t>
            </a:r>
            <a:endParaRPr lang="en-US" b="1" i="1"/>
          </a:p>
          <a:p>
            <a:pPr marL="1428750" lvl="3" indent="-228600" algn="l" rtl="0">
              <a:spcBef>
                <a:spcPts val="630"/>
              </a:spcBef>
              <a:spcAft>
                <a:spcPts val="0"/>
              </a:spcAft>
              <a:buSzPts val="1350"/>
              <a:buFont typeface="Helvetica Neue" panose="020B0604020202020204"/>
              <a:buNone/>
            </a:pPr>
            <a:r>
              <a:rPr lang="en-US" b="1"/>
              <a:t>		</a:t>
            </a:r>
            <a:r>
              <a:rPr lang="en-US" b="1" i="1"/>
              <a:t>Allocation</a:t>
            </a:r>
            <a:r>
              <a:rPr lang="en-US" b="1" i="1" baseline="-25000"/>
              <a:t>i</a:t>
            </a:r>
            <a:r>
              <a:rPr lang="en-US" b="1" baseline="-25000"/>
              <a:t> </a:t>
            </a:r>
            <a:r>
              <a:rPr lang="en-US" b="1"/>
              <a:t>= </a:t>
            </a:r>
            <a:r>
              <a:rPr lang="en-US" b="1" i="1"/>
              <a:t>Allocation</a:t>
            </a:r>
            <a:r>
              <a:rPr lang="en-US" b="1" i="1" baseline="-25000"/>
              <a:t>i</a:t>
            </a:r>
            <a:r>
              <a:rPr lang="en-US" b="1"/>
              <a:t> + </a:t>
            </a:r>
            <a:r>
              <a:rPr lang="en-US" b="1" i="1"/>
              <a:t>Request</a:t>
            </a:r>
            <a:r>
              <a:rPr lang="en-US" b="1" i="1" baseline="-25000"/>
              <a:t>i</a:t>
            </a:r>
            <a:r>
              <a:rPr lang="en-US" b="1"/>
              <a:t>;</a:t>
            </a:r>
            <a:endParaRPr lang="en-US" b="1"/>
          </a:p>
          <a:p>
            <a:pPr marL="1428750" lvl="3" indent="-228600" algn="l" rtl="0">
              <a:spcBef>
                <a:spcPts val="630"/>
              </a:spcBef>
              <a:spcAft>
                <a:spcPts val="0"/>
              </a:spcAft>
              <a:buSzPts val="1350"/>
              <a:buFont typeface="Helvetica Neue" panose="020B0604020202020204"/>
              <a:buNone/>
            </a:pPr>
            <a:r>
              <a:rPr lang="en-US" b="1"/>
              <a:t>		</a:t>
            </a:r>
            <a:r>
              <a:rPr lang="en-US" b="1" i="1"/>
              <a:t>Need</a:t>
            </a:r>
            <a:r>
              <a:rPr lang="en-US" b="1" i="1" baseline="-25000"/>
              <a:t>i</a:t>
            </a:r>
            <a:r>
              <a:rPr lang="en-US" b="1" i="1"/>
              <a:t> </a:t>
            </a:r>
            <a:r>
              <a:rPr lang="en-US" b="1"/>
              <a:t>=</a:t>
            </a:r>
            <a:r>
              <a:rPr lang="en-US" b="1" i="1"/>
              <a:t> Need</a:t>
            </a:r>
            <a:r>
              <a:rPr lang="en-US" b="1" i="1" baseline="-25000"/>
              <a:t>i</a:t>
            </a:r>
            <a:r>
              <a:rPr lang="en-US" b="1"/>
              <a:t> – </a:t>
            </a:r>
            <a:r>
              <a:rPr lang="en-US" b="1" i="1"/>
              <a:t>Request</a:t>
            </a:r>
            <a:r>
              <a:rPr lang="en-US" b="1" i="1" baseline="-25000"/>
              <a:t>i</a:t>
            </a:r>
            <a:r>
              <a:rPr lang="en-US" b="1" i="1"/>
              <a:t>;</a:t>
            </a:r>
            <a:endParaRPr lang="en-US" b="1" i="1"/>
          </a:p>
          <a:p>
            <a:pPr marL="1085850" lvl="2" indent="-228600" algn="l" rtl="0">
              <a:spcBef>
                <a:spcPts val="630"/>
              </a:spcBef>
              <a:spcAft>
                <a:spcPts val="0"/>
              </a:spcAft>
              <a:buClr>
                <a:srgbClr val="CC6600"/>
              </a:buClr>
              <a:buSzPts val="1980"/>
              <a:buFont typeface="Arial" panose="020B0604020202020204"/>
              <a:buChar char="•"/>
            </a:pPr>
            <a:r>
              <a:rPr lang="en-US"/>
              <a:t>If safe ⇒ the resources are allocated to </a:t>
            </a:r>
            <a:r>
              <a:rPr lang="en-US" b="1" i="1"/>
              <a:t>P</a:t>
            </a:r>
            <a:r>
              <a:rPr lang="en-US" b="1" i="1" baseline="-25000"/>
              <a:t>i</a:t>
            </a:r>
            <a:endParaRPr lang="en-US" b="1" i="1" baseline="-25000"/>
          </a:p>
          <a:p>
            <a:pPr marL="1085850" lvl="2" indent="-228600" algn="l" rtl="0">
              <a:spcBef>
                <a:spcPts val="630"/>
              </a:spcBef>
              <a:spcAft>
                <a:spcPts val="0"/>
              </a:spcAft>
              <a:buClr>
                <a:srgbClr val="CC6600"/>
              </a:buClr>
              <a:buSzPts val="1980"/>
              <a:buFont typeface="Arial" panose="020B0604020202020204"/>
              <a:buChar char="•"/>
            </a:pPr>
            <a:r>
              <a:rPr lang="en-US"/>
              <a:t>If unsafe ⇒ </a:t>
            </a:r>
            <a:r>
              <a:rPr lang="en-US" b="1" i="1"/>
              <a:t>P</a:t>
            </a:r>
            <a:r>
              <a:rPr lang="en-US" b="1" i="1" baseline="-25000"/>
              <a:t>i</a:t>
            </a:r>
            <a:r>
              <a:rPr lang="en-US"/>
              <a:t> must wait, and the old resource-allocation state is restored</a:t>
            </a:r>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269" name="Shape 269"/>
        <p:cNvGrpSpPr/>
        <p:nvPr/>
      </p:nvGrpSpPr>
      <p:grpSpPr>
        <a:xfrm>
          <a:off x="0" y="0"/>
          <a:ext cx="0" cy="0"/>
          <a:chOff x="0" y="0"/>
          <a:chExt cx="0" cy="0"/>
        </a:xfrm>
      </p:grpSpPr>
      <p:sp>
        <p:nvSpPr>
          <p:cNvPr id="270" name="Google Shape;270;p29"/>
          <p:cNvSpPr txBox="1"/>
          <p:nvPr>
            <p:ph type="title"/>
          </p:nvPr>
        </p:nvSpPr>
        <p:spPr>
          <a:xfrm>
            <a:off x="1022350" y="236379"/>
            <a:ext cx="7664450"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Example of Banker’s Algorithm</a:t>
            </a:r>
            <a:endParaRPr lang="en-US"/>
          </a:p>
        </p:txBody>
      </p:sp>
      <p:sp>
        <p:nvSpPr>
          <p:cNvPr id="271" name="Google Shape;271;p29"/>
          <p:cNvSpPr txBox="1"/>
          <p:nvPr>
            <p:ph type="body" idx="1"/>
          </p:nvPr>
        </p:nvSpPr>
        <p:spPr>
          <a:xfrm>
            <a:off x="852488" y="1360488"/>
            <a:ext cx="7923212" cy="4540250"/>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a:t>5 processes </a:t>
            </a:r>
            <a:r>
              <a:rPr lang="en-US" i="1"/>
              <a:t>P</a:t>
            </a:r>
            <a:r>
              <a:rPr lang="en-US" baseline="-25000"/>
              <a:t>0  </a:t>
            </a:r>
            <a:r>
              <a:rPr lang="en-US"/>
              <a:t>through </a:t>
            </a:r>
            <a:r>
              <a:rPr lang="en-US" i="1"/>
              <a:t>P</a:t>
            </a:r>
            <a:r>
              <a:rPr lang="en-US" baseline="-25000"/>
              <a:t>4</a:t>
            </a:r>
            <a:r>
              <a:rPr lang="en-US"/>
              <a:t>; </a:t>
            </a:r>
            <a:endParaRPr lang="en-US"/>
          </a:p>
          <a:p>
            <a:pPr marL="285750" lvl="0" indent="-285750" algn="l" rtl="0">
              <a:spcBef>
                <a:spcPts val="630"/>
              </a:spcBef>
              <a:spcAft>
                <a:spcPts val="0"/>
              </a:spcAft>
              <a:buSzPts val="1980"/>
              <a:buFont typeface="Arial" panose="020B0604020202020204"/>
              <a:buNone/>
            </a:pPr>
            <a:r>
              <a:rPr lang="en-US"/>
              <a:t>      3 resource types:</a:t>
            </a:r>
            <a:endParaRPr lang="en-US"/>
          </a:p>
          <a:p>
            <a:pPr marL="285750" lvl="0" indent="-285750" algn="l" rtl="0">
              <a:spcBef>
                <a:spcPts val="630"/>
              </a:spcBef>
              <a:spcAft>
                <a:spcPts val="0"/>
              </a:spcAft>
              <a:buSzPts val="1980"/>
              <a:buFont typeface="Arial" panose="020B0604020202020204"/>
              <a:buNone/>
            </a:pPr>
            <a:r>
              <a:rPr lang="en-US"/>
              <a:t>              </a:t>
            </a:r>
            <a:r>
              <a:rPr lang="en-US" i="1"/>
              <a:t>A</a:t>
            </a:r>
            <a:r>
              <a:rPr lang="en-US"/>
              <a:t> (10 instances),  </a:t>
            </a:r>
            <a:r>
              <a:rPr lang="en-US" i="1"/>
              <a:t>B</a:t>
            </a:r>
            <a:r>
              <a:rPr lang="en-US"/>
              <a:t> (5instances), and </a:t>
            </a:r>
            <a:r>
              <a:rPr lang="en-US" i="1"/>
              <a:t>C</a:t>
            </a:r>
            <a:r>
              <a:rPr lang="en-US"/>
              <a:t> (7 instances)</a:t>
            </a:r>
            <a:endParaRPr lang="en-US"/>
          </a:p>
          <a:p>
            <a:pPr marL="285750" lvl="0" indent="-285750" algn="l" rtl="0">
              <a:spcBef>
                <a:spcPts val="630"/>
              </a:spcBef>
              <a:spcAft>
                <a:spcPts val="0"/>
              </a:spcAft>
              <a:buSzPts val="1980"/>
              <a:buChar char="▪"/>
            </a:pPr>
            <a:r>
              <a:rPr lang="en-US"/>
              <a:t>Snapshot at time </a:t>
            </a:r>
            <a:r>
              <a:rPr lang="en-US" i="1"/>
              <a:t>T</a:t>
            </a:r>
            <a:r>
              <a:rPr lang="en-US" baseline="-25000"/>
              <a:t>0</a:t>
            </a:r>
            <a:r>
              <a:rPr lang="en-US"/>
              <a:t>:</a:t>
            </a:r>
            <a:endParaRPr lang="en-US"/>
          </a:p>
          <a:p>
            <a:pPr marL="285750" lvl="0" indent="-285750" algn="l" rtl="0">
              <a:spcBef>
                <a:spcPts val="630"/>
              </a:spcBef>
              <a:spcAft>
                <a:spcPts val="0"/>
              </a:spcAft>
              <a:buSzPts val="1980"/>
              <a:buFont typeface="Arial" panose="020B0604020202020204"/>
              <a:buNone/>
            </a:pPr>
            <a:r>
              <a:rPr lang="en-US"/>
              <a:t>			</a:t>
            </a:r>
            <a:r>
              <a:rPr lang="en-US" i="1" u="sng"/>
              <a:t>Allocation</a:t>
            </a:r>
            <a:r>
              <a:rPr lang="en-US" i="1"/>
              <a:t>	  </a:t>
            </a:r>
            <a:r>
              <a:rPr lang="en-US" i="1" u="sng"/>
              <a:t>Max</a:t>
            </a:r>
            <a:r>
              <a:rPr lang="en-US" i="1"/>
              <a:t>	</a:t>
            </a:r>
            <a:r>
              <a:rPr lang="en-US" i="1" u="sng"/>
              <a:t>Available</a:t>
            </a:r>
            <a:endParaRPr i="1"/>
          </a:p>
          <a:p>
            <a:pPr marL="285750" lvl="0" indent="-285750" algn="l" rtl="0">
              <a:spcBef>
                <a:spcPts val="630"/>
              </a:spcBef>
              <a:spcAft>
                <a:spcPts val="0"/>
              </a:spcAft>
              <a:buSzPts val="1980"/>
              <a:buFont typeface="Arial" panose="020B0604020202020204"/>
              <a:buNone/>
            </a:pPr>
            <a:r>
              <a:rPr lang="en-US" i="1"/>
              <a:t>			A B C	       A B C 	A B C</a:t>
            </a:r>
            <a:endParaRPr lang="en-US" i="1"/>
          </a:p>
          <a:p>
            <a:pPr marL="285750" lvl="0" indent="-285750" algn="l" rtl="0">
              <a:spcBef>
                <a:spcPts val="630"/>
              </a:spcBef>
              <a:spcAft>
                <a:spcPts val="0"/>
              </a:spcAft>
              <a:buSzPts val="1980"/>
              <a:buFont typeface="Arial" panose="020B0604020202020204"/>
              <a:buNone/>
            </a:pPr>
            <a:r>
              <a:rPr lang="en-US"/>
              <a:t>		</a:t>
            </a:r>
            <a:r>
              <a:rPr lang="en-US" i="1"/>
              <a:t>P</a:t>
            </a:r>
            <a:r>
              <a:rPr lang="en-US" baseline="-25000"/>
              <a:t>0	</a:t>
            </a:r>
            <a:r>
              <a:rPr lang="en-US"/>
              <a:t>0 1 0	         7 5 3 	3 3 2</a:t>
            </a:r>
            <a:endParaRPr lang="en-US"/>
          </a:p>
          <a:p>
            <a:pPr marL="285750" lvl="0" indent="-285750" algn="l" rtl="0">
              <a:spcBef>
                <a:spcPts val="630"/>
              </a:spcBef>
              <a:spcAft>
                <a:spcPts val="0"/>
              </a:spcAft>
              <a:buSzPts val="1980"/>
              <a:buFont typeface="Arial" panose="020B0604020202020204"/>
              <a:buNone/>
            </a:pPr>
            <a:r>
              <a:rPr lang="en-US"/>
              <a:t>		 </a:t>
            </a:r>
            <a:r>
              <a:rPr lang="en-US" i="1"/>
              <a:t>P</a:t>
            </a:r>
            <a:r>
              <a:rPr lang="en-US" baseline="-25000"/>
              <a:t>1	</a:t>
            </a:r>
            <a:r>
              <a:rPr lang="en-US"/>
              <a:t>2 0 0 	        3 2 2  </a:t>
            </a:r>
            <a:endParaRPr lang="en-US"/>
          </a:p>
          <a:p>
            <a:pPr marL="285750" lvl="0" indent="-285750" algn="l" rtl="0">
              <a:spcBef>
                <a:spcPts val="630"/>
              </a:spcBef>
              <a:spcAft>
                <a:spcPts val="0"/>
              </a:spcAft>
              <a:buSzPts val="1980"/>
              <a:buFont typeface="Arial" panose="020B0604020202020204"/>
              <a:buNone/>
            </a:pPr>
            <a:r>
              <a:rPr lang="en-US"/>
              <a:t>		 </a:t>
            </a:r>
            <a:r>
              <a:rPr lang="en-US" i="1"/>
              <a:t>P</a:t>
            </a:r>
            <a:r>
              <a:rPr lang="en-US" baseline="-25000"/>
              <a:t>2</a:t>
            </a:r>
            <a:r>
              <a:rPr lang="en-US"/>
              <a:t>	3 0 2 	        9 0 2</a:t>
            </a:r>
            <a:endParaRPr lang="en-US"/>
          </a:p>
          <a:p>
            <a:pPr marL="285750" lvl="0" indent="-285750" algn="l" rtl="0">
              <a:spcBef>
                <a:spcPts val="630"/>
              </a:spcBef>
              <a:spcAft>
                <a:spcPts val="0"/>
              </a:spcAft>
              <a:buSzPts val="1980"/>
              <a:buFont typeface="Arial" panose="020B0604020202020204"/>
              <a:buNone/>
            </a:pPr>
            <a:r>
              <a:rPr lang="en-US"/>
              <a:t>		 </a:t>
            </a:r>
            <a:r>
              <a:rPr lang="en-US" i="1"/>
              <a:t>P</a:t>
            </a:r>
            <a:r>
              <a:rPr lang="en-US" baseline="-25000"/>
              <a:t>3</a:t>
            </a:r>
            <a:r>
              <a:rPr lang="en-US"/>
              <a:t>	2 1 1 	        2 2 2</a:t>
            </a:r>
            <a:endParaRPr lang="en-US"/>
          </a:p>
          <a:p>
            <a:pPr marL="285750" lvl="0" indent="-285750" algn="l" rtl="0">
              <a:spcBef>
                <a:spcPts val="630"/>
              </a:spcBef>
              <a:spcAft>
                <a:spcPts val="0"/>
              </a:spcAft>
              <a:buSzPts val="1980"/>
              <a:buFont typeface="Arial" panose="020B0604020202020204"/>
              <a:buNone/>
            </a:pPr>
            <a:r>
              <a:rPr lang="en-US"/>
              <a:t>		 </a:t>
            </a:r>
            <a:r>
              <a:rPr lang="en-US" i="1"/>
              <a:t>P</a:t>
            </a:r>
            <a:r>
              <a:rPr lang="en-US" baseline="-25000"/>
              <a:t>4</a:t>
            </a:r>
            <a:r>
              <a:rPr lang="en-US"/>
              <a:t>	0 0 2	         4 3 3  		</a:t>
            </a:r>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276" name="Shape 276"/>
        <p:cNvGrpSpPr/>
        <p:nvPr/>
      </p:nvGrpSpPr>
      <p:grpSpPr>
        <a:xfrm>
          <a:off x="0" y="0"/>
          <a:ext cx="0" cy="0"/>
          <a:chOff x="0" y="0"/>
          <a:chExt cx="0" cy="0"/>
        </a:xfrm>
      </p:grpSpPr>
      <p:sp>
        <p:nvSpPr>
          <p:cNvPr id="277" name="Google Shape;277;p30"/>
          <p:cNvSpPr txBox="1"/>
          <p:nvPr>
            <p:ph type="title"/>
          </p:nvPr>
        </p:nvSpPr>
        <p:spPr>
          <a:xfrm>
            <a:off x="457200" y="233314"/>
            <a:ext cx="82296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Example (Cont.)</a:t>
            </a:r>
            <a:endParaRPr lang="en-US"/>
          </a:p>
        </p:txBody>
      </p:sp>
      <p:sp>
        <p:nvSpPr>
          <p:cNvPr id="278" name="Google Shape;278;p30"/>
          <p:cNvSpPr txBox="1"/>
          <p:nvPr>
            <p:ph type="body" idx="1"/>
          </p:nvPr>
        </p:nvSpPr>
        <p:spPr>
          <a:xfrm>
            <a:off x="802433" y="1136650"/>
            <a:ext cx="7854205" cy="4640263"/>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a:t>The content of the matrix </a:t>
            </a:r>
            <a:r>
              <a:rPr lang="en-US" b="1" i="1"/>
              <a:t>Need</a:t>
            </a:r>
            <a:r>
              <a:rPr lang="en-US"/>
              <a:t> is defined to be </a:t>
            </a:r>
            <a:r>
              <a:rPr lang="en-US" b="1" i="1"/>
              <a:t>Max</a:t>
            </a:r>
            <a:r>
              <a:rPr lang="en-US" b="1"/>
              <a:t> – </a:t>
            </a:r>
            <a:r>
              <a:rPr lang="en-US" b="1" i="1"/>
              <a:t>Allocation</a:t>
            </a:r>
            <a:endParaRPr b="1"/>
          </a:p>
          <a:p>
            <a:pPr marL="285750" lvl="0" indent="-285750" algn="l" rtl="0">
              <a:spcBef>
                <a:spcPts val="630"/>
              </a:spcBef>
              <a:spcAft>
                <a:spcPts val="0"/>
              </a:spcAft>
              <a:buSzPts val="1980"/>
              <a:buFont typeface="Arial" panose="020B0604020202020204"/>
              <a:buNone/>
            </a:pPr>
          </a:p>
          <a:p>
            <a:pPr marL="285750" lvl="0" indent="-285750" algn="l" rtl="0">
              <a:spcBef>
                <a:spcPts val="630"/>
              </a:spcBef>
              <a:spcAft>
                <a:spcPts val="0"/>
              </a:spcAft>
              <a:buSzPts val="1980"/>
              <a:buFont typeface="Arial" panose="020B0604020202020204"/>
              <a:buNone/>
            </a:pPr>
            <a:r>
              <a:rPr lang="en-US"/>
              <a:t>			</a:t>
            </a:r>
            <a:r>
              <a:rPr lang="en-US" i="1" u="sng"/>
              <a:t>Need</a:t>
            </a:r>
            <a:endParaRPr u="sng"/>
          </a:p>
          <a:p>
            <a:pPr marL="285750" lvl="0" indent="-285750" algn="l" rtl="0">
              <a:spcBef>
                <a:spcPts val="630"/>
              </a:spcBef>
              <a:spcAft>
                <a:spcPts val="0"/>
              </a:spcAft>
              <a:buSzPts val="1980"/>
              <a:buFont typeface="Arial" panose="020B0604020202020204"/>
              <a:buNone/>
            </a:pPr>
            <a:r>
              <a:rPr lang="en-US"/>
              <a:t>			</a:t>
            </a:r>
            <a:r>
              <a:rPr lang="en-US" i="1"/>
              <a:t>A B C</a:t>
            </a:r>
            <a:endParaRPr lang="en-US" i="1"/>
          </a:p>
          <a:p>
            <a:pPr marL="285750" lvl="0" indent="-285750" algn="l" rtl="0">
              <a:spcBef>
                <a:spcPts val="630"/>
              </a:spcBef>
              <a:spcAft>
                <a:spcPts val="0"/>
              </a:spcAft>
              <a:buSzPts val="1980"/>
              <a:buFont typeface="Arial" panose="020B0604020202020204"/>
              <a:buNone/>
            </a:pPr>
            <a:r>
              <a:rPr lang="en-US"/>
              <a:t>		 </a:t>
            </a:r>
            <a:r>
              <a:rPr lang="en-US" i="1"/>
              <a:t>P</a:t>
            </a:r>
            <a:r>
              <a:rPr lang="en-US" baseline="-25000"/>
              <a:t>0	</a:t>
            </a:r>
            <a:r>
              <a:rPr lang="en-US"/>
              <a:t>7 4 3 </a:t>
            </a:r>
            <a:endParaRPr lang="en-US"/>
          </a:p>
          <a:p>
            <a:pPr marL="285750" lvl="0" indent="-285750" algn="l" rtl="0">
              <a:spcBef>
                <a:spcPts val="630"/>
              </a:spcBef>
              <a:spcAft>
                <a:spcPts val="0"/>
              </a:spcAft>
              <a:buSzPts val="1980"/>
              <a:buFont typeface="Arial" panose="020B0604020202020204"/>
              <a:buNone/>
            </a:pPr>
            <a:r>
              <a:rPr lang="en-US"/>
              <a:t>		 </a:t>
            </a:r>
            <a:r>
              <a:rPr lang="en-US" i="1"/>
              <a:t>P</a:t>
            </a:r>
            <a:r>
              <a:rPr lang="en-US" baseline="-25000"/>
              <a:t>1	</a:t>
            </a:r>
            <a:r>
              <a:rPr lang="en-US"/>
              <a:t>1 2 2 </a:t>
            </a:r>
            <a:endParaRPr lang="en-US"/>
          </a:p>
          <a:p>
            <a:pPr marL="285750" lvl="0" indent="-285750" algn="l" rtl="0">
              <a:spcBef>
                <a:spcPts val="630"/>
              </a:spcBef>
              <a:spcAft>
                <a:spcPts val="0"/>
              </a:spcAft>
              <a:buSzPts val="1980"/>
              <a:buFont typeface="Arial" panose="020B0604020202020204"/>
              <a:buNone/>
            </a:pPr>
            <a:r>
              <a:rPr lang="en-US"/>
              <a:t>		 </a:t>
            </a:r>
            <a:r>
              <a:rPr lang="en-US" i="1"/>
              <a:t>P</a:t>
            </a:r>
            <a:r>
              <a:rPr lang="en-US" baseline="-25000"/>
              <a:t>2</a:t>
            </a:r>
            <a:r>
              <a:rPr lang="en-US"/>
              <a:t>	6 0 0 </a:t>
            </a:r>
            <a:endParaRPr lang="en-US"/>
          </a:p>
          <a:p>
            <a:pPr marL="285750" lvl="0" indent="-285750" algn="l" rtl="0">
              <a:spcBef>
                <a:spcPts val="630"/>
              </a:spcBef>
              <a:spcAft>
                <a:spcPts val="0"/>
              </a:spcAft>
              <a:buSzPts val="1980"/>
              <a:buFont typeface="Arial" panose="020B0604020202020204"/>
              <a:buNone/>
            </a:pPr>
            <a:r>
              <a:rPr lang="en-US"/>
              <a:t>		 </a:t>
            </a:r>
            <a:r>
              <a:rPr lang="en-US" i="1"/>
              <a:t>P</a:t>
            </a:r>
            <a:r>
              <a:rPr lang="en-US" baseline="-25000"/>
              <a:t>3</a:t>
            </a:r>
            <a:r>
              <a:rPr lang="en-US"/>
              <a:t>	0 1 1</a:t>
            </a:r>
            <a:endParaRPr lang="en-US"/>
          </a:p>
          <a:p>
            <a:pPr marL="285750" lvl="0" indent="-285750" algn="l" rtl="0">
              <a:spcBef>
                <a:spcPts val="630"/>
              </a:spcBef>
              <a:spcAft>
                <a:spcPts val="0"/>
              </a:spcAft>
              <a:buSzPts val="1980"/>
              <a:buFont typeface="Arial" panose="020B0604020202020204"/>
              <a:buNone/>
            </a:pPr>
            <a:r>
              <a:rPr lang="en-US"/>
              <a:t>		 </a:t>
            </a:r>
            <a:r>
              <a:rPr lang="en-US" i="1"/>
              <a:t>P</a:t>
            </a:r>
            <a:r>
              <a:rPr lang="en-US" baseline="-25000"/>
              <a:t>4</a:t>
            </a:r>
            <a:r>
              <a:rPr lang="en-US"/>
              <a:t>	4 3 1 </a:t>
            </a:r>
            <a:br>
              <a:rPr lang="en-US"/>
            </a:br>
            <a:endParaRPr lang="en-US"/>
          </a:p>
          <a:p>
            <a:pPr marL="285750" lvl="0" indent="-285750" algn="l" rtl="0">
              <a:spcBef>
                <a:spcPts val="630"/>
              </a:spcBef>
              <a:spcAft>
                <a:spcPts val="0"/>
              </a:spcAft>
              <a:buSzPts val="1980"/>
              <a:buChar char="▪"/>
            </a:pPr>
            <a:r>
              <a:rPr lang="en-US"/>
              <a:t>The system is in a safe state since the sequence &lt; </a:t>
            </a:r>
            <a:r>
              <a:rPr lang="en-US" i="1"/>
              <a:t>P</a:t>
            </a:r>
            <a:r>
              <a:rPr lang="en-US" baseline="-25000"/>
              <a:t>1</a:t>
            </a:r>
            <a:r>
              <a:rPr lang="en-US"/>
              <a:t>, </a:t>
            </a:r>
            <a:r>
              <a:rPr lang="en-US" i="1"/>
              <a:t>P</a:t>
            </a:r>
            <a:r>
              <a:rPr lang="en-US" baseline="-25000"/>
              <a:t>3</a:t>
            </a:r>
            <a:r>
              <a:rPr lang="en-US"/>
              <a:t>, </a:t>
            </a:r>
            <a:r>
              <a:rPr lang="en-US" i="1"/>
              <a:t>P</a:t>
            </a:r>
            <a:r>
              <a:rPr lang="en-US" baseline="-25000"/>
              <a:t>4</a:t>
            </a:r>
            <a:r>
              <a:rPr lang="en-US"/>
              <a:t>, </a:t>
            </a:r>
            <a:r>
              <a:rPr lang="en-US" i="1"/>
              <a:t>P</a:t>
            </a:r>
            <a:r>
              <a:rPr lang="en-US" baseline="-25000"/>
              <a:t>2</a:t>
            </a:r>
            <a:r>
              <a:rPr lang="en-US"/>
              <a:t>, </a:t>
            </a:r>
            <a:r>
              <a:rPr lang="en-US" i="1"/>
              <a:t>P</a:t>
            </a:r>
            <a:r>
              <a:rPr lang="en-US" baseline="-25000"/>
              <a:t>0</a:t>
            </a:r>
            <a:r>
              <a:rPr lang="en-US"/>
              <a:t>&gt; satisfies safety criteria</a:t>
            </a:r>
            <a:endParaRPr baseline="-25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283" name="Shape 283"/>
        <p:cNvGrpSpPr/>
        <p:nvPr/>
      </p:nvGrpSpPr>
      <p:grpSpPr>
        <a:xfrm>
          <a:off x="0" y="0"/>
          <a:ext cx="0" cy="0"/>
          <a:chOff x="0" y="0"/>
          <a:chExt cx="0" cy="0"/>
        </a:xfrm>
      </p:grpSpPr>
      <p:sp>
        <p:nvSpPr>
          <p:cNvPr id="284" name="Google Shape;284;p31"/>
          <p:cNvSpPr txBox="1"/>
          <p:nvPr>
            <p:ph type="title"/>
          </p:nvPr>
        </p:nvSpPr>
        <p:spPr>
          <a:xfrm>
            <a:off x="817563" y="214313"/>
            <a:ext cx="7869237"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Example:  </a:t>
            </a:r>
            <a:r>
              <a:rPr lang="en-US" i="1"/>
              <a:t>P</a:t>
            </a:r>
            <a:r>
              <a:rPr lang="en-US" baseline="-25000"/>
              <a:t>1</a:t>
            </a:r>
            <a:r>
              <a:rPr lang="en-US"/>
              <a:t> Request (1,0,2)</a:t>
            </a:r>
            <a:endParaRPr lang="en-US"/>
          </a:p>
        </p:txBody>
      </p:sp>
      <p:sp>
        <p:nvSpPr>
          <p:cNvPr id="285" name="Google Shape;285;p31"/>
          <p:cNvSpPr txBox="1"/>
          <p:nvPr>
            <p:ph type="body" idx="1"/>
          </p:nvPr>
        </p:nvSpPr>
        <p:spPr>
          <a:xfrm>
            <a:off x="812413" y="1103313"/>
            <a:ext cx="7869237" cy="5103812"/>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a:t>Check that Request ≤ Available (that is, (1,0,2) ≤ (3,3,2) ⇒ true</a:t>
            </a:r>
            <a:endParaRPr i="1"/>
          </a:p>
          <a:p>
            <a:pPr marL="285750" lvl="0" indent="-285750" algn="l" rtl="0">
              <a:spcBef>
                <a:spcPts val="630"/>
              </a:spcBef>
              <a:spcAft>
                <a:spcPts val="0"/>
              </a:spcAft>
              <a:buSzPts val="1980"/>
              <a:buFont typeface="Arial" panose="020B0604020202020204"/>
              <a:buNone/>
            </a:pPr>
            <a:r>
              <a:rPr lang="en-US" i="1"/>
              <a:t>			</a:t>
            </a:r>
            <a:r>
              <a:rPr lang="en-US" i="1" u="sng"/>
              <a:t>Allocation</a:t>
            </a:r>
            <a:r>
              <a:rPr lang="en-US" i="1"/>
              <a:t>	</a:t>
            </a:r>
            <a:r>
              <a:rPr lang="en-US" i="1" u="sng"/>
              <a:t>Need</a:t>
            </a:r>
            <a:r>
              <a:rPr lang="en-US" i="1"/>
              <a:t>	   </a:t>
            </a:r>
            <a:r>
              <a:rPr lang="en-US" i="1" u="sng"/>
              <a:t>Available</a:t>
            </a:r>
            <a:endParaRPr i="1"/>
          </a:p>
          <a:p>
            <a:pPr marL="285750" lvl="0" indent="-285750" algn="l" rtl="0">
              <a:spcBef>
                <a:spcPts val="630"/>
              </a:spcBef>
              <a:spcAft>
                <a:spcPts val="0"/>
              </a:spcAft>
              <a:buSzPts val="1980"/>
              <a:buFont typeface="Arial" panose="020B0604020202020204"/>
              <a:buNone/>
            </a:pPr>
            <a:r>
              <a:rPr lang="en-US" i="1"/>
              <a:t>			A B C	A B C	 A B C </a:t>
            </a:r>
            <a:endParaRPr lang="en-US" i="1"/>
          </a:p>
          <a:p>
            <a:pPr marL="285750" lvl="0" indent="-285750" algn="l" rtl="0">
              <a:spcBef>
                <a:spcPts val="630"/>
              </a:spcBef>
              <a:spcAft>
                <a:spcPts val="0"/>
              </a:spcAft>
              <a:buSzPts val="1980"/>
              <a:buFont typeface="Arial" panose="020B0604020202020204"/>
              <a:buNone/>
            </a:pPr>
            <a:r>
              <a:rPr lang="en-US"/>
              <a:t>		</a:t>
            </a:r>
            <a:r>
              <a:rPr lang="en-US" i="1"/>
              <a:t>P</a:t>
            </a:r>
            <a:r>
              <a:rPr lang="en-US" baseline="-25000"/>
              <a:t>0</a:t>
            </a:r>
            <a:r>
              <a:rPr lang="en-US"/>
              <a:t>	0 1 0 	7 4 3 	2 3 0</a:t>
            </a:r>
            <a:endParaRPr lang="en-US"/>
          </a:p>
          <a:p>
            <a:pPr marL="285750" lvl="0" indent="-285750" algn="l" rtl="0">
              <a:spcBef>
                <a:spcPts val="630"/>
              </a:spcBef>
              <a:spcAft>
                <a:spcPts val="0"/>
              </a:spcAft>
              <a:buSzPts val="1980"/>
              <a:buFont typeface="Arial" panose="020B0604020202020204"/>
              <a:buNone/>
            </a:pPr>
            <a:r>
              <a:rPr lang="en-US"/>
              <a:t>		</a:t>
            </a:r>
            <a:r>
              <a:rPr lang="en-US" i="1"/>
              <a:t>P</a:t>
            </a:r>
            <a:r>
              <a:rPr lang="en-US" baseline="-25000"/>
              <a:t>1</a:t>
            </a:r>
            <a:r>
              <a:rPr lang="en-US"/>
              <a:t>	      3 0 2             0 2 0 	</a:t>
            </a:r>
            <a:endParaRPr lang="en-US"/>
          </a:p>
          <a:p>
            <a:pPr marL="285750" lvl="0" indent="-285750" algn="l" rtl="0">
              <a:spcBef>
                <a:spcPts val="630"/>
              </a:spcBef>
              <a:spcAft>
                <a:spcPts val="0"/>
              </a:spcAft>
              <a:buSzPts val="1980"/>
              <a:buFont typeface="Arial" panose="020B0604020202020204"/>
              <a:buNone/>
            </a:pPr>
            <a:r>
              <a:rPr lang="en-US"/>
              <a:t>		</a:t>
            </a:r>
            <a:r>
              <a:rPr lang="en-US" i="1"/>
              <a:t>P</a:t>
            </a:r>
            <a:r>
              <a:rPr lang="en-US" baseline="-25000"/>
              <a:t>2</a:t>
            </a:r>
            <a:r>
              <a:rPr lang="en-US"/>
              <a:t>	3 0 2 	 6 0 0 </a:t>
            </a:r>
            <a:endParaRPr lang="en-US"/>
          </a:p>
          <a:p>
            <a:pPr marL="285750" lvl="0" indent="-285750" algn="l" rtl="0">
              <a:spcBef>
                <a:spcPts val="630"/>
              </a:spcBef>
              <a:spcAft>
                <a:spcPts val="0"/>
              </a:spcAft>
              <a:buSzPts val="1980"/>
              <a:buFont typeface="Arial" panose="020B0604020202020204"/>
              <a:buNone/>
            </a:pPr>
            <a:r>
              <a:rPr lang="en-US"/>
              <a:t>		</a:t>
            </a:r>
            <a:r>
              <a:rPr lang="en-US" i="1"/>
              <a:t>P</a:t>
            </a:r>
            <a:r>
              <a:rPr lang="en-US" baseline="-25000"/>
              <a:t>3</a:t>
            </a:r>
            <a:r>
              <a:rPr lang="en-US"/>
              <a:t>	2 1 1 	0 1 1</a:t>
            </a:r>
            <a:endParaRPr lang="en-US"/>
          </a:p>
          <a:p>
            <a:pPr marL="285750" lvl="0" indent="-285750" algn="l" rtl="0">
              <a:spcBef>
                <a:spcPts val="630"/>
              </a:spcBef>
              <a:spcAft>
                <a:spcPts val="0"/>
              </a:spcAft>
              <a:buSzPts val="1980"/>
              <a:buFont typeface="Arial" panose="020B0604020202020204"/>
              <a:buNone/>
            </a:pPr>
            <a:r>
              <a:rPr lang="en-US"/>
              <a:t>		</a:t>
            </a:r>
            <a:r>
              <a:rPr lang="en-US" i="1"/>
              <a:t>P</a:t>
            </a:r>
            <a:r>
              <a:rPr lang="en-US" baseline="-25000"/>
              <a:t>4</a:t>
            </a:r>
            <a:r>
              <a:rPr lang="en-US"/>
              <a:t>	0 0 2 	 4 3 1 </a:t>
            </a:r>
            <a:endParaRPr lang="en-US"/>
          </a:p>
          <a:p>
            <a:pPr marL="285750" lvl="0" indent="-285750" algn="l" rtl="0">
              <a:spcBef>
                <a:spcPts val="280"/>
              </a:spcBef>
              <a:spcAft>
                <a:spcPts val="0"/>
              </a:spcAft>
              <a:buSzPts val="880"/>
              <a:buFont typeface="Arial" panose="020B0604020202020204"/>
              <a:buNone/>
            </a:pPr>
            <a:endParaRPr sz="800"/>
          </a:p>
          <a:p>
            <a:pPr marL="285750" lvl="0" indent="-285750" algn="l" rtl="0">
              <a:spcBef>
                <a:spcPts val="630"/>
              </a:spcBef>
              <a:spcAft>
                <a:spcPts val="0"/>
              </a:spcAft>
              <a:buSzPts val="1980"/>
              <a:buChar char="▪"/>
            </a:pPr>
            <a:r>
              <a:rPr lang="en-US"/>
              <a:t>Executing safety algorithm shows that sequence &lt; </a:t>
            </a:r>
            <a:r>
              <a:rPr lang="en-US" b="1" i="1"/>
              <a:t>P</a:t>
            </a:r>
            <a:r>
              <a:rPr lang="en-US" b="1" baseline="-25000"/>
              <a:t>1</a:t>
            </a:r>
            <a:r>
              <a:rPr lang="en-US" b="1"/>
              <a:t>, </a:t>
            </a:r>
            <a:r>
              <a:rPr lang="en-US" b="1" i="1"/>
              <a:t>P</a:t>
            </a:r>
            <a:r>
              <a:rPr lang="en-US" b="1" baseline="-25000"/>
              <a:t>3</a:t>
            </a:r>
            <a:r>
              <a:rPr lang="en-US" b="1"/>
              <a:t>, </a:t>
            </a:r>
            <a:r>
              <a:rPr lang="en-US" b="1" i="1"/>
              <a:t>P</a:t>
            </a:r>
            <a:r>
              <a:rPr lang="en-US" b="1" baseline="-25000"/>
              <a:t>4</a:t>
            </a:r>
            <a:r>
              <a:rPr lang="en-US" b="1"/>
              <a:t>, </a:t>
            </a:r>
            <a:r>
              <a:rPr lang="en-US" b="1" i="1"/>
              <a:t>P</a:t>
            </a:r>
            <a:r>
              <a:rPr lang="en-US" b="1" baseline="-25000"/>
              <a:t>0</a:t>
            </a:r>
            <a:r>
              <a:rPr lang="en-US" b="1"/>
              <a:t>, </a:t>
            </a:r>
            <a:r>
              <a:rPr lang="en-US" b="1" i="1"/>
              <a:t>P</a:t>
            </a:r>
            <a:r>
              <a:rPr lang="en-US" b="1" baseline="-25000"/>
              <a:t>2</a:t>
            </a:r>
            <a:r>
              <a:rPr lang="en-US"/>
              <a:t>&gt; satisfies safety requirement</a:t>
            </a:r>
            <a:endParaRPr lang="en-US"/>
          </a:p>
          <a:p>
            <a:pPr marL="285750" lvl="0" indent="-229870" algn="l" rtl="0">
              <a:spcBef>
                <a:spcPts val="280"/>
              </a:spcBef>
              <a:spcAft>
                <a:spcPts val="0"/>
              </a:spcAft>
              <a:buSzPts val="880"/>
              <a:buNone/>
            </a:pPr>
            <a:endParaRPr sz="800"/>
          </a:p>
          <a:p>
            <a:pPr marL="285750" lvl="0" indent="-285750" algn="l" rtl="0">
              <a:spcBef>
                <a:spcPts val="630"/>
              </a:spcBef>
              <a:spcAft>
                <a:spcPts val="0"/>
              </a:spcAft>
              <a:buSzPts val="1980"/>
              <a:buChar char="▪"/>
            </a:pPr>
            <a:r>
              <a:rPr lang="en-US"/>
              <a:t>Can request for (3,3,0) by </a:t>
            </a:r>
            <a:r>
              <a:rPr lang="en-US" b="1" i="1"/>
              <a:t>P</a:t>
            </a:r>
            <a:r>
              <a:rPr lang="en-US" b="1" baseline="-25000"/>
              <a:t>4</a:t>
            </a:r>
            <a:r>
              <a:rPr lang="en-US"/>
              <a:t> be granted?</a:t>
            </a:r>
            <a:endParaRPr lang="en-US"/>
          </a:p>
          <a:p>
            <a:pPr marL="285750" lvl="0" indent="-229870" algn="l" rtl="0">
              <a:spcBef>
                <a:spcPts val="280"/>
              </a:spcBef>
              <a:spcAft>
                <a:spcPts val="0"/>
              </a:spcAft>
              <a:buSzPts val="880"/>
              <a:buNone/>
            </a:pPr>
            <a:endParaRPr sz="800"/>
          </a:p>
          <a:p>
            <a:pPr marL="285750" lvl="0" indent="-285750" algn="l" rtl="0">
              <a:spcBef>
                <a:spcPts val="630"/>
              </a:spcBef>
              <a:spcAft>
                <a:spcPts val="0"/>
              </a:spcAft>
              <a:buSzPts val="1980"/>
              <a:buChar char="▪"/>
            </a:pPr>
            <a:r>
              <a:rPr lang="en-US"/>
              <a:t>Can request for (0,2,0) by </a:t>
            </a:r>
            <a:r>
              <a:rPr lang="en-US" b="1" i="1"/>
              <a:t>P</a:t>
            </a:r>
            <a:r>
              <a:rPr lang="en-US" b="1" baseline="-25000"/>
              <a:t>0</a:t>
            </a:r>
            <a:r>
              <a:rPr lang="en-US"/>
              <a:t> be granted?</a:t>
            </a:r>
            <a:endParaRPr lang="en-US"/>
          </a:p>
          <a:p>
            <a:pPr marL="285750" lvl="0" indent="-285750" algn="l" rtl="0">
              <a:spcBef>
                <a:spcPts val="630"/>
              </a:spcBef>
              <a:spcAft>
                <a:spcPts val="0"/>
              </a:spcAft>
              <a:buSzPts val="1980"/>
              <a:buFont typeface="Arial" panose="020B0604020202020204"/>
              <a:buNone/>
            </a:p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290" name="Shape 290"/>
        <p:cNvGrpSpPr/>
        <p:nvPr/>
      </p:nvGrpSpPr>
      <p:grpSpPr>
        <a:xfrm>
          <a:off x="0" y="0"/>
          <a:ext cx="0" cy="0"/>
          <a:chOff x="0" y="0"/>
          <a:chExt cx="0" cy="0"/>
        </a:xfrm>
      </p:grpSpPr>
      <p:sp>
        <p:nvSpPr>
          <p:cNvPr id="291" name="Google Shape;291;p32"/>
          <p:cNvSpPr txBox="1"/>
          <p:nvPr>
            <p:ph type="title"/>
          </p:nvPr>
        </p:nvSpPr>
        <p:spPr>
          <a:xfrm>
            <a:off x="1141413" y="235762"/>
            <a:ext cx="7421562"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Deadlock Detection</a:t>
            </a:r>
            <a:endParaRPr lang="en-US"/>
          </a:p>
        </p:txBody>
      </p:sp>
      <p:sp>
        <p:nvSpPr>
          <p:cNvPr id="292" name="Google Shape;292;p32"/>
          <p:cNvSpPr txBox="1"/>
          <p:nvPr>
            <p:ph type="body" idx="1"/>
          </p:nvPr>
        </p:nvSpPr>
        <p:spPr>
          <a:xfrm>
            <a:off x="811765" y="1244918"/>
            <a:ext cx="7527990" cy="4530725"/>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a:t>Allow system to enter deadlock state </a:t>
            </a:r>
            <a:br>
              <a:rPr lang="en-US"/>
            </a:br>
            <a:endParaRPr lang="en-US"/>
          </a:p>
          <a:p>
            <a:pPr marL="285750" lvl="0" indent="-285750" algn="l" rtl="0">
              <a:spcBef>
                <a:spcPts val="630"/>
              </a:spcBef>
              <a:spcAft>
                <a:spcPts val="0"/>
              </a:spcAft>
              <a:buSzPts val="1980"/>
              <a:buChar char="▪"/>
            </a:pPr>
            <a:r>
              <a:rPr lang="en-US"/>
              <a:t>Detection algorithm</a:t>
            </a:r>
            <a:br>
              <a:rPr lang="en-US"/>
            </a:br>
            <a:endParaRPr lang="en-US"/>
          </a:p>
          <a:p>
            <a:pPr marL="285750" lvl="0" indent="-285750" algn="l" rtl="0">
              <a:spcBef>
                <a:spcPts val="630"/>
              </a:spcBef>
              <a:spcAft>
                <a:spcPts val="0"/>
              </a:spcAft>
              <a:buSzPts val="1980"/>
              <a:buChar char="▪"/>
            </a:pPr>
            <a:r>
              <a:rPr lang="en-US"/>
              <a:t>Recovery scheme</a:t>
            </a:r>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297" name="Shape 297"/>
        <p:cNvGrpSpPr/>
        <p:nvPr/>
      </p:nvGrpSpPr>
      <p:grpSpPr>
        <a:xfrm>
          <a:off x="0" y="0"/>
          <a:ext cx="0" cy="0"/>
          <a:chOff x="0" y="0"/>
          <a:chExt cx="0" cy="0"/>
        </a:xfrm>
      </p:grpSpPr>
      <p:sp>
        <p:nvSpPr>
          <p:cNvPr id="298" name="Google Shape;298;p33"/>
          <p:cNvSpPr txBox="1"/>
          <p:nvPr>
            <p:ph type="title"/>
          </p:nvPr>
        </p:nvSpPr>
        <p:spPr>
          <a:xfrm>
            <a:off x="1077686" y="-19986"/>
            <a:ext cx="7772400" cy="844551"/>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Single Instance of Each Resource Type</a:t>
            </a:r>
            <a:endParaRPr lang="en-US"/>
          </a:p>
        </p:txBody>
      </p:sp>
      <p:sp>
        <p:nvSpPr>
          <p:cNvPr id="299" name="Google Shape;299;p33"/>
          <p:cNvSpPr txBox="1"/>
          <p:nvPr>
            <p:ph type="body" idx="1"/>
          </p:nvPr>
        </p:nvSpPr>
        <p:spPr>
          <a:xfrm>
            <a:off x="827088" y="1173163"/>
            <a:ext cx="7585075" cy="4511675"/>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a:t>Maintain </a:t>
            </a:r>
            <a:r>
              <a:rPr lang="en-US" b="1">
                <a:solidFill>
                  <a:srgbClr val="006699"/>
                </a:solidFill>
                <a:latin typeface="Arial" panose="020B0604020202020204"/>
                <a:ea typeface="Arial" panose="020B0604020202020204"/>
                <a:cs typeface="Arial" panose="020B0604020202020204"/>
                <a:sym typeface="Arial" panose="020B0604020202020204"/>
              </a:rPr>
              <a:t>wait-for</a:t>
            </a:r>
            <a:r>
              <a:rPr lang="en-US" b="1">
                <a:solidFill>
                  <a:srgbClr val="3366FF"/>
                </a:solidFill>
              </a:rPr>
              <a:t> </a:t>
            </a:r>
            <a:r>
              <a:rPr lang="en-US"/>
              <a:t>graph</a:t>
            </a:r>
            <a:endParaRPr lang="en-US"/>
          </a:p>
          <a:p>
            <a:pPr marL="742950" lvl="1" indent="-285750" algn="l" rtl="0">
              <a:spcBef>
                <a:spcPts val="630"/>
              </a:spcBef>
              <a:spcAft>
                <a:spcPts val="0"/>
              </a:spcAft>
              <a:buSzPts val="1980"/>
              <a:buChar char="•"/>
            </a:pPr>
            <a:r>
              <a:rPr lang="en-US"/>
              <a:t>Nodes are processes</a:t>
            </a:r>
            <a:endParaRPr lang="en-US"/>
          </a:p>
          <a:p>
            <a:pPr marL="742950" lvl="1" indent="-285750" algn="l" rtl="0">
              <a:spcBef>
                <a:spcPts val="630"/>
              </a:spcBef>
              <a:spcAft>
                <a:spcPts val="0"/>
              </a:spcAft>
              <a:buSzPts val="1980"/>
              <a:buChar char="•"/>
            </a:pPr>
            <a:r>
              <a:rPr lang="en-US" b="1" i="1"/>
              <a:t>P</a:t>
            </a:r>
            <a:r>
              <a:rPr lang="en-US" b="1" i="1" baseline="-25000"/>
              <a:t>i</a:t>
            </a:r>
            <a:r>
              <a:rPr lang="en-US" b="1"/>
              <a:t> → </a:t>
            </a:r>
            <a:r>
              <a:rPr lang="en-US" b="1" i="1"/>
              <a:t>P</a:t>
            </a:r>
            <a:r>
              <a:rPr lang="en-US" b="1" i="1" baseline="-25000"/>
              <a:t>j   </a:t>
            </a:r>
            <a:r>
              <a:rPr lang="en-US"/>
              <a:t>if </a:t>
            </a:r>
            <a:r>
              <a:rPr lang="en-US" b="1" i="1"/>
              <a:t>P</a:t>
            </a:r>
            <a:r>
              <a:rPr lang="en-US" b="1" i="1" baseline="-25000"/>
              <a:t>i</a:t>
            </a:r>
            <a:r>
              <a:rPr lang="en-US" i="1"/>
              <a:t> </a:t>
            </a:r>
            <a:r>
              <a:rPr lang="en-US"/>
              <a:t>is waiting for</a:t>
            </a:r>
            <a:r>
              <a:rPr lang="en-US" i="1"/>
              <a:t> </a:t>
            </a:r>
            <a:r>
              <a:rPr lang="en-US" b="1" i="1"/>
              <a:t>P</a:t>
            </a:r>
            <a:r>
              <a:rPr lang="en-US" b="1" i="1" baseline="-25000"/>
              <a:t>j</a:t>
            </a:r>
            <a:br>
              <a:rPr lang="en-US" b="1" i="1"/>
            </a:br>
            <a:endParaRPr b="1" i="1"/>
          </a:p>
          <a:p>
            <a:pPr marL="285750" lvl="0" indent="-285750" algn="l" rtl="0">
              <a:spcBef>
                <a:spcPts val="630"/>
              </a:spcBef>
              <a:spcAft>
                <a:spcPts val="0"/>
              </a:spcAft>
              <a:buSzPts val="1980"/>
              <a:buChar char="▪"/>
            </a:pPr>
            <a:r>
              <a:rPr lang="en-US"/>
              <a:t>Periodically invoke an algorithm that searches for a cycle in the graph. If there is a cycle, there exists a deadlock</a:t>
            </a:r>
            <a:endParaRPr lang="en-US"/>
          </a:p>
          <a:p>
            <a:pPr marL="285750" lvl="0" indent="-285750" algn="l" rtl="0">
              <a:spcBef>
                <a:spcPts val="630"/>
              </a:spcBef>
              <a:spcAft>
                <a:spcPts val="0"/>
              </a:spcAft>
              <a:buSzPts val="1980"/>
              <a:buFont typeface="Arial" panose="020B0604020202020204"/>
              <a:buNone/>
            </a:pPr>
          </a:p>
          <a:p>
            <a:pPr marL="285750" lvl="0" indent="-285750" algn="l" rtl="0">
              <a:spcBef>
                <a:spcPts val="630"/>
              </a:spcBef>
              <a:spcAft>
                <a:spcPts val="0"/>
              </a:spcAft>
              <a:buSzPts val="1980"/>
              <a:buChar char="▪"/>
            </a:pPr>
            <a:r>
              <a:rPr lang="en-US"/>
              <a:t>An algorithm to detect a cycle in a graph requires an order of</a:t>
            </a:r>
            <a:r>
              <a:rPr lang="en-US" i="1"/>
              <a:t> </a:t>
            </a:r>
            <a:r>
              <a:rPr lang="en-US" b="1" i="1"/>
              <a:t>n</a:t>
            </a:r>
            <a:r>
              <a:rPr lang="en-US" b="1" baseline="30000"/>
              <a:t>2</a:t>
            </a:r>
            <a:r>
              <a:rPr lang="en-US" b="1"/>
              <a:t> </a:t>
            </a:r>
            <a:r>
              <a:rPr lang="en-US"/>
              <a:t>operations, where </a:t>
            </a:r>
            <a:r>
              <a:rPr lang="en-US" b="1" i="1"/>
              <a:t>n</a:t>
            </a:r>
            <a:r>
              <a:rPr lang="en-US"/>
              <a:t> is the number of vertices in the graph</a:t>
            </a: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304" name="Shape 304"/>
        <p:cNvGrpSpPr/>
        <p:nvPr/>
      </p:nvGrpSpPr>
      <p:grpSpPr>
        <a:xfrm>
          <a:off x="0" y="0"/>
          <a:ext cx="0" cy="0"/>
          <a:chOff x="0" y="0"/>
          <a:chExt cx="0" cy="0"/>
        </a:xfrm>
      </p:grpSpPr>
      <p:sp>
        <p:nvSpPr>
          <p:cNvPr id="305" name="Google Shape;305;p34"/>
          <p:cNvSpPr txBox="1"/>
          <p:nvPr>
            <p:ph type="title"/>
          </p:nvPr>
        </p:nvSpPr>
        <p:spPr>
          <a:xfrm>
            <a:off x="758164" y="270077"/>
            <a:ext cx="8288629" cy="457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400"/>
              <a:t>Resource-Allocation Graph and  Wait-for Graph</a:t>
            </a:r>
            <a:endParaRPr lang="en-US" sz="2400"/>
          </a:p>
        </p:txBody>
      </p:sp>
      <p:sp>
        <p:nvSpPr>
          <p:cNvPr id="306" name="Google Shape;306;p34"/>
          <p:cNvSpPr txBox="1"/>
          <p:nvPr/>
        </p:nvSpPr>
        <p:spPr>
          <a:xfrm>
            <a:off x="1647825" y="5294313"/>
            <a:ext cx="2927350" cy="36671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Clr>
                <a:schemeClr val="dk1"/>
              </a:buClr>
              <a:buSzPts val="1800"/>
              <a:buFont typeface="Arial" panose="020B0604020202020204"/>
              <a:buNone/>
            </a:pPr>
            <a:r>
              <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Resource-Allocation Graph</a:t>
            </a:r>
            <a:endPar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p:txBody>
      </p:sp>
      <p:sp>
        <p:nvSpPr>
          <p:cNvPr id="307" name="Google Shape;307;p34"/>
          <p:cNvSpPr txBox="1"/>
          <p:nvPr/>
        </p:nvSpPr>
        <p:spPr>
          <a:xfrm>
            <a:off x="4810125" y="5294313"/>
            <a:ext cx="3143250" cy="366712"/>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Clr>
                <a:schemeClr val="dk1"/>
              </a:buClr>
              <a:buSzPts val="1800"/>
              <a:buFont typeface="Arial" panose="020B0604020202020204"/>
              <a:buNone/>
            </a:pPr>
            <a:r>
              <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rPr>
              <a:t>Corresponding wait-for graph</a:t>
            </a:r>
            <a:endParaRPr lang="en-US" sz="1800" b="0" i="0" u="none" strike="noStrike" cap="none">
              <a:solidFill>
                <a:schemeClr val="dk1"/>
              </a:solidFill>
              <a:latin typeface="Helvetica Neue" panose="020B0604020202020204"/>
              <a:ea typeface="Helvetica Neue" panose="020B0604020202020204"/>
              <a:cs typeface="Helvetica Neue" panose="020B0604020202020204"/>
              <a:sym typeface="Helvetica Neue" panose="020B0604020202020204"/>
            </a:endParaRPr>
          </a:p>
        </p:txBody>
      </p:sp>
      <p:pic>
        <p:nvPicPr>
          <p:cNvPr id="308" name="Google Shape;308;p34"/>
          <p:cNvPicPr preferRelativeResize="0"/>
          <p:nvPr/>
        </p:nvPicPr>
        <p:blipFill rotWithShape="1">
          <a:blip r:embed="rId1"/>
          <a:srcRect/>
          <a:stretch>
            <a:fillRect/>
          </a:stretch>
        </p:blipFill>
        <p:spPr>
          <a:xfrm>
            <a:off x="1830388" y="1252538"/>
            <a:ext cx="5740400" cy="37052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313" name="Shape 313"/>
        <p:cNvGrpSpPr/>
        <p:nvPr/>
      </p:nvGrpSpPr>
      <p:grpSpPr>
        <a:xfrm>
          <a:off x="0" y="0"/>
          <a:ext cx="0" cy="0"/>
          <a:chOff x="0" y="0"/>
          <a:chExt cx="0" cy="0"/>
        </a:xfrm>
      </p:grpSpPr>
      <p:sp>
        <p:nvSpPr>
          <p:cNvPr id="314" name="Google Shape;314;p35"/>
          <p:cNvSpPr txBox="1"/>
          <p:nvPr>
            <p:ph type="title"/>
          </p:nvPr>
        </p:nvSpPr>
        <p:spPr>
          <a:xfrm>
            <a:off x="1216331" y="131947"/>
            <a:ext cx="7772400" cy="62865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Several Instances of a Resource Type</a:t>
            </a:r>
            <a:endParaRPr lang="en-US"/>
          </a:p>
        </p:txBody>
      </p:sp>
      <p:sp>
        <p:nvSpPr>
          <p:cNvPr id="315" name="Google Shape;315;p35"/>
          <p:cNvSpPr txBox="1"/>
          <p:nvPr>
            <p:ph type="body" idx="1"/>
          </p:nvPr>
        </p:nvSpPr>
        <p:spPr>
          <a:xfrm>
            <a:off x="882650" y="1187450"/>
            <a:ext cx="7580215" cy="3851275"/>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b="1">
                <a:solidFill>
                  <a:srgbClr val="000000"/>
                </a:solidFill>
              </a:rPr>
              <a:t>Available</a:t>
            </a:r>
            <a:r>
              <a:rPr lang="en-US" i="1"/>
              <a:t>:</a:t>
            </a:r>
            <a:r>
              <a:rPr lang="en-US"/>
              <a:t>  A vector of length </a:t>
            </a:r>
            <a:r>
              <a:rPr lang="en-US" b="1" i="1"/>
              <a:t>m</a:t>
            </a:r>
            <a:r>
              <a:rPr lang="en-US"/>
              <a:t> indicates the number of available resources of each type</a:t>
            </a:r>
            <a:endParaRPr lang="en-US"/>
          </a:p>
          <a:p>
            <a:pPr marL="285750" lvl="0" indent="-285750" algn="l" rtl="0">
              <a:spcBef>
                <a:spcPts val="630"/>
              </a:spcBef>
              <a:spcAft>
                <a:spcPts val="0"/>
              </a:spcAft>
              <a:buSzPts val="1980"/>
              <a:buChar char="▪"/>
            </a:pPr>
            <a:r>
              <a:rPr lang="en-US" b="1">
                <a:solidFill>
                  <a:srgbClr val="000000"/>
                </a:solidFill>
              </a:rPr>
              <a:t>Allocation</a:t>
            </a:r>
            <a:r>
              <a:rPr lang="en-US" i="1"/>
              <a:t>:</a:t>
            </a:r>
            <a:r>
              <a:rPr lang="en-US"/>
              <a:t>  An </a:t>
            </a:r>
            <a:r>
              <a:rPr lang="en-US" b="1" i="1"/>
              <a:t>n </a:t>
            </a:r>
            <a:r>
              <a:rPr lang="en-US" b="1"/>
              <a:t>x</a:t>
            </a:r>
            <a:r>
              <a:rPr lang="en-US" b="1" i="1"/>
              <a:t> m</a:t>
            </a:r>
            <a:r>
              <a:rPr lang="en-US" b="1"/>
              <a:t> </a:t>
            </a:r>
            <a:r>
              <a:rPr lang="en-US"/>
              <a:t>matrix defines the number of resources of each type currently allocated to each process</a:t>
            </a:r>
            <a:endParaRPr lang="en-US"/>
          </a:p>
          <a:p>
            <a:pPr marL="285750" lvl="0" indent="-285750" algn="l" rtl="0">
              <a:spcBef>
                <a:spcPts val="630"/>
              </a:spcBef>
              <a:spcAft>
                <a:spcPts val="0"/>
              </a:spcAft>
              <a:buSzPts val="1980"/>
              <a:buChar char="▪"/>
            </a:pPr>
            <a:r>
              <a:rPr lang="en-US" b="1">
                <a:solidFill>
                  <a:srgbClr val="000000"/>
                </a:solidFill>
              </a:rPr>
              <a:t>Request</a:t>
            </a:r>
            <a:r>
              <a:rPr lang="en-US" i="1"/>
              <a:t>:</a:t>
            </a:r>
            <a:r>
              <a:rPr lang="en-US"/>
              <a:t>  An </a:t>
            </a:r>
            <a:r>
              <a:rPr lang="en-US" b="1" i="1"/>
              <a:t>n </a:t>
            </a:r>
            <a:r>
              <a:rPr lang="en-US" b="1"/>
              <a:t>x</a:t>
            </a:r>
            <a:r>
              <a:rPr lang="en-US" b="1" i="1"/>
              <a:t> m</a:t>
            </a:r>
            <a:r>
              <a:rPr lang="en-US" b="1"/>
              <a:t> </a:t>
            </a:r>
            <a:r>
              <a:rPr lang="en-US"/>
              <a:t>matrix indicates the current request  of each process.  If </a:t>
            </a:r>
            <a:r>
              <a:rPr lang="en-US" b="1" i="1"/>
              <a:t>Request </a:t>
            </a:r>
            <a:r>
              <a:rPr lang="en-US" b="1"/>
              <a:t>[</a:t>
            </a:r>
            <a:r>
              <a:rPr lang="en-US" b="1" i="1"/>
              <a:t>i</a:t>
            </a:r>
            <a:r>
              <a:rPr lang="en-US" b="1"/>
              <a:t>][</a:t>
            </a:r>
            <a:r>
              <a:rPr lang="en-US" b="1" i="1"/>
              <a:t>j</a:t>
            </a:r>
            <a:r>
              <a:rPr lang="en-US" b="1"/>
              <a:t>] = </a:t>
            </a:r>
            <a:r>
              <a:rPr lang="en-US" b="1" i="1"/>
              <a:t>k</a:t>
            </a:r>
            <a:r>
              <a:rPr lang="en-US"/>
              <a:t>, then process</a:t>
            </a:r>
            <a:r>
              <a:rPr lang="en-US" i="1"/>
              <a:t> </a:t>
            </a:r>
            <a:r>
              <a:rPr lang="en-US" b="1" i="1"/>
              <a:t>P</a:t>
            </a:r>
            <a:r>
              <a:rPr lang="en-US" b="1" i="1" baseline="-25000"/>
              <a:t>i</a:t>
            </a:r>
            <a:r>
              <a:rPr lang="en-US"/>
              <a:t> is requesting</a:t>
            </a:r>
            <a:r>
              <a:rPr lang="en-US" i="1"/>
              <a:t> </a:t>
            </a:r>
            <a:r>
              <a:rPr lang="en-US" b="1" i="1"/>
              <a:t>k</a:t>
            </a:r>
            <a:r>
              <a:rPr lang="en-US"/>
              <a:t> more instances of resource type </a:t>
            </a:r>
            <a:r>
              <a:rPr lang="en-US" b="1" i="1"/>
              <a:t>R</a:t>
            </a:r>
            <a:r>
              <a:rPr lang="en-US" b="1" i="1" baseline="-25000"/>
              <a:t>j</a:t>
            </a:r>
            <a:r>
              <a:rPr lang="en-US"/>
              <a:t>.</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320" name="Shape 320"/>
        <p:cNvGrpSpPr/>
        <p:nvPr/>
      </p:nvGrpSpPr>
      <p:grpSpPr>
        <a:xfrm>
          <a:off x="0" y="0"/>
          <a:ext cx="0" cy="0"/>
          <a:chOff x="0" y="0"/>
          <a:chExt cx="0" cy="0"/>
        </a:xfrm>
      </p:grpSpPr>
      <p:sp>
        <p:nvSpPr>
          <p:cNvPr id="321" name="Google Shape;321;p36"/>
          <p:cNvSpPr txBox="1"/>
          <p:nvPr>
            <p:ph type="title"/>
          </p:nvPr>
        </p:nvSpPr>
        <p:spPr>
          <a:xfrm>
            <a:off x="731415" y="236379"/>
            <a:ext cx="7899400" cy="576263"/>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Detection Algorithm</a:t>
            </a:r>
            <a:endParaRPr lang="en-US"/>
          </a:p>
        </p:txBody>
      </p:sp>
      <p:sp>
        <p:nvSpPr>
          <p:cNvPr id="322" name="Google Shape;322;p36"/>
          <p:cNvSpPr txBox="1"/>
          <p:nvPr>
            <p:ph type="body" idx="1"/>
          </p:nvPr>
        </p:nvSpPr>
        <p:spPr>
          <a:xfrm>
            <a:off x="995363" y="1233488"/>
            <a:ext cx="7753350" cy="4530725"/>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980"/>
              <a:buFont typeface="Arial" panose="020B0604020202020204"/>
              <a:buAutoNum type="arabicPeriod"/>
            </a:pPr>
            <a:r>
              <a:rPr lang="en-US"/>
              <a:t>Let </a:t>
            </a:r>
            <a:r>
              <a:rPr lang="en-US" b="1" i="1"/>
              <a:t>Work</a:t>
            </a:r>
            <a:r>
              <a:rPr lang="en-US"/>
              <a:t> and </a:t>
            </a:r>
            <a:r>
              <a:rPr lang="en-US" b="1" i="1"/>
              <a:t>Finish</a:t>
            </a:r>
            <a:r>
              <a:rPr lang="en-US"/>
              <a:t> be vectors of length </a:t>
            </a:r>
            <a:r>
              <a:rPr lang="en-US" b="1" i="1"/>
              <a:t>m</a:t>
            </a:r>
            <a:r>
              <a:rPr lang="en-US"/>
              <a:t> and </a:t>
            </a:r>
            <a:r>
              <a:rPr lang="en-US" b="1" i="1"/>
              <a:t>n</a:t>
            </a:r>
            <a:r>
              <a:rPr lang="en-US"/>
              <a:t>, respectively Initialize:</a:t>
            </a:r>
            <a:endParaRPr lang="en-US"/>
          </a:p>
          <a:p>
            <a:pPr marL="850900" lvl="1" indent="-393700" algn="l" rtl="0">
              <a:spcBef>
                <a:spcPts val="630"/>
              </a:spcBef>
              <a:spcAft>
                <a:spcPts val="0"/>
              </a:spcAft>
              <a:buSzPts val="1980"/>
              <a:buFont typeface="Arial" panose="020B0604020202020204"/>
              <a:buAutoNum type="alphaLcParenR"/>
            </a:pPr>
            <a:r>
              <a:rPr lang="en-US" i="1"/>
              <a:t> </a:t>
            </a:r>
            <a:r>
              <a:rPr lang="en-US" b="1" i="1"/>
              <a:t>Work</a:t>
            </a:r>
            <a:r>
              <a:rPr lang="en-US" b="1"/>
              <a:t> = </a:t>
            </a:r>
            <a:r>
              <a:rPr lang="en-US" b="1" i="1"/>
              <a:t>Available</a:t>
            </a:r>
            <a:endParaRPr b="1"/>
          </a:p>
          <a:p>
            <a:pPr marL="850900" lvl="1" indent="-393700" algn="l" rtl="0">
              <a:spcBef>
                <a:spcPts val="630"/>
              </a:spcBef>
              <a:spcAft>
                <a:spcPts val="0"/>
              </a:spcAft>
              <a:buSzPts val="1980"/>
              <a:buFont typeface="Arial" panose="020B0604020202020204"/>
              <a:buAutoNum type="alphaLcParenR"/>
            </a:pPr>
            <a:r>
              <a:rPr lang="en-US"/>
              <a:t> For </a:t>
            </a:r>
            <a:r>
              <a:rPr lang="en-US" b="1" i="1"/>
              <a:t>i</a:t>
            </a:r>
            <a:r>
              <a:rPr lang="en-US" b="1"/>
              <a:t> = 1,2, …,</a:t>
            </a:r>
            <a:r>
              <a:rPr lang="en-US" b="1" i="1"/>
              <a:t> n</a:t>
            </a:r>
            <a:r>
              <a:rPr lang="en-US"/>
              <a:t>, if </a:t>
            </a:r>
            <a:r>
              <a:rPr lang="en-US" b="1" i="1"/>
              <a:t>Allocation</a:t>
            </a:r>
            <a:r>
              <a:rPr lang="en-US" b="1" i="1" baseline="-25000"/>
              <a:t>i</a:t>
            </a:r>
            <a:r>
              <a:rPr lang="en-US" b="1"/>
              <a:t> ≠ 0</a:t>
            </a:r>
            <a:r>
              <a:rPr lang="en-US"/>
              <a:t>, then </a:t>
            </a:r>
            <a:br>
              <a:rPr lang="en-US"/>
            </a:br>
            <a:r>
              <a:rPr lang="en-US"/>
              <a:t> </a:t>
            </a:r>
            <a:r>
              <a:rPr lang="en-US" b="1" i="1"/>
              <a:t>Finish</a:t>
            </a:r>
            <a:r>
              <a:rPr lang="en-US" b="1"/>
              <a:t>[i] </a:t>
            </a:r>
            <a:r>
              <a:rPr lang="en-US" b="1" i="1"/>
              <a:t>= false</a:t>
            </a:r>
            <a:r>
              <a:rPr lang="en-US"/>
              <a:t>; otherwise, </a:t>
            </a:r>
            <a:r>
              <a:rPr lang="en-US" b="1" i="1"/>
              <a:t>Finish</a:t>
            </a:r>
            <a:r>
              <a:rPr lang="en-US" b="1"/>
              <a:t>[i] = </a:t>
            </a:r>
            <a:r>
              <a:rPr lang="en-US" b="1" i="1"/>
              <a:t>true</a:t>
            </a:r>
            <a:endParaRPr lang="en-US" b="1" i="1"/>
          </a:p>
          <a:p>
            <a:pPr marL="850900" lvl="1" indent="-393700" algn="l" rtl="0">
              <a:spcBef>
                <a:spcPts val="630"/>
              </a:spcBef>
              <a:spcAft>
                <a:spcPts val="0"/>
              </a:spcAft>
              <a:buSzPts val="1980"/>
              <a:buFont typeface="Arial" panose="020B0604020202020204"/>
              <a:buNone/>
            </a:pPr>
          </a:p>
          <a:p>
            <a:pPr marL="342900" lvl="0" indent="-342900" algn="l" rtl="0">
              <a:spcBef>
                <a:spcPts val="630"/>
              </a:spcBef>
              <a:spcAft>
                <a:spcPts val="0"/>
              </a:spcAft>
              <a:buSzPts val="1980"/>
              <a:buFont typeface="Arial" panose="020B0604020202020204"/>
              <a:buAutoNum type="arabicPeriod"/>
            </a:pPr>
            <a:r>
              <a:rPr lang="en-US"/>
              <a:t>Find an index </a:t>
            </a:r>
            <a:r>
              <a:rPr lang="en-US" b="1" i="1"/>
              <a:t>i</a:t>
            </a:r>
            <a:r>
              <a:rPr lang="en-US" i="1"/>
              <a:t> </a:t>
            </a:r>
            <a:r>
              <a:rPr lang="en-US"/>
              <a:t>such that both:</a:t>
            </a:r>
            <a:endParaRPr lang="en-US"/>
          </a:p>
          <a:p>
            <a:pPr marL="850900" lvl="1" indent="-393700" algn="l" rtl="0">
              <a:spcBef>
                <a:spcPts val="630"/>
              </a:spcBef>
              <a:spcAft>
                <a:spcPts val="0"/>
              </a:spcAft>
              <a:buSzPts val="1980"/>
              <a:buFont typeface="Arial" panose="020B0604020202020204"/>
              <a:buAutoNum type="alphaLcParenR"/>
            </a:pPr>
            <a:r>
              <a:rPr lang="en-US" i="1"/>
              <a:t> </a:t>
            </a:r>
            <a:r>
              <a:rPr lang="en-US" b="1" i="1"/>
              <a:t>Finish</a:t>
            </a:r>
            <a:r>
              <a:rPr lang="en-US" b="1"/>
              <a:t>[</a:t>
            </a:r>
            <a:r>
              <a:rPr lang="en-US" b="1" i="1"/>
              <a:t>i</a:t>
            </a:r>
            <a:r>
              <a:rPr lang="en-US" b="1"/>
              <a:t>] == </a:t>
            </a:r>
            <a:r>
              <a:rPr lang="en-US" b="1" i="1"/>
              <a:t>false</a:t>
            </a:r>
            <a:endParaRPr b="1"/>
          </a:p>
          <a:p>
            <a:pPr marL="850900" lvl="1" indent="-393700" algn="l" rtl="0">
              <a:spcBef>
                <a:spcPts val="630"/>
              </a:spcBef>
              <a:spcAft>
                <a:spcPts val="0"/>
              </a:spcAft>
              <a:buSzPts val="1980"/>
              <a:buFont typeface="Arial" panose="020B0604020202020204"/>
              <a:buAutoNum type="alphaLcParenR"/>
            </a:pPr>
            <a:r>
              <a:rPr lang="en-US" i="1"/>
              <a:t> </a:t>
            </a:r>
            <a:r>
              <a:rPr lang="en-US" b="1" i="1"/>
              <a:t>Request</a:t>
            </a:r>
            <a:r>
              <a:rPr lang="en-US" b="1" i="1" baseline="-25000"/>
              <a:t>i</a:t>
            </a:r>
            <a:r>
              <a:rPr lang="en-US" b="1"/>
              <a:t> ≤ </a:t>
            </a:r>
            <a:r>
              <a:rPr lang="en-US" b="1" i="1"/>
              <a:t>Work</a:t>
            </a:r>
            <a:br>
              <a:rPr lang="en-US" b="1" i="1"/>
            </a:br>
            <a:endParaRPr b="1"/>
          </a:p>
          <a:p>
            <a:pPr marL="850900" lvl="1" indent="-393700" algn="l" rtl="0">
              <a:spcBef>
                <a:spcPts val="630"/>
              </a:spcBef>
              <a:spcAft>
                <a:spcPts val="0"/>
              </a:spcAft>
              <a:buSzPts val="1980"/>
              <a:buFont typeface="Arial" panose="020B0604020202020204"/>
              <a:buNone/>
            </a:pPr>
            <a:r>
              <a:rPr lang="en-US"/>
              <a:t>If no such </a:t>
            </a:r>
            <a:r>
              <a:rPr lang="en-US" b="1" i="1"/>
              <a:t>i</a:t>
            </a:r>
            <a:r>
              <a:rPr lang="en-US" b="1"/>
              <a:t> </a:t>
            </a:r>
            <a:r>
              <a:rPr lang="en-US"/>
              <a:t>exists, go to step 4</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327" name="Shape 327"/>
        <p:cNvGrpSpPr/>
        <p:nvPr/>
      </p:nvGrpSpPr>
      <p:grpSpPr>
        <a:xfrm>
          <a:off x="0" y="0"/>
          <a:ext cx="0" cy="0"/>
          <a:chOff x="0" y="0"/>
          <a:chExt cx="0" cy="0"/>
        </a:xfrm>
      </p:grpSpPr>
      <p:sp>
        <p:nvSpPr>
          <p:cNvPr id="328" name="Google Shape;328;p37"/>
          <p:cNvSpPr txBox="1"/>
          <p:nvPr>
            <p:ph type="title"/>
          </p:nvPr>
        </p:nvSpPr>
        <p:spPr>
          <a:xfrm>
            <a:off x="1128713" y="214313"/>
            <a:ext cx="7558087"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Detection Algorithm (Cont.)</a:t>
            </a:r>
            <a:endParaRPr lang="en-US"/>
          </a:p>
        </p:txBody>
      </p:sp>
      <p:sp>
        <p:nvSpPr>
          <p:cNvPr id="329" name="Google Shape;329;p37"/>
          <p:cNvSpPr txBox="1"/>
          <p:nvPr>
            <p:ph type="body" idx="1"/>
          </p:nvPr>
        </p:nvSpPr>
        <p:spPr>
          <a:xfrm>
            <a:off x="947738" y="1171575"/>
            <a:ext cx="7218362" cy="229711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SzPts val="1980"/>
              <a:buAutoNum type="arabicPeriod" startAt="3"/>
            </a:pPr>
            <a:r>
              <a:rPr lang="en-US" i="1"/>
              <a:t> </a:t>
            </a:r>
            <a:r>
              <a:rPr lang="en-US" b="1" i="1"/>
              <a:t>Work</a:t>
            </a:r>
            <a:r>
              <a:rPr lang="en-US" b="1"/>
              <a:t> = </a:t>
            </a:r>
            <a:r>
              <a:rPr lang="en-US" b="1" i="1"/>
              <a:t>Work</a:t>
            </a:r>
            <a:r>
              <a:rPr lang="en-US" b="1"/>
              <a:t> + </a:t>
            </a:r>
            <a:r>
              <a:rPr lang="en-US" b="1" i="1"/>
              <a:t>Allocation</a:t>
            </a:r>
            <a:r>
              <a:rPr lang="en-US" b="1" i="1" baseline="-25000"/>
              <a:t>i</a:t>
            </a:r>
            <a:br>
              <a:rPr lang="en-US" b="1"/>
            </a:br>
            <a:r>
              <a:rPr lang="en-US" b="1"/>
              <a:t>     </a:t>
            </a:r>
            <a:r>
              <a:rPr lang="en-US" b="1" i="1"/>
              <a:t>Finish</a:t>
            </a:r>
            <a:r>
              <a:rPr lang="en-US" b="1"/>
              <a:t>[</a:t>
            </a:r>
            <a:r>
              <a:rPr lang="en-US" b="1" i="1"/>
              <a:t>i</a:t>
            </a:r>
            <a:r>
              <a:rPr lang="en-US" b="1"/>
              <a:t>] = </a:t>
            </a:r>
            <a:r>
              <a:rPr lang="en-US" b="1" i="1"/>
              <a:t>true</a:t>
            </a:r>
            <a:br>
              <a:rPr lang="en-US" b="1"/>
            </a:br>
            <a:r>
              <a:rPr lang="en-US" b="1"/>
              <a:t>     </a:t>
            </a:r>
            <a:r>
              <a:rPr lang="en-US"/>
              <a:t>go to step 2</a:t>
            </a:r>
            <a:br>
              <a:rPr lang="en-US"/>
            </a:br>
            <a:r>
              <a:rPr lang="en-US"/>
              <a:t> </a:t>
            </a:r>
            <a:endParaRPr lang="en-US"/>
          </a:p>
          <a:p>
            <a:pPr marL="342900" lvl="0" indent="-342900" algn="l" rtl="0">
              <a:lnSpc>
                <a:spcPct val="90000"/>
              </a:lnSpc>
              <a:spcBef>
                <a:spcPts val="630"/>
              </a:spcBef>
              <a:spcAft>
                <a:spcPts val="0"/>
              </a:spcAft>
              <a:buSzPts val="1980"/>
              <a:buAutoNum type="arabicPeriod" startAt="3"/>
            </a:pPr>
            <a:r>
              <a:rPr lang="en-US"/>
              <a:t>If </a:t>
            </a:r>
            <a:r>
              <a:rPr lang="en-US" b="1" i="1"/>
              <a:t>Finish[i] == false</a:t>
            </a:r>
            <a:r>
              <a:rPr lang="en-US"/>
              <a:t>, for some </a:t>
            </a:r>
            <a:r>
              <a:rPr lang="en-US" b="1" i="1"/>
              <a:t>i</a:t>
            </a:r>
            <a:r>
              <a:rPr lang="en-US"/>
              <a:t>, 1 ≤ </a:t>
            </a:r>
            <a:r>
              <a:rPr lang="en-US" b="1" i="1"/>
              <a:t>i</a:t>
            </a:r>
            <a:r>
              <a:rPr lang="en-US"/>
              <a:t> ≤  </a:t>
            </a:r>
            <a:r>
              <a:rPr lang="en-US" b="1" i="1"/>
              <a:t>n</a:t>
            </a:r>
            <a:r>
              <a:rPr lang="en-US"/>
              <a:t>, then the system is in   deadlock state. Moreover, if </a:t>
            </a:r>
            <a:r>
              <a:rPr lang="en-US" b="1" i="1"/>
              <a:t>Finish</a:t>
            </a:r>
            <a:r>
              <a:rPr lang="en-US" b="1"/>
              <a:t>[</a:t>
            </a:r>
            <a:r>
              <a:rPr lang="en-US" b="1" i="1"/>
              <a:t>i</a:t>
            </a:r>
            <a:r>
              <a:rPr lang="en-US" b="1"/>
              <a:t>] == </a:t>
            </a:r>
            <a:r>
              <a:rPr lang="en-US" b="1" i="1"/>
              <a:t>false</a:t>
            </a:r>
            <a:r>
              <a:rPr lang="en-US"/>
              <a:t>, then </a:t>
            </a:r>
            <a:r>
              <a:rPr lang="en-US" b="1" i="1"/>
              <a:t>P</a:t>
            </a:r>
            <a:r>
              <a:rPr lang="en-US" b="1" i="1" baseline="-25000"/>
              <a:t>i</a:t>
            </a:r>
            <a:r>
              <a:rPr lang="en-US"/>
              <a:t> is deadlocked</a:t>
            </a:r>
            <a:endParaRPr lang="en-US"/>
          </a:p>
          <a:p>
            <a:pPr marL="285750" lvl="0" indent="-285750" algn="l" rtl="0">
              <a:lnSpc>
                <a:spcPct val="90000"/>
              </a:lnSpc>
              <a:spcBef>
                <a:spcPts val="630"/>
              </a:spcBef>
              <a:spcAft>
                <a:spcPts val="0"/>
              </a:spcAft>
              <a:buSzPts val="1980"/>
              <a:buFont typeface="Arial" panose="020B0604020202020204"/>
              <a:buNone/>
            </a:pPr>
            <a:r>
              <a:rPr lang="en-US"/>
              <a:t>	</a:t>
            </a:r>
            <a:endParaRPr lang="en-US"/>
          </a:p>
        </p:txBody>
      </p:sp>
      <p:sp>
        <p:nvSpPr>
          <p:cNvPr id="330" name="Google Shape;330;p37"/>
          <p:cNvSpPr txBox="1"/>
          <p:nvPr/>
        </p:nvSpPr>
        <p:spPr>
          <a:xfrm>
            <a:off x="852488" y="3824288"/>
            <a:ext cx="7694612" cy="1060450"/>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Clr>
                <a:srgbClr val="FF0066"/>
              </a:buClr>
              <a:buSzPts val="1800"/>
              <a:buFont typeface="Arial" panose="020B0604020202020204"/>
              <a:buNone/>
            </a:pPr>
            <a:r>
              <a:rPr lang="en-US" sz="1800" b="1" i="0" u="none" strike="noStrike" cap="none">
                <a:solidFill>
                  <a:srgbClr val="FF0066"/>
                </a:solidFill>
                <a:latin typeface="Helvetica Neue" panose="020B0604020202020204"/>
                <a:ea typeface="Helvetica Neue" panose="020B0604020202020204"/>
                <a:cs typeface="Helvetica Neue" panose="020B0604020202020204"/>
                <a:sym typeface="Helvetica Neue" panose="020B0604020202020204"/>
              </a:rPr>
              <a:t>Algorithm requires an order of O(</a:t>
            </a:r>
            <a:r>
              <a:rPr lang="en-US" sz="1800" b="1" i="1" u="none" strike="noStrike" cap="none">
                <a:solidFill>
                  <a:srgbClr val="FF0066"/>
                </a:solidFill>
                <a:latin typeface="Helvetica Neue" panose="020B0604020202020204"/>
                <a:ea typeface="Helvetica Neue" panose="020B0604020202020204"/>
                <a:cs typeface="Helvetica Neue" panose="020B0604020202020204"/>
                <a:sym typeface="Helvetica Neue" panose="020B0604020202020204"/>
              </a:rPr>
              <a:t>m </a:t>
            </a:r>
            <a:r>
              <a:rPr lang="en-US" sz="1800" b="1" i="0" u="none" strike="noStrike" cap="none">
                <a:solidFill>
                  <a:srgbClr val="FF0066"/>
                </a:solidFill>
                <a:latin typeface="Helvetica Neue" panose="020B0604020202020204"/>
                <a:ea typeface="Helvetica Neue" panose="020B0604020202020204"/>
                <a:cs typeface="Helvetica Neue" panose="020B0604020202020204"/>
                <a:sym typeface="Helvetica Neue" panose="020B0604020202020204"/>
              </a:rPr>
              <a:t>x</a:t>
            </a:r>
            <a:r>
              <a:rPr lang="en-US" sz="1800" b="1" i="1" u="none" strike="noStrike" cap="none">
                <a:solidFill>
                  <a:srgbClr val="FF0066"/>
                </a:solidFill>
                <a:latin typeface="Helvetica Neue" panose="020B0604020202020204"/>
                <a:ea typeface="Helvetica Neue" panose="020B0604020202020204"/>
                <a:cs typeface="Helvetica Neue" panose="020B0604020202020204"/>
                <a:sym typeface="Helvetica Neue" panose="020B0604020202020204"/>
              </a:rPr>
              <a:t> n</a:t>
            </a:r>
            <a:r>
              <a:rPr lang="en-US" sz="1800" b="1" i="0" u="none" strike="noStrike" cap="none" baseline="30000">
                <a:solidFill>
                  <a:srgbClr val="FF0066"/>
                </a:solidFill>
                <a:latin typeface="Helvetica Neue" panose="020B0604020202020204"/>
                <a:ea typeface="Helvetica Neue" panose="020B0604020202020204"/>
                <a:cs typeface="Helvetica Neue" panose="020B0604020202020204"/>
                <a:sym typeface="Helvetica Neue" panose="020B0604020202020204"/>
              </a:rPr>
              <a:t>2</a:t>
            </a:r>
            <a:r>
              <a:rPr lang="en-US" sz="1800" b="1" i="0" u="none" strike="noStrike" cap="none">
                <a:solidFill>
                  <a:srgbClr val="FF0066"/>
                </a:solidFill>
                <a:latin typeface="Helvetica Neue" panose="020B0604020202020204"/>
                <a:ea typeface="Helvetica Neue" panose="020B0604020202020204"/>
                <a:cs typeface="Helvetica Neue" panose="020B0604020202020204"/>
                <a:sym typeface="Helvetica Neue" panose="020B0604020202020204"/>
              </a:rPr>
              <a:t>) operations to detect whether the system is in deadlocked state</a:t>
            </a:r>
            <a:endParaRPr sz="1800" b="0" i="0" u="none" strike="noStrike" cap="none">
              <a:solidFill>
                <a:srgbClr val="FF0066"/>
              </a:solidFill>
              <a:latin typeface="Helvetica Neue" panose="020B0604020202020204"/>
              <a:ea typeface="Helvetica Neue" panose="020B0604020202020204"/>
              <a:cs typeface="Helvetica Neue" panose="020B0604020202020204"/>
              <a:sym typeface="Helvetica Neue" panose="020B0604020202020204"/>
            </a:endParaRPr>
          </a:p>
          <a:p>
            <a:pPr marL="0" marR="0" lvl="0" indent="0" algn="l" rtl="0">
              <a:spcBef>
                <a:spcPts val="900"/>
              </a:spcBef>
              <a:spcAft>
                <a:spcPts val="0"/>
              </a:spcAft>
              <a:buClr>
                <a:schemeClr val="dk1"/>
              </a:buClr>
              <a:buSzPts val="1800"/>
              <a:buFont typeface="Arial" panose="020B0604020202020204"/>
              <a:buNone/>
            </a:pPr>
            <a:endParaRPr sz="1800" b="0" i="0" u="none" strike="noStrike" cap="none">
              <a:solidFill>
                <a:srgbClr val="FF0066"/>
              </a:solidFill>
              <a:latin typeface="Helvetica Neue" panose="020B0604020202020204"/>
              <a:ea typeface="Helvetica Neue" panose="020B0604020202020204"/>
              <a:cs typeface="Helvetica Neue" panose="020B0604020202020204"/>
              <a:sym typeface="Helvetica Neue" panose="020B0604020202020204"/>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335" name="Shape 335"/>
        <p:cNvGrpSpPr/>
        <p:nvPr/>
      </p:nvGrpSpPr>
      <p:grpSpPr>
        <a:xfrm>
          <a:off x="0" y="0"/>
          <a:ext cx="0" cy="0"/>
          <a:chOff x="0" y="0"/>
          <a:chExt cx="0" cy="0"/>
        </a:xfrm>
      </p:grpSpPr>
      <p:sp>
        <p:nvSpPr>
          <p:cNvPr id="336" name="Google Shape;336;p38"/>
          <p:cNvSpPr txBox="1"/>
          <p:nvPr>
            <p:ph type="title"/>
          </p:nvPr>
        </p:nvSpPr>
        <p:spPr>
          <a:xfrm>
            <a:off x="1022350" y="214313"/>
            <a:ext cx="766445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Example of Detection Algorithm</a:t>
            </a:r>
            <a:endParaRPr lang="en-US"/>
          </a:p>
        </p:txBody>
      </p:sp>
      <p:sp>
        <p:nvSpPr>
          <p:cNvPr id="337" name="Google Shape;337;p38"/>
          <p:cNvSpPr txBox="1"/>
          <p:nvPr>
            <p:ph type="body" idx="1"/>
          </p:nvPr>
        </p:nvSpPr>
        <p:spPr>
          <a:xfrm>
            <a:off x="901700" y="1108075"/>
            <a:ext cx="8037513" cy="5121275"/>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a:t>Five processes </a:t>
            </a:r>
            <a:r>
              <a:rPr lang="en-US" b="1" i="1"/>
              <a:t>P</a:t>
            </a:r>
            <a:r>
              <a:rPr lang="en-US" b="1" baseline="-25000"/>
              <a:t>0</a:t>
            </a:r>
            <a:r>
              <a:rPr lang="en-US"/>
              <a:t> through </a:t>
            </a:r>
            <a:r>
              <a:rPr lang="en-US" b="1" i="1"/>
              <a:t>P</a:t>
            </a:r>
            <a:r>
              <a:rPr lang="en-US" b="1" baseline="-25000"/>
              <a:t>4</a:t>
            </a:r>
            <a:r>
              <a:rPr lang="en-US"/>
              <a:t>;</a:t>
            </a:r>
            <a:r>
              <a:rPr lang="en-US" baseline="-25000"/>
              <a:t> </a:t>
            </a:r>
            <a:r>
              <a:rPr lang="en-US"/>
              <a:t>three resource types </a:t>
            </a:r>
            <a:br>
              <a:rPr lang="en-US"/>
            </a:br>
            <a:r>
              <a:rPr lang="en-US"/>
              <a:t>A (7 instances), </a:t>
            </a:r>
            <a:r>
              <a:rPr lang="en-US" i="1"/>
              <a:t>B </a:t>
            </a:r>
            <a:r>
              <a:rPr lang="en-US"/>
              <a:t>(2 instances), and </a:t>
            </a:r>
            <a:r>
              <a:rPr lang="en-US" i="1"/>
              <a:t>C</a:t>
            </a:r>
            <a:r>
              <a:rPr lang="en-US"/>
              <a:t> (6 instances)</a:t>
            </a:r>
            <a:endParaRPr lang="en-US"/>
          </a:p>
          <a:p>
            <a:pPr marL="285750" lvl="0" indent="-285750" algn="l" rtl="0">
              <a:spcBef>
                <a:spcPts val="630"/>
              </a:spcBef>
              <a:spcAft>
                <a:spcPts val="0"/>
              </a:spcAft>
              <a:buSzPts val="1980"/>
              <a:buFont typeface="Arial" panose="020B0604020202020204"/>
              <a:buNone/>
            </a:pPr>
          </a:p>
          <a:p>
            <a:pPr marL="285750" lvl="0" indent="-285750" algn="l" rtl="0">
              <a:spcBef>
                <a:spcPts val="630"/>
              </a:spcBef>
              <a:spcAft>
                <a:spcPts val="0"/>
              </a:spcAft>
              <a:buSzPts val="1980"/>
              <a:buChar char="▪"/>
            </a:pPr>
            <a:r>
              <a:rPr lang="en-US"/>
              <a:t>Snapshot at time </a:t>
            </a:r>
            <a:r>
              <a:rPr lang="en-US" b="1" i="1"/>
              <a:t>T</a:t>
            </a:r>
            <a:r>
              <a:rPr lang="en-US" b="1" baseline="-25000"/>
              <a:t>0</a:t>
            </a:r>
            <a:r>
              <a:rPr lang="en-US"/>
              <a:t>:</a:t>
            </a:r>
            <a:endParaRPr lang="en-US"/>
          </a:p>
          <a:p>
            <a:pPr marL="285750" lvl="0" indent="-285750" algn="l" rtl="0">
              <a:spcBef>
                <a:spcPts val="630"/>
              </a:spcBef>
              <a:spcAft>
                <a:spcPts val="0"/>
              </a:spcAft>
              <a:buSzPts val="1980"/>
              <a:buFont typeface="Arial" panose="020B0604020202020204"/>
              <a:buNone/>
            </a:pPr>
            <a:r>
              <a:rPr lang="en-US"/>
              <a:t>			           </a:t>
            </a:r>
            <a:r>
              <a:rPr lang="en-US" i="1" u="sng"/>
              <a:t>Allocation</a:t>
            </a:r>
            <a:r>
              <a:rPr lang="en-US" i="1"/>
              <a:t>	 </a:t>
            </a:r>
            <a:r>
              <a:rPr lang="en-US" i="1" u="sng"/>
              <a:t>Request</a:t>
            </a:r>
            <a:r>
              <a:rPr lang="en-US" i="1"/>
              <a:t>	       </a:t>
            </a:r>
            <a:r>
              <a:rPr lang="en-US" i="1" u="sng"/>
              <a:t>Available</a:t>
            </a:r>
            <a:endParaRPr lang="en-US" i="1" u="sng"/>
          </a:p>
          <a:p>
            <a:pPr marL="285750" lvl="0" indent="-285750" algn="l" rtl="0">
              <a:spcBef>
                <a:spcPts val="630"/>
              </a:spcBef>
              <a:spcAft>
                <a:spcPts val="0"/>
              </a:spcAft>
              <a:buSzPts val="1980"/>
              <a:buFont typeface="Arial" panose="020B0604020202020204"/>
              <a:buNone/>
            </a:pPr>
            <a:r>
              <a:rPr lang="en-US"/>
              <a:t>			           </a:t>
            </a:r>
            <a:r>
              <a:rPr lang="en-US" i="1"/>
              <a:t>A B C 	        A B C 	       A B C</a:t>
            </a:r>
            <a:endParaRPr lang="en-US" i="1"/>
          </a:p>
          <a:p>
            <a:pPr marL="285750" lvl="0" indent="-285750" algn="l" rtl="0">
              <a:spcBef>
                <a:spcPts val="630"/>
              </a:spcBef>
              <a:spcAft>
                <a:spcPts val="0"/>
              </a:spcAft>
              <a:buSzPts val="1980"/>
              <a:buFont typeface="Arial" panose="020B0604020202020204"/>
              <a:buNone/>
            </a:pPr>
            <a:r>
              <a:rPr lang="en-US"/>
              <a:t>	        </a:t>
            </a:r>
            <a:r>
              <a:rPr lang="en-US" i="1"/>
              <a:t>P</a:t>
            </a:r>
            <a:r>
              <a:rPr lang="en-US" baseline="-25000"/>
              <a:t>0</a:t>
            </a:r>
            <a:r>
              <a:rPr lang="en-US"/>
              <a:t>	    0 1 0           0 0 0 	       0 0 0</a:t>
            </a:r>
            <a:endParaRPr lang="en-US"/>
          </a:p>
          <a:p>
            <a:pPr marL="285750" lvl="0" indent="-285750" algn="l" rtl="0">
              <a:spcBef>
                <a:spcPts val="630"/>
              </a:spcBef>
              <a:spcAft>
                <a:spcPts val="0"/>
              </a:spcAft>
              <a:buSzPts val="1980"/>
              <a:buFont typeface="Arial" panose="020B0604020202020204"/>
              <a:buNone/>
            </a:pPr>
            <a:r>
              <a:rPr lang="en-US" i="1"/>
              <a:t>             P</a:t>
            </a:r>
            <a:r>
              <a:rPr lang="en-US" baseline="-25000"/>
              <a:t>1</a:t>
            </a:r>
            <a:r>
              <a:rPr lang="en-US"/>
              <a:t>	    2 0 0 	         2 0 2</a:t>
            </a:r>
            <a:endParaRPr lang="en-US"/>
          </a:p>
          <a:p>
            <a:pPr marL="285750" lvl="0" indent="-285750" algn="l" rtl="0">
              <a:spcBef>
                <a:spcPts val="630"/>
              </a:spcBef>
              <a:spcAft>
                <a:spcPts val="0"/>
              </a:spcAft>
              <a:buSzPts val="1980"/>
              <a:buFont typeface="Arial" panose="020B0604020202020204"/>
              <a:buNone/>
            </a:pPr>
            <a:r>
              <a:rPr lang="en-US" i="1"/>
              <a:t>             P</a:t>
            </a:r>
            <a:r>
              <a:rPr lang="en-US" baseline="-25000"/>
              <a:t>2</a:t>
            </a:r>
            <a:r>
              <a:rPr lang="en-US"/>
              <a:t>	    3 0 3            0 0 0 </a:t>
            </a:r>
            <a:endParaRPr lang="en-US"/>
          </a:p>
          <a:p>
            <a:pPr marL="285750" lvl="0" indent="-285750" algn="l" rtl="0">
              <a:spcBef>
                <a:spcPts val="630"/>
              </a:spcBef>
              <a:spcAft>
                <a:spcPts val="0"/>
              </a:spcAft>
              <a:buSzPts val="1980"/>
              <a:buFont typeface="Arial" panose="020B0604020202020204"/>
              <a:buNone/>
            </a:pPr>
            <a:r>
              <a:rPr lang="en-US" i="1"/>
              <a:t>             P</a:t>
            </a:r>
            <a:r>
              <a:rPr lang="en-US" baseline="-25000"/>
              <a:t>3</a:t>
            </a:r>
            <a:r>
              <a:rPr lang="en-US"/>
              <a:t>	    2 1 1 	          1 0 0 </a:t>
            </a:r>
            <a:endParaRPr lang="en-US"/>
          </a:p>
          <a:p>
            <a:pPr marL="285750" lvl="0" indent="-285750" algn="l" rtl="0">
              <a:spcBef>
                <a:spcPts val="630"/>
              </a:spcBef>
              <a:spcAft>
                <a:spcPts val="0"/>
              </a:spcAft>
              <a:buSzPts val="1980"/>
              <a:buFont typeface="Arial" panose="020B0604020202020204"/>
              <a:buNone/>
            </a:pPr>
            <a:r>
              <a:rPr lang="en-US"/>
              <a:t>	       </a:t>
            </a:r>
            <a:r>
              <a:rPr lang="en-US" i="1"/>
              <a:t>P</a:t>
            </a:r>
            <a:r>
              <a:rPr lang="en-US" baseline="-25000"/>
              <a:t>4	 </a:t>
            </a:r>
            <a:r>
              <a:rPr lang="en-US"/>
              <a:t>  </a:t>
            </a:r>
            <a:r>
              <a:rPr lang="en-US"/>
              <a:t> 0 0 2 	           0 0 2</a:t>
            </a:r>
            <a:endParaRPr lang="en-US"/>
          </a:p>
          <a:p>
            <a:pPr marL="285750" lvl="0" indent="-285750" algn="l" rtl="0">
              <a:spcBef>
                <a:spcPts val="630"/>
              </a:spcBef>
              <a:spcAft>
                <a:spcPts val="0"/>
              </a:spcAft>
              <a:buSzPts val="1980"/>
              <a:buFont typeface="Arial" panose="020B0604020202020204"/>
              <a:buNone/>
            </a:pPr>
          </a:p>
          <a:p>
            <a:pPr marL="285750" lvl="0" indent="-285750" algn="l" rtl="0">
              <a:spcBef>
                <a:spcPts val="630"/>
              </a:spcBef>
              <a:spcAft>
                <a:spcPts val="0"/>
              </a:spcAft>
              <a:buSzPts val="1980"/>
              <a:buChar char="▪"/>
            </a:pPr>
            <a:r>
              <a:rPr lang="en-US"/>
              <a:t>Sequence &lt;</a:t>
            </a:r>
            <a:r>
              <a:rPr lang="en-US" b="1" i="1"/>
              <a:t>P</a:t>
            </a:r>
            <a:r>
              <a:rPr lang="en-US" b="1" i="1" baseline="-25000"/>
              <a:t>0</a:t>
            </a:r>
            <a:r>
              <a:rPr lang="en-US" b="1" i="1"/>
              <a:t>, P</a:t>
            </a:r>
            <a:r>
              <a:rPr lang="en-US" b="1" i="1" baseline="-25000"/>
              <a:t>2</a:t>
            </a:r>
            <a:r>
              <a:rPr lang="en-US" b="1" i="1"/>
              <a:t>, P</a:t>
            </a:r>
            <a:r>
              <a:rPr lang="en-US" b="1" i="1" baseline="-25000"/>
              <a:t>3</a:t>
            </a:r>
            <a:r>
              <a:rPr lang="en-US" b="1" i="1"/>
              <a:t>, P</a:t>
            </a:r>
            <a:r>
              <a:rPr lang="en-US" b="1" i="1" baseline="-25000"/>
              <a:t>1</a:t>
            </a:r>
            <a:r>
              <a:rPr lang="en-US" b="1" i="1"/>
              <a:t>, P</a:t>
            </a:r>
            <a:r>
              <a:rPr lang="en-US" b="1" i="1" baseline="-25000"/>
              <a:t>4</a:t>
            </a:r>
            <a:r>
              <a:rPr lang="en-US"/>
              <a:t>&gt; will result in </a:t>
            </a:r>
            <a:r>
              <a:rPr lang="en-US" b="1" i="1"/>
              <a:t>Finish[i] = true </a:t>
            </a:r>
            <a:r>
              <a:rPr lang="en-US"/>
              <a:t>for all </a:t>
            </a:r>
            <a:r>
              <a:rPr lang="en-US" b="1" i="1"/>
              <a:t>i</a:t>
            </a:r>
            <a:endParaRPr b="1"/>
          </a:p>
          <a:p>
            <a:pPr marL="285750" lvl="0" indent="-285750" algn="l" rtl="0">
              <a:spcBef>
                <a:spcPts val="630"/>
              </a:spcBef>
              <a:spcAft>
                <a:spcPts val="0"/>
              </a:spcAft>
              <a:buSzPts val="1980"/>
              <a:buFont typeface="Arial" panose="020B0604020202020204"/>
              <a:buNone/>
            </a:p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342" name="Shape 342"/>
        <p:cNvGrpSpPr/>
        <p:nvPr/>
      </p:nvGrpSpPr>
      <p:grpSpPr>
        <a:xfrm>
          <a:off x="0" y="0"/>
          <a:ext cx="0" cy="0"/>
          <a:chOff x="0" y="0"/>
          <a:chExt cx="0" cy="0"/>
        </a:xfrm>
      </p:grpSpPr>
      <p:sp>
        <p:nvSpPr>
          <p:cNvPr id="343" name="Google Shape;343;p39"/>
          <p:cNvSpPr txBox="1"/>
          <p:nvPr>
            <p:ph type="title"/>
          </p:nvPr>
        </p:nvSpPr>
        <p:spPr>
          <a:xfrm>
            <a:off x="457200" y="214313"/>
            <a:ext cx="82296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Example (Cont.)</a:t>
            </a:r>
            <a:endParaRPr lang="en-US"/>
          </a:p>
        </p:txBody>
      </p:sp>
      <p:sp>
        <p:nvSpPr>
          <p:cNvPr id="344" name="Google Shape;344;p39"/>
          <p:cNvSpPr txBox="1"/>
          <p:nvPr>
            <p:ph type="body" idx="1"/>
          </p:nvPr>
        </p:nvSpPr>
        <p:spPr>
          <a:xfrm>
            <a:off x="806450" y="1233488"/>
            <a:ext cx="7781925" cy="5037137"/>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b="1" i="1"/>
              <a:t>P</a:t>
            </a:r>
            <a:r>
              <a:rPr lang="en-US" b="1" baseline="-25000"/>
              <a:t>2</a:t>
            </a:r>
            <a:r>
              <a:rPr lang="en-US"/>
              <a:t> requests an additional instance of type</a:t>
            </a:r>
            <a:r>
              <a:rPr lang="en-US" i="1"/>
              <a:t> </a:t>
            </a:r>
            <a:r>
              <a:rPr lang="en-US" b="1" i="1"/>
              <a:t>C</a:t>
            </a:r>
            <a:endParaRPr b="1"/>
          </a:p>
          <a:p>
            <a:pPr marL="285750" lvl="0" indent="-285750" algn="l" rtl="0">
              <a:spcBef>
                <a:spcPts val="630"/>
              </a:spcBef>
              <a:spcAft>
                <a:spcPts val="0"/>
              </a:spcAft>
              <a:buSzPts val="1980"/>
              <a:buFont typeface="Arial" panose="020B0604020202020204"/>
              <a:buNone/>
            </a:pPr>
            <a:r>
              <a:rPr lang="en-US"/>
              <a:t>			</a:t>
            </a:r>
            <a:r>
              <a:rPr lang="en-US" i="1" u="sng"/>
              <a:t>Request</a:t>
            </a:r>
            <a:endParaRPr i="1"/>
          </a:p>
          <a:p>
            <a:pPr marL="285750" lvl="0" indent="-285750" algn="l" rtl="0">
              <a:spcBef>
                <a:spcPts val="630"/>
              </a:spcBef>
              <a:spcAft>
                <a:spcPts val="0"/>
              </a:spcAft>
              <a:buSzPts val="1980"/>
              <a:buFont typeface="Arial" panose="020B0604020202020204"/>
              <a:buNone/>
            </a:pPr>
            <a:r>
              <a:rPr lang="en-US" i="1"/>
              <a:t>			A B C</a:t>
            </a:r>
            <a:endParaRPr lang="en-US" i="1"/>
          </a:p>
          <a:p>
            <a:pPr marL="285750" lvl="0" indent="-285750" algn="l" rtl="0">
              <a:spcBef>
                <a:spcPts val="630"/>
              </a:spcBef>
              <a:spcAft>
                <a:spcPts val="0"/>
              </a:spcAft>
              <a:buSzPts val="1980"/>
              <a:buFont typeface="Arial" panose="020B0604020202020204"/>
              <a:buNone/>
            </a:pPr>
            <a:r>
              <a:rPr lang="en-US"/>
              <a:t>		 </a:t>
            </a:r>
            <a:r>
              <a:rPr lang="en-US" i="1"/>
              <a:t>P</a:t>
            </a:r>
            <a:r>
              <a:rPr lang="en-US" baseline="-25000"/>
              <a:t>0</a:t>
            </a:r>
            <a:r>
              <a:rPr lang="en-US"/>
              <a:t>	0 0 0</a:t>
            </a:r>
            <a:endParaRPr lang="en-US"/>
          </a:p>
          <a:p>
            <a:pPr marL="285750" lvl="0" indent="-285750" algn="l" rtl="0">
              <a:spcBef>
                <a:spcPts val="630"/>
              </a:spcBef>
              <a:spcAft>
                <a:spcPts val="0"/>
              </a:spcAft>
              <a:buSzPts val="1980"/>
              <a:buFont typeface="Arial" panose="020B0604020202020204"/>
              <a:buNone/>
            </a:pPr>
            <a:r>
              <a:rPr lang="en-US"/>
              <a:t>		 </a:t>
            </a:r>
            <a:r>
              <a:rPr lang="en-US" i="1"/>
              <a:t>P</a:t>
            </a:r>
            <a:r>
              <a:rPr lang="en-US" baseline="-25000"/>
              <a:t>1</a:t>
            </a:r>
            <a:r>
              <a:rPr lang="en-US"/>
              <a:t>	2 0 2</a:t>
            </a:r>
            <a:endParaRPr lang="en-US"/>
          </a:p>
          <a:p>
            <a:pPr marL="285750" lvl="0" indent="-285750" algn="l" rtl="0">
              <a:spcBef>
                <a:spcPts val="630"/>
              </a:spcBef>
              <a:spcAft>
                <a:spcPts val="0"/>
              </a:spcAft>
              <a:buSzPts val="1980"/>
              <a:buFont typeface="Arial" panose="020B0604020202020204"/>
              <a:buNone/>
            </a:pPr>
            <a:r>
              <a:rPr lang="en-US"/>
              <a:t>		 </a:t>
            </a:r>
            <a:r>
              <a:rPr lang="en-US" i="1"/>
              <a:t>P</a:t>
            </a:r>
            <a:r>
              <a:rPr lang="en-US" baseline="-25000"/>
              <a:t>2</a:t>
            </a:r>
            <a:r>
              <a:rPr lang="en-US"/>
              <a:t>	0 0 1</a:t>
            </a:r>
            <a:endParaRPr lang="en-US"/>
          </a:p>
          <a:p>
            <a:pPr marL="285750" lvl="0" indent="-285750" algn="l" rtl="0">
              <a:spcBef>
                <a:spcPts val="630"/>
              </a:spcBef>
              <a:spcAft>
                <a:spcPts val="0"/>
              </a:spcAft>
              <a:buSzPts val="1980"/>
              <a:buFont typeface="Arial" panose="020B0604020202020204"/>
              <a:buNone/>
            </a:pPr>
            <a:r>
              <a:rPr lang="en-US"/>
              <a:t>		 </a:t>
            </a:r>
            <a:r>
              <a:rPr lang="en-US" i="1"/>
              <a:t>P</a:t>
            </a:r>
            <a:r>
              <a:rPr lang="en-US" baseline="-25000"/>
              <a:t>3</a:t>
            </a:r>
            <a:r>
              <a:rPr lang="en-US"/>
              <a:t>	1 0 0 </a:t>
            </a:r>
            <a:endParaRPr lang="en-US"/>
          </a:p>
          <a:p>
            <a:pPr marL="285750" lvl="0" indent="-285750" algn="l" rtl="0">
              <a:spcBef>
                <a:spcPts val="630"/>
              </a:spcBef>
              <a:spcAft>
                <a:spcPts val="0"/>
              </a:spcAft>
              <a:buSzPts val="1980"/>
              <a:buFont typeface="Arial" panose="020B0604020202020204"/>
              <a:buNone/>
            </a:pPr>
            <a:r>
              <a:rPr lang="en-US"/>
              <a:t>		 </a:t>
            </a:r>
            <a:r>
              <a:rPr lang="en-US" i="1"/>
              <a:t>P</a:t>
            </a:r>
            <a:r>
              <a:rPr lang="en-US" baseline="-25000"/>
              <a:t>4</a:t>
            </a:r>
            <a:r>
              <a:rPr lang="en-US"/>
              <a:t>	0 0 2</a:t>
            </a:r>
            <a:endParaRPr lang="en-US"/>
          </a:p>
          <a:p>
            <a:pPr marL="285750" lvl="0" indent="-285750" algn="l" rtl="0">
              <a:spcBef>
                <a:spcPts val="280"/>
              </a:spcBef>
              <a:spcAft>
                <a:spcPts val="0"/>
              </a:spcAft>
              <a:buSzPts val="880"/>
              <a:buFont typeface="Arial" panose="020B0604020202020204"/>
              <a:buNone/>
            </a:pPr>
            <a:endParaRPr sz="800"/>
          </a:p>
          <a:p>
            <a:pPr marL="285750" lvl="0" indent="-285750" algn="l" rtl="0">
              <a:spcBef>
                <a:spcPts val="630"/>
              </a:spcBef>
              <a:spcAft>
                <a:spcPts val="0"/>
              </a:spcAft>
              <a:buSzPts val="1980"/>
              <a:buChar char="▪"/>
            </a:pPr>
            <a:r>
              <a:rPr lang="en-US"/>
              <a:t>State of system?</a:t>
            </a:r>
            <a:endParaRPr lang="en-US"/>
          </a:p>
          <a:p>
            <a:pPr marL="742950" lvl="1" indent="-285750" algn="l" rtl="0">
              <a:spcBef>
                <a:spcPts val="630"/>
              </a:spcBef>
              <a:spcAft>
                <a:spcPts val="0"/>
              </a:spcAft>
              <a:buSzPts val="1980"/>
              <a:buChar char="•"/>
            </a:pPr>
            <a:r>
              <a:rPr lang="en-US"/>
              <a:t>Can reclaim resources held by process </a:t>
            </a:r>
            <a:r>
              <a:rPr lang="en-US" b="1" i="1"/>
              <a:t>P</a:t>
            </a:r>
            <a:r>
              <a:rPr lang="en-US" b="1" baseline="-25000"/>
              <a:t>0</a:t>
            </a:r>
            <a:r>
              <a:rPr lang="en-US"/>
              <a:t>, but insufficient resources to fulfill other processes; requests</a:t>
            </a:r>
            <a:endParaRPr lang="en-US"/>
          </a:p>
          <a:p>
            <a:pPr marL="742950" lvl="1" indent="-285750" algn="l" rtl="0">
              <a:spcBef>
                <a:spcPts val="630"/>
              </a:spcBef>
              <a:spcAft>
                <a:spcPts val="0"/>
              </a:spcAft>
              <a:buSzPts val="1980"/>
              <a:buChar char="•"/>
            </a:pPr>
            <a:r>
              <a:rPr lang="en-US"/>
              <a:t>Deadlock exists, consisting of processes </a:t>
            </a:r>
            <a:r>
              <a:rPr lang="en-US" b="1" i="1"/>
              <a:t>P</a:t>
            </a:r>
            <a:r>
              <a:rPr lang="en-US" b="1" baseline="-25000"/>
              <a:t>1</a:t>
            </a:r>
            <a:r>
              <a:rPr lang="en-US" b="1"/>
              <a:t>, </a:t>
            </a:r>
            <a:r>
              <a:rPr lang="en-US" b="1" baseline="-25000"/>
              <a:t> </a:t>
            </a:r>
            <a:r>
              <a:rPr lang="en-US" b="1" i="1"/>
              <a:t>P</a:t>
            </a:r>
            <a:r>
              <a:rPr lang="en-US" b="1" baseline="-25000"/>
              <a:t>2</a:t>
            </a:r>
            <a:r>
              <a:rPr lang="en-US" b="1"/>
              <a:t>, </a:t>
            </a:r>
            <a:r>
              <a:rPr lang="en-US" b="1" i="1"/>
              <a:t>P</a:t>
            </a:r>
            <a:r>
              <a:rPr lang="en-US" b="1" baseline="-25000"/>
              <a:t>3</a:t>
            </a:r>
            <a:r>
              <a:rPr lang="en-US"/>
              <a:t>, and </a:t>
            </a:r>
            <a:r>
              <a:rPr lang="en-US" b="1" i="1"/>
              <a:t>P</a:t>
            </a:r>
            <a:r>
              <a:rPr lang="en-US" b="1" baseline="-25000"/>
              <a:t>4</a:t>
            </a:r>
            <a:endParaRPr b="1"/>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349" name="Shape 349"/>
        <p:cNvGrpSpPr/>
        <p:nvPr/>
      </p:nvGrpSpPr>
      <p:grpSpPr>
        <a:xfrm>
          <a:off x="0" y="0"/>
          <a:ext cx="0" cy="0"/>
          <a:chOff x="0" y="0"/>
          <a:chExt cx="0" cy="0"/>
        </a:xfrm>
      </p:grpSpPr>
      <p:sp>
        <p:nvSpPr>
          <p:cNvPr id="350" name="Google Shape;350;p40"/>
          <p:cNvSpPr txBox="1"/>
          <p:nvPr>
            <p:ph type="title"/>
          </p:nvPr>
        </p:nvSpPr>
        <p:spPr>
          <a:xfrm>
            <a:off x="1100138" y="230188"/>
            <a:ext cx="7586662"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Detection-Algorithm Usage</a:t>
            </a:r>
            <a:endParaRPr lang="en-US"/>
          </a:p>
        </p:txBody>
      </p:sp>
      <p:sp>
        <p:nvSpPr>
          <p:cNvPr id="351" name="Google Shape;351;p40"/>
          <p:cNvSpPr txBox="1"/>
          <p:nvPr>
            <p:ph type="body" idx="1"/>
          </p:nvPr>
        </p:nvSpPr>
        <p:spPr>
          <a:xfrm>
            <a:off x="869949" y="1122363"/>
            <a:ext cx="7742205" cy="4530725"/>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a:t>When, and how often, to invoke depends on:</a:t>
            </a:r>
            <a:endParaRPr lang="en-US"/>
          </a:p>
          <a:p>
            <a:pPr marL="742950" lvl="1" indent="-285750" algn="l" rtl="0">
              <a:spcBef>
                <a:spcPts val="630"/>
              </a:spcBef>
              <a:spcAft>
                <a:spcPts val="0"/>
              </a:spcAft>
              <a:buSzPts val="1980"/>
              <a:buChar char="•"/>
            </a:pPr>
            <a:r>
              <a:rPr lang="en-US"/>
              <a:t>How often a deadlock is likely to occur?</a:t>
            </a:r>
            <a:endParaRPr lang="en-US"/>
          </a:p>
          <a:p>
            <a:pPr marL="742950" lvl="1" indent="-285750" algn="l" rtl="0">
              <a:spcBef>
                <a:spcPts val="630"/>
              </a:spcBef>
              <a:spcAft>
                <a:spcPts val="0"/>
              </a:spcAft>
              <a:buSzPts val="1980"/>
              <a:buChar char="•"/>
            </a:pPr>
            <a:r>
              <a:rPr lang="en-US"/>
              <a:t>How many processes will need to be rolled back?</a:t>
            </a:r>
            <a:endParaRPr lang="en-US"/>
          </a:p>
          <a:p>
            <a:pPr marL="1085850" lvl="2" indent="-228600" algn="l" rtl="0">
              <a:spcBef>
                <a:spcPts val="630"/>
              </a:spcBef>
              <a:spcAft>
                <a:spcPts val="0"/>
              </a:spcAft>
              <a:buSzPts val="1350"/>
              <a:buChar char="4"/>
            </a:pPr>
            <a:r>
              <a:rPr lang="en-US"/>
              <a:t>one for each disjoint cycle</a:t>
            </a:r>
            <a:br>
              <a:rPr lang="en-US"/>
            </a:br>
            <a:endParaRPr lang="en-US"/>
          </a:p>
          <a:p>
            <a:pPr marL="285750" lvl="0" indent="-285750" algn="l" rtl="0">
              <a:spcBef>
                <a:spcPts val="630"/>
              </a:spcBef>
              <a:spcAft>
                <a:spcPts val="0"/>
              </a:spcAft>
              <a:buSzPts val="1980"/>
              <a:buChar char="▪"/>
            </a:pPr>
            <a:r>
              <a:rPr lang="en-US"/>
              <a:t>If detection algorithm is invoked arbitrarily, there may be many cycles in the resource graph and so we would not be able to tell which of the many deadlocked processes “caused” the deadlock.</a:t>
            </a:r>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356" name="Shape 356"/>
        <p:cNvGrpSpPr/>
        <p:nvPr/>
      </p:nvGrpSpPr>
      <p:grpSpPr>
        <a:xfrm>
          <a:off x="0" y="0"/>
          <a:ext cx="0" cy="0"/>
          <a:chOff x="0" y="0"/>
          <a:chExt cx="0" cy="0"/>
        </a:xfrm>
      </p:grpSpPr>
      <p:sp>
        <p:nvSpPr>
          <p:cNvPr id="357" name="Google Shape;357;p41"/>
          <p:cNvSpPr txBox="1"/>
          <p:nvPr>
            <p:ph type="title"/>
          </p:nvPr>
        </p:nvSpPr>
        <p:spPr>
          <a:xfrm>
            <a:off x="516731" y="359230"/>
            <a:ext cx="8588375" cy="457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400"/>
              <a:t>Recovery from Deadlock:  Process Termination</a:t>
            </a:r>
            <a:endParaRPr lang="en-US" sz="2400"/>
          </a:p>
        </p:txBody>
      </p:sp>
      <p:sp>
        <p:nvSpPr>
          <p:cNvPr id="358" name="Google Shape;358;p41"/>
          <p:cNvSpPr txBox="1"/>
          <p:nvPr>
            <p:ph type="body" idx="1"/>
          </p:nvPr>
        </p:nvSpPr>
        <p:spPr>
          <a:xfrm>
            <a:off x="963613" y="1108075"/>
            <a:ext cx="7694612" cy="4530725"/>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a:t>Abort all deadlocked processes</a:t>
            </a:r>
            <a:br>
              <a:rPr lang="en-US"/>
            </a:br>
            <a:endParaRPr lang="en-US"/>
          </a:p>
          <a:p>
            <a:pPr marL="285750" lvl="0" indent="-285750" algn="l" rtl="0">
              <a:spcBef>
                <a:spcPts val="630"/>
              </a:spcBef>
              <a:spcAft>
                <a:spcPts val="0"/>
              </a:spcAft>
              <a:buSzPts val="1980"/>
              <a:buChar char="▪"/>
            </a:pPr>
            <a:r>
              <a:rPr lang="en-US"/>
              <a:t>Abort one process at a time until the deadlock cycle is eliminated</a:t>
            </a:r>
            <a:br>
              <a:rPr lang="en-US"/>
            </a:br>
            <a:endParaRPr lang="en-US"/>
          </a:p>
          <a:p>
            <a:pPr marL="285750" lvl="0" indent="-285750" algn="l" rtl="0">
              <a:spcBef>
                <a:spcPts val="630"/>
              </a:spcBef>
              <a:spcAft>
                <a:spcPts val="0"/>
              </a:spcAft>
              <a:buSzPts val="1980"/>
              <a:buChar char="▪"/>
            </a:pPr>
            <a:r>
              <a:rPr lang="en-US"/>
              <a:t>In which order should we choose to abort?</a:t>
            </a:r>
            <a:endParaRPr lang="en-US"/>
          </a:p>
          <a:p>
            <a:pPr marL="800100" lvl="1" indent="-342900" algn="l" rtl="0">
              <a:spcBef>
                <a:spcPts val="630"/>
              </a:spcBef>
              <a:spcAft>
                <a:spcPts val="0"/>
              </a:spcAft>
              <a:buSzPts val="1980"/>
              <a:buFont typeface="Arial" panose="020B0604020202020204"/>
              <a:buAutoNum type="arabicPeriod"/>
            </a:pPr>
            <a:r>
              <a:rPr lang="en-US"/>
              <a:t>Priority of the process</a:t>
            </a:r>
            <a:endParaRPr lang="en-US"/>
          </a:p>
          <a:p>
            <a:pPr marL="800100" lvl="1" indent="-342900" algn="l" rtl="0">
              <a:spcBef>
                <a:spcPts val="630"/>
              </a:spcBef>
              <a:spcAft>
                <a:spcPts val="0"/>
              </a:spcAft>
              <a:buSzPts val="1980"/>
              <a:buFont typeface="Arial" panose="020B0604020202020204"/>
              <a:buAutoNum type="arabicPeriod"/>
            </a:pPr>
            <a:r>
              <a:rPr lang="en-US"/>
              <a:t>How long process has computed, and how much longer to completion</a:t>
            </a:r>
            <a:endParaRPr lang="en-US"/>
          </a:p>
          <a:p>
            <a:pPr marL="800100" lvl="1" indent="-342900" algn="l" rtl="0">
              <a:spcBef>
                <a:spcPts val="630"/>
              </a:spcBef>
              <a:spcAft>
                <a:spcPts val="0"/>
              </a:spcAft>
              <a:buSzPts val="1980"/>
              <a:buFont typeface="Arial" panose="020B0604020202020204"/>
              <a:buAutoNum type="arabicPeriod"/>
            </a:pPr>
            <a:r>
              <a:rPr lang="en-US"/>
              <a:t>Resources the process has used</a:t>
            </a:r>
            <a:endParaRPr lang="en-US"/>
          </a:p>
          <a:p>
            <a:pPr marL="800100" lvl="1" indent="-342900" algn="l" rtl="0">
              <a:spcBef>
                <a:spcPts val="630"/>
              </a:spcBef>
              <a:spcAft>
                <a:spcPts val="0"/>
              </a:spcAft>
              <a:buSzPts val="1980"/>
              <a:buFont typeface="Arial" panose="020B0604020202020204"/>
              <a:buAutoNum type="arabicPeriod"/>
            </a:pPr>
            <a:r>
              <a:rPr lang="en-US"/>
              <a:t>Resources process needs to complete</a:t>
            </a:r>
            <a:endParaRPr lang="en-US"/>
          </a:p>
          <a:p>
            <a:pPr marL="800100" lvl="1" indent="-342900" algn="l" rtl="0">
              <a:spcBef>
                <a:spcPts val="630"/>
              </a:spcBef>
              <a:spcAft>
                <a:spcPts val="0"/>
              </a:spcAft>
              <a:buSzPts val="1980"/>
              <a:buFont typeface="Arial" panose="020B0604020202020204"/>
              <a:buAutoNum type="arabicPeriod"/>
            </a:pPr>
            <a:r>
              <a:rPr lang="en-US"/>
              <a:t>How many processes will need to be terminated</a:t>
            </a:r>
            <a:endParaRPr lang="en-US"/>
          </a:p>
          <a:p>
            <a:pPr marL="800100" lvl="1" indent="-342900" algn="l" rtl="0">
              <a:spcBef>
                <a:spcPts val="630"/>
              </a:spcBef>
              <a:spcAft>
                <a:spcPts val="0"/>
              </a:spcAft>
              <a:buSzPts val="1980"/>
              <a:buFont typeface="Arial" panose="020B0604020202020204"/>
              <a:buAutoNum type="arabicPeriod"/>
            </a:pPr>
            <a:r>
              <a:rPr lang="en-US"/>
              <a:t>Is process interactive or batch?</a:t>
            </a:r>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363" name="Shape 363"/>
        <p:cNvGrpSpPr/>
        <p:nvPr/>
      </p:nvGrpSpPr>
      <p:grpSpPr>
        <a:xfrm>
          <a:off x="0" y="0"/>
          <a:ext cx="0" cy="0"/>
          <a:chOff x="0" y="0"/>
          <a:chExt cx="0" cy="0"/>
        </a:xfrm>
      </p:grpSpPr>
      <p:sp>
        <p:nvSpPr>
          <p:cNvPr id="364" name="Google Shape;364;p42"/>
          <p:cNvSpPr txBox="1"/>
          <p:nvPr>
            <p:ph type="title"/>
          </p:nvPr>
        </p:nvSpPr>
        <p:spPr>
          <a:xfrm>
            <a:off x="662572" y="348894"/>
            <a:ext cx="8020050" cy="45720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400"/>
              <a:t>Recovery from Deadlock:  Resource Preemption</a:t>
            </a:r>
            <a:endParaRPr lang="en-US" sz="2400"/>
          </a:p>
        </p:txBody>
      </p:sp>
      <p:sp>
        <p:nvSpPr>
          <p:cNvPr id="365" name="Google Shape;365;p42"/>
          <p:cNvSpPr txBox="1"/>
          <p:nvPr>
            <p:ph type="body" idx="1"/>
          </p:nvPr>
        </p:nvSpPr>
        <p:spPr>
          <a:xfrm>
            <a:off x="858838" y="1150938"/>
            <a:ext cx="6802437" cy="4483100"/>
          </a:xfrm>
          <a:prstGeom prst="rect">
            <a:avLst/>
          </a:prstGeom>
          <a:noFill/>
          <a:ln>
            <a:noFill/>
          </a:ln>
        </p:spPr>
        <p:txBody>
          <a:bodyPr spcFirstLastPara="1" wrap="square" lIns="91425" tIns="45700" rIns="91425" bIns="45700" anchor="t" anchorCtr="0">
            <a:noAutofit/>
          </a:bodyPr>
          <a:lstStyle/>
          <a:p>
            <a:pPr marL="285750" lvl="0" indent="-285750" algn="l" rtl="0">
              <a:spcBef>
                <a:spcPts val="0"/>
              </a:spcBef>
              <a:spcAft>
                <a:spcPts val="0"/>
              </a:spcAft>
              <a:buSzPts val="1980"/>
              <a:buChar char="▪"/>
            </a:pPr>
            <a:r>
              <a:rPr lang="en-US" b="1"/>
              <a:t>Selecting a victim </a:t>
            </a:r>
            <a:r>
              <a:rPr lang="en-US"/>
              <a:t>– minimize cost</a:t>
            </a:r>
            <a:br>
              <a:rPr lang="en-US"/>
            </a:br>
            <a:endParaRPr lang="en-US"/>
          </a:p>
          <a:p>
            <a:pPr marL="285750" lvl="0" indent="-285750" algn="l" rtl="0">
              <a:spcBef>
                <a:spcPts val="630"/>
              </a:spcBef>
              <a:spcAft>
                <a:spcPts val="0"/>
              </a:spcAft>
              <a:buSzPts val="1980"/>
              <a:buChar char="▪"/>
            </a:pPr>
            <a:r>
              <a:rPr lang="en-US" b="1"/>
              <a:t>Rollback</a:t>
            </a:r>
            <a:r>
              <a:rPr lang="en-US"/>
              <a:t> – return to some safe state, restart process for that state</a:t>
            </a:r>
            <a:br>
              <a:rPr lang="en-US"/>
            </a:br>
            <a:endParaRPr lang="en-US"/>
          </a:p>
          <a:p>
            <a:pPr marL="285750" lvl="0" indent="-285750" algn="l" rtl="0">
              <a:spcBef>
                <a:spcPts val="630"/>
              </a:spcBef>
              <a:spcAft>
                <a:spcPts val="0"/>
              </a:spcAft>
              <a:buSzPts val="1980"/>
              <a:buChar char="▪"/>
            </a:pPr>
            <a:r>
              <a:rPr lang="en-US" b="1"/>
              <a:t>Starvation</a:t>
            </a:r>
            <a:r>
              <a:rPr lang="en-US"/>
              <a:t> –  same process may always be picked as victim, include number of rollback in cost factor</a:t>
            </a:r>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370" name="Shape 370"/>
        <p:cNvGrpSpPr/>
        <p:nvPr/>
      </p:nvGrpSpPr>
      <p:grpSpPr>
        <a:xfrm>
          <a:off x="0" y="0"/>
          <a:ext cx="0" cy="0"/>
          <a:chOff x="0" y="0"/>
          <a:chExt cx="0" cy="0"/>
        </a:xfrm>
      </p:grpSpPr>
      <p:sp>
        <p:nvSpPr>
          <p:cNvPr id="371" name="Google Shape;371;p43"/>
          <p:cNvSpPr txBox="1"/>
          <p:nvPr>
            <p:ph type="ctrTitle"/>
          </p:nvPr>
        </p:nvSpPr>
        <p:spPr>
          <a:xfrm>
            <a:off x="685800" y="814388"/>
            <a:ext cx="7772400" cy="2127250"/>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End of Chapter 8</a:t>
            </a:r>
            <a:endParaRPr lang="en-US"/>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12757</Words>
  <Application>WPS Presentation</Application>
  <PresentationFormat/>
  <Paragraphs>373</Paragraphs>
  <Slides>43</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43</vt:i4>
      </vt:variant>
    </vt:vector>
  </HeadingPairs>
  <TitlesOfParts>
    <vt:vector size="58" baseType="lpstr">
      <vt:lpstr>Arial</vt:lpstr>
      <vt:lpstr>SimSun</vt:lpstr>
      <vt:lpstr>Wingdings</vt:lpstr>
      <vt:lpstr>Arial</vt:lpstr>
      <vt:lpstr>Noto Sans Symbols</vt:lpstr>
      <vt:lpstr>Siyam Rupali</vt:lpstr>
      <vt:lpstr>Helvetica Neue</vt:lpstr>
      <vt:lpstr>Arimo</vt:lpstr>
      <vt:lpstr>Times New Roman</vt:lpstr>
      <vt:lpstr>Verdana</vt:lpstr>
      <vt:lpstr>Calibri</vt:lpstr>
      <vt:lpstr>Courier New</vt:lpstr>
      <vt:lpstr>Microsoft YaHei</vt:lpstr>
      <vt:lpstr>Arial Unicode MS</vt:lpstr>
      <vt:lpstr>os-8</vt:lpstr>
      <vt:lpstr>Chapter 8:  Deadlocks</vt:lpstr>
      <vt:lpstr>Outline</vt:lpstr>
      <vt:lpstr>Chapter Objectives</vt:lpstr>
      <vt:lpstr>System Model</vt:lpstr>
      <vt:lpstr>Deadlock with Semaphores</vt:lpstr>
      <vt:lpstr>Deadlock Characterization</vt:lpstr>
      <vt:lpstr>Resource-Allocation Graph</vt:lpstr>
      <vt:lpstr>Resource Allocation Graph Example</vt:lpstr>
      <vt:lpstr>Resource Allocation Graph with a Deadlock</vt:lpstr>
      <vt:lpstr>Graph with a Cycle But no Deadlock</vt:lpstr>
      <vt:lpstr>Basic Facts</vt:lpstr>
      <vt:lpstr>Methods for Handling Deadlocks</vt:lpstr>
      <vt:lpstr>Deadlock Prevention</vt:lpstr>
      <vt:lpstr>Deadlock Prevention (Cont.)</vt:lpstr>
      <vt:lpstr>Circular Wait</vt:lpstr>
      <vt:lpstr>Deadlock Avoidance</vt:lpstr>
      <vt:lpstr>Safe State</vt:lpstr>
      <vt:lpstr>Basic Facts</vt:lpstr>
      <vt:lpstr>Safe, Unsafe, Deadlock State </vt:lpstr>
      <vt:lpstr>Avoidance Algorithms</vt:lpstr>
      <vt:lpstr>Resource-Allocation Graph Scheme</vt:lpstr>
      <vt:lpstr>Resource-Allocation Graph</vt:lpstr>
      <vt:lpstr>Unsafe State In Resource-Allocation Graph</vt:lpstr>
      <vt:lpstr>Resource-Allocation Graph Algorithm</vt:lpstr>
      <vt:lpstr>Banker’s Algorithm</vt:lpstr>
      <vt:lpstr>Data Structures for the Banker’s Algorithm </vt:lpstr>
      <vt:lpstr>Safety Algorithm</vt:lpstr>
      <vt:lpstr>Resource-Request Algorithm for Process Pi</vt:lpstr>
      <vt:lpstr>Example of Banker’s Algorithm</vt:lpstr>
      <vt:lpstr>Example (Cont.)</vt:lpstr>
      <vt:lpstr>Example:  P1 Request (1,0,2)</vt:lpstr>
      <vt:lpstr>Deadlock Detection</vt:lpstr>
      <vt:lpstr>Single Instance of Each Resource Type</vt:lpstr>
      <vt:lpstr>Resource-Allocation Graph and  Wait-for Graph</vt:lpstr>
      <vt:lpstr>Several Instances of a Resource Type</vt:lpstr>
      <vt:lpstr>Detection Algorithm</vt:lpstr>
      <vt:lpstr>Detection Algorithm (Cont.)</vt:lpstr>
      <vt:lpstr>Example of Detection Algorithm</vt:lpstr>
      <vt:lpstr>Example (Cont.)</vt:lpstr>
      <vt:lpstr>Detection-Algorithm Usage</vt:lpstr>
      <vt:lpstr>Recovery from Deadlock:  Process Termination</vt:lpstr>
      <vt:lpstr>Recovery from Deadlock:  Resource Preemption</vt:lpstr>
      <vt:lpstr>End of Chapter 8</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  Deadlocks</dc:title>
  <dc:creator>Lucent End User</dc:creator>
  <cp:lastModifiedBy>PROSENJIT MONDOL</cp:lastModifiedBy>
  <cp:revision>1</cp:revision>
  <dcterms:created xsi:type="dcterms:W3CDTF">2026-03-31T12:12:28Z</dcterms:created>
  <dcterms:modified xsi:type="dcterms:W3CDTF">2026-03-31T12:12:29Z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EA2967CDC5B148999A82E32BF95FCE56_12</vt:lpwstr>
  </property>
  <property fmtid="{D5CDD505-2E9C-101B-9397-08002B2CF9AE}" pid="3" name="KSOProductBuildVer">
    <vt:lpwstr>1033-12.2.0.20323</vt:lpwstr>
  </property>
</Properties>
</file>