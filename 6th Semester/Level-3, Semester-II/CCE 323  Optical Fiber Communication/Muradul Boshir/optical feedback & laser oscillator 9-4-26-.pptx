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5703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663002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074854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1110196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35085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434013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875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0847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3078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28A3B4-49F5-0540-B37F-4D75BDA8D9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BCCEA9-3CDF-119E-1028-57C14BF97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242A00-0EAA-A59E-E140-245EA8A200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56BF49-8E35-2120-0D35-1AF7B47F0B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156F30-6388-EFAD-1AEF-C08B5D6F96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20C2D7-63CC-001A-0DAE-FF95892DE5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28985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32631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272629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75936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61992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5551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62792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19625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44595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78057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55743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80659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61767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858126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5137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9975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3243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49593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20867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85432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96379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81781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44887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293114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41762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409208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416359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9319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99735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103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753927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317317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551205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649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140667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566835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77112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755580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87245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9417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954246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09271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21962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950872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330276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138886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11521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27967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470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842617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3767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109087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9518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60467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03072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03162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243904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2997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58616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65607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299689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539534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97928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5406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1957387"/>
            <a:ext cx="10363199" cy="2943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19716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4874" y="514349"/>
            <a:ext cx="10382249" cy="5829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40610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0112" y="533399"/>
            <a:ext cx="10391774" cy="5791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04659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28687" y="528637"/>
            <a:ext cx="10334624" cy="5800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40808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538162"/>
            <a:ext cx="10363199" cy="5781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4119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95349" y="509587"/>
            <a:ext cx="10401300" cy="5838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984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Self study-&gt;</a:t>
            </a:r>
            <a:endParaRPr/>
          </a:p>
        </p:txBody>
      </p:sp>
      <p:pic>
        <p:nvPicPr>
          <p:cNvPr id="344202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8908" y="2024062"/>
            <a:ext cx="10200408" cy="39853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2026-04-14T11:11:19Z</dcterms:modified>
</cp:coreProperties>
</file>