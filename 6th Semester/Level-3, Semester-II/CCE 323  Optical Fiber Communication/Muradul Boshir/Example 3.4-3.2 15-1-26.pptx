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7" d="100"/>
          <a:sy n="87" d="100"/>
        </p:scale>
        <p:origin x="528" y="67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55A523-573C-62BF-42C6-F492195CE2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DD43E-5FC3-3B3B-72CD-2E76FB392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2A8DED-398A-E57E-0DD1-C00D0C35F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210D6-52FF-2782-CD36-58B6DB3CE2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DE6B3D-C06C-251C-9490-076566C0BB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036E0A-2E4C-765D-39FD-A2213D82B8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3050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113502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097959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1953141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32651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4816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10466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99608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20367525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32927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36722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26329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6139903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170045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05112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3076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0141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2496358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15420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1226054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66951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33552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78944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996840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019669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79752700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828000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47870340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992109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2305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279531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16413440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596034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86716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188866020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44079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78335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961194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76271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697040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9353991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1521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46420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930349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865160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6301725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18013034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86581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7325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041774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13872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4360143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51935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6586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72739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30523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6652202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97851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52135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6755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18715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A0CB4C-5559-475B-830B-093C2DBE2538}" type="datetimeFigureOut">
              <a:rPr lang="en-US"/>
              <a:t>1/15/2026</a:t>
            </a:fld>
            <a:endParaRPr lang="en-US"/>
          </a:p>
        </p:txBody>
      </p:sp>
      <p:sp>
        <p:nvSpPr>
          <p:cNvPr id="125501026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1849911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6EEFF7F-0A2A-489A-9962-FBDAE475827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62278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672235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915030931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9361" y="454717"/>
            <a:ext cx="11082391" cy="62946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244068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0205" y="195055"/>
            <a:ext cx="10924032" cy="64678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494622" name="Content Placeholder 2"/>
          <p:cNvSpPr>
            <a:spLocks noGrp="1"/>
          </p:cNvSpPr>
          <p:nvPr>
            <p:ph idx="1"/>
          </p:nvPr>
        </p:nvSpPr>
        <p:spPr bwMode="auto">
          <a:xfrm>
            <a:off x="3120449" y="0"/>
            <a:ext cx="8324791" cy="1325563"/>
          </a:xfrm>
        </p:spPr>
        <p:txBody>
          <a:bodyPr/>
          <a:lstStyle/>
          <a:p>
            <a:pPr>
              <a:defRPr/>
            </a:pPr>
            <a:r>
              <a:rPr lang="en-US"/>
              <a:t>This equation is commonly used in optical fiber communication to calculate the critical bending radius of an optical fiber.</a:t>
            </a:r>
            <a:endParaRPr lang="en-US"/>
          </a:p>
        </p:txBody>
      </p:sp>
      <p:pic>
        <p:nvPicPr>
          <p:cNvPr id="1972859448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2573" y="105568"/>
            <a:ext cx="2047875" cy="1114425"/>
          </a:xfrm>
          <a:prstGeom prst="rect">
            <a:avLst/>
          </a:prstGeom>
        </p:spPr>
      </p:pic>
      <p:pic>
        <p:nvPicPr>
          <p:cNvPr id="2013312070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770769" y="1607245"/>
            <a:ext cx="6954220" cy="5326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45049" name="Content Placeholder 2"/>
          <p:cNvSpPr>
            <a:spLocks noGrp="1"/>
          </p:cNvSpPr>
          <p:nvPr>
            <p:ph idx="1"/>
          </p:nvPr>
        </p:nvSpPr>
        <p:spPr bwMode="auto">
          <a:xfrm>
            <a:off x="3120449" y="0"/>
            <a:ext cx="8324791" cy="1325563"/>
          </a:xfrm>
        </p:spPr>
        <p:txBody>
          <a:bodyPr/>
          <a:lstStyle/>
          <a:p>
            <a:pPr>
              <a:defRPr/>
            </a:pPr>
            <a:r>
              <a:rPr lang="en-US"/>
              <a:t>This equation is commonly used in optical fiber communication to calculate the critical bending radius of an optical fiber.</a:t>
            </a:r>
            <a:endParaRPr lang="en-US"/>
          </a:p>
        </p:txBody>
      </p:sp>
      <p:pic>
        <p:nvPicPr>
          <p:cNvPr id="1973888532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53562" y="278487"/>
            <a:ext cx="2047875" cy="1114425"/>
          </a:xfrm>
          <a:prstGeom prst="rect">
            <a:avLst/>
          </a:prstGeom>
        </p:spPr>
      </p:pic>
      <p:pic>
        <p:nvPicPr>
          <p:cNvPr id="1736188483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420250" y="2000990"/>
            <a:ext cx="4991797" cy="30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7166829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4362" y="85725"/>
            <a:ext cx="1216818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7435026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58147" y="-26420"/>
            <a:ext cx="9886201" cy="67965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/>
  <cp:revision>3</cp:revision>
  <dcterms:created xsi:type="dcterms:W3CDTF">2026-01-15T04:05:21Z</dcterms:created>
  <dcterms:modified xsi:type="dcterms:W3CDTF">2026-04-02T13:06:26Z</dcterms:modified>
</cp:coreProperties>
</file>