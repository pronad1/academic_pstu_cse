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  <p:sldId id="272" r:id="rId20"/>
    <p:sldId id="273" r:id="rId21"/>
    <p:sldId id="274" r:id="rId22"/>
    <p:sldId id="275" r:id="rId23"/>
    <p:sldId id="276" r:id="rId24"/>
  </p:sldIdLst>
  <p:sldSz cx="9144000" cy="6858000" type="screen4x3"/>
  <p:notesSz cx="7010400" cy="9296400"/>
  <p:defaultTextStyle>
    <a:lvl1pPr marL="0" indent="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 panose="020B0604030504040204"/>
      </a:defRPr>
    </a:lvl1pPr>
    <a:lvl2pPr marL="457200" indent="4572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 panose="020B0604030504040204"/>
      </a:defRPr>
    </a:lvl2pPr>
    <a:lvl3pPr marL="914400" indent="9144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 panose="020B0604030504040204"/>
      </a:defRPr>
    </a:lvl3pPr>
    <a:lvl4pPr marL="1371600" indent="13716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 panose="020B0604030504040204"/>
      </a:defRPr>
    </a:lvl4pPr>
    <a:lvl5pPr marL="1828800" indent="1828800" algn="l" defTabSz="914400" rtl="0">
      <a:lnSpc>
        <a:spcPct val="100000"/>
      </a:lnSpc>
      <a:spcBef>
        <a:spcPts val="0"/>
      </a:spcBef>
      <a:spcAft>
        <a:spcPts val="0"/>
      </a:spcAft>
      <a:buNone/>
      <a:defRPr lang="en-US" sz="2800" b="0" i="0">
        <a:solidFill>
          <a:schemeClr val="dk1"/>
        </a:solidFill>
        <a:latin typeface="Tahoma" panose="020B0604030504040204"/>
      </a:defRPr>
    </a:lvl5pPr>
    <a:lvl6pPr>
      <a:defRPr lang="en-US" sz="1800"/>
    </a:lvl6pPr>
    <a:lvl7pPr>
      <a:defRPr lang="en-US" sz="1800"/>
    </a:lvl7pPr>
    <a:lvl8pPr>
      <a:defRPr lang="en-US" sz="1800"/>
    </a:lvl8pPr>
    <a:lvl9pPr>
      <a:defRPr lang="en-US" sz="1800"/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4" d="100"/>
          <a:sy n="104" d="100"/>
        </p:scale>
        <p:origin x="-1236" y="-90"/>
      </p:cViewPr>
      <p:guideLst>
        <p:guide orient="horz" pos="216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88205864" name="Rectangle 2"/>
          <p:cNvSpPr>
            <a:spLocks noGrp="1" noChangeShapeType="1"/>
          </p:cNvSpPr>
          <p:nvPr>
            <p:ph type="hdr"/>
          </p:nvPr>
        </p:nvSpPr>
        <p:spPr bwMode="auto">
          <a:xfrm>
            <a:off x="0" y="0"/>
            <a:ext cx="3038475" cy="465137"/>
          </a:xfrm>
          <a:prstGeom prst="rect">
            <a:avLst/>
          </a:prstGeom>
          <a:noFill/>
        </p:spPr>
        <p:txBody>
          <a:bodyPr lIns="93170" tIns="46586" rIns="93170" bIns="46586"/>
          <a:lstStyle/>
          <a:p>
            <a:pPr>
              <a:defRPr/>
            </a:pPr>
            <a:endParaRPr sz="1400"/>
          </a:p>
        </p:txBody>
      </p:sp>
      <p:sp>
        <p:nvSpPr>
          <p:cNvPr id="101980722" name="Rectangle 3"/>
          <p:cNvSpPr>
            <a:spLocks noGrp="1" noChangeShapeType="1"/>
          </p:cNvSpPr>
          <p:nvPr>
            <p:ph type="dt" idx="1"/>
          </p:nvPr>
        </p:nvSpPr>
        <p:spPr bwMode="auto">
          <a:xfrm>
            <a:off x="3971925" y="0"/>
            <a:ext cx="3038475" cy="465137"/>
          </a:xfrm>
          <a:prstGeom prst="rect">
            <a:avLst/>
          </a:prstGeom>
          <a:noFill/>
        </p:spPr>
        <p:txBody>
          <a:bodyPr lIns="93170" tIns="46586" rIns="93170" bIns="46586"/>
          <a:lstStyle/>
          <a:p>
            <a:pPr>
              <a:defRPr/>
            </a:pPr>
            <a:endParaRPr sz="1400"/>
          </a:p>
        </p:txBody>
      </p:sp>
      <p:sp>
        <p:nvSpPr>
          <p:cNvPr id="1627471173" name="Rectangle 4"/>
          <p:cNvSpPr>
            <a:spLocks noGrp="1" noChangeShapeType="1"/>
          </p:cNvSpPr>
          <p:nvPr>
            <p:ph type="sldImg" idx="2"/>
          </p:nvPr>
        </p:nvSpPr>
        <p:spPr bwMode="auto">
          <a:xfrm>
            <a:off x="1181099" y="696912"/>
            <a:ext cx="4648200" cy="3486150"/>
          </a:xfrm>
          <a:prstGeom prst="rect">
            <a:avLst/>
          </a:prstGeom>
          <a:noFill/>
          <a:ln w="9524">
            <a:solidFill>
              <a:srgbClr val="000000"/>
            </a:solidFill>
            <a:round/>
          </a:ln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96648412" name="Rectangle 5"/>
          <p:cNvSpPr>
            <a:spLocks noGrp="1" noChangeShapeType="1"/>
          </p:cNvSpPr>
          <p:nvPr>
            <p:ph type="body" idx="3"/>
          </p:nvPr>
        </p:nvSpPr>
        <p:spPr bwMode="auto">
          <a:xfrm>
            <a:off x="935037" y="4416425"/>
            <a:ext cx="5140325" cy="4183062"/>
          </a:xfrm>
          <a:prstGeom prst="rect">
            <a:avLst/>
          </a:prstGeom>
          <a:noFill/>
        </p:spPr>
        <p:txBody>
          <a:bodyPr lIns="93170" tIns="46586" rIns="93170" bIns="46586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 panose="02020603050405020304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 panose="02020603050405020304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 panose="02020603050405020304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 panose="02020603050405020304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200" b="0" i="0">
                <a:solidFill>
                  <a:schemeClr val="dk1"/>
                </a:solidFill>
                <a:latin typeface="Times New Roman" panose="020206030504050203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t>Click to edit Master text styles</a:t>
            </a:r>
          </a:p>
          <a:p>
            <a:pPr marL="457200" lvl="1" indent="0">
              <a:spcBef>
                <a:spcPts val="0"/>
              </a:spcBef>
              <a:buNone/>
              <a:defRPr/>
            </a:pPr>
            <a:r>
              <a:t>Second level</a:t>
            </a:r>
          </a:p>
          <a:p>
            <a:pPr marL="914400" lvl="2" indent="0">
              <a:spcBef>
                <a:spcPts val="0"/>
              </a:spcBef>
              <a:buNone/>
              <a:defRPr/>
            </a:pPr>
            <a:r>
              <a:t>Third level</a:t>
            </a:r>
          </a:p>
          <a:p>
            <a:pPr marL="1371600" lvl="3" indent="0">
              <a:spcBef>
                <a:spcPts val="0"/>
              </a:spcBef>
              <a:buNone/>
              <a:defRPr/>
            </a:pPr>
            <a:r>
              <a:t>Fourth level</a:t>
            </a:r>
          </a:p>
          <a:p>
            <a:pPr marL="1828800" lvl="4" indent="0">
              <a:spcBef>
                <a:spcPts val="0"/>
              </a:spcBef>
              <a:buNone/>
              <a:defRPr/>
            </a:pPr>
            <a:r>
              <a:t>Fifth level</a:t>
            </a:r>
          </a:p>
        </p:txBody>
      </p:sp>
      <p:sp>
        <p:nvSpPr>
          <p:cNvPr id="1179750108" name="Rectangle 6"/>
          <p:cNvSpPr>
            <a:spLocks noGrp="1" noChangeShapeType="1"/>
          </p:cNvSpPr>
          <p:nvPr>
            <p:ph type="ftr" idx="4"/>
          </p:nvPr>
        </p:nvSpPr>
        <p:spPr bwMode="auto">
          <a:xfrm>
            <a:off x="0" y="8831262"/>
            <a:ext cx="3038475" cy="465137"/>
          </a:xfrm>
          <a:prstGeom prst="rect">
            <a:avLst/>
          </a:prstGeom>
          <a:noFill/>
        </p:spPr>
        <p:txBody>
          <a:bodyPr lIns="93170" tIns="46586" rIns="93170" bIns="46586" anchor="b"/>
          <a:lstStyle/>
          <a:p>
            <a:pPr>
              <a:defRPr/>
            </a:pPr>
            <a:endParaRPr sz="1400"/>
          </a:p>
        </p:txBody>
      </p:sp>
      <p:sp>
        <p:nvSpPr>
          <p:cNvPr id="1372517897" name="Rectangle 7"/>
          <p:cNvSpPr>
            <a:spLocks noGrp="1" noChangeShapeType="1"/>
          </p:cNvSpPr>
          <p:nvPr>
            <p:ph type="sldNum" idx="5"/>
          </p:nvPr>
        </p:nvSpPr>
        <p:spPr bwMode="auto">
          <a:xfrm>
            <a:off x="3971925" y="8831262"/>
            <a:ext cx="3038475" cy="465137"/>
          </a:xfrm>
          <a:prstGeom prst="rect">
            <a:avLst/>
          </a:prstGeom>
          <a:noFill/>
        </p:spPr>
        <p:txBody>
          <a:bodyPr lIns="93170" tIns="46586" rIns="93170" bIns="46586" anchor="b"/>
          <a:lstStyle>
            <a:lvl1pPr marL="0" indent="0" algn="l" defTabSz="9315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1pPr>
            <a:lvl2pPr marL="457200" indent="457200" algn="l" defTabSz="9315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2pPr>
            <a:lvl3pPr marL="914400" indent="914400" algn="l" defTabSz="9315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3pPr>
            <a:lvl4pPr marL="1371600" indent="1371600" algn="l" defTabSz="9315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4pPr>
            <a:lvl5pPr marL="1828800" indent="1828800" algn="l" defTabSz="93154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 defTabSz="931545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200"/>
            </a:fld>
            <a:endParaRPr lang="en-US" sz="12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/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5661742" name="Slide Image Placeholder 1"/>
          <p:cNvSpPr>
            <a:spLocks noGrp="1" noChangeShapeType="1"/>
          </p:cNvSpPr>
          <p:nvPr>
            <p:ph type="sldImg"/>
          </p:nvPr>
        </p:nvSpPr>
        <p:spPr bwMode="auto">
          <a:xfrm>
            <a:off x="1181099" y="696912"/>
            <a:ext cx="4648200" cy="3486150"/>
          </a:xfrm>
          <a:prstGeom prst="rect">
            <a:avLst/>
          </a:prstGeom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337778623" name="Notes Placeholder 2"/>
          <p:cNvSpPr>
            <a:spLocks noGrp="1" noChangeShapeType="1"/>
          </p:cNvSpPr>
          <p:nvPr>
            <p:ph type="body" idx="1"/>
          </p:nvPr>
        </p:nvSpPr>
        <p:spPr bwMode="auto">
          <a:xfrm>
            <a:off x="935037" y="4416425"/>
            <a:ext cx="5140325" cy="4183062"/>
          </a:xfrm>
          <a:prstGeom prst="rect">
            <a:avLst/>
          </a:prstGeom>
          <a:noFill/>
        </p:spPr>
        <p:txBody>
          <a:bodyPr lIns="93170" tIns="46586" rIns="93170" bIns="46586" anchor="t"/>
          <a:lstStyle/>
          <a:p>
            <a:pPr>
              <a:defRPr/>
            </a:pPr>
            <a:endParaRPr sz="1400"/>
          </a:p>
        </p:txBody>
      </p:sp>
      <p:sp>
        <p:nvSpPr>
          <p:cNvPr id="1332967417" name="Slide Number Placeholder 3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971925" y="8831262"/>
            <a:ext cx="3038475" cy="465137"/>
          </a:xfrm>
          <a:prstGeom prst="rect">
            <a:avLst/>
          </a:prstGeom>
          <a:noFill/>
        </p:spPr>
        <p:txBody>
          <a:bodyPr lIns="93170" tIns="46586" rIns="93170" bIns="46586" anchor="b"/>
          <a:lstStyle/>
          <a:p>
            <a:pPr lvl="0" algn="r" defTabSz="931545">
              <a:defRPr/>
            </a:pPr>
            <a:fld id="{D038279B-FC19-497E-A7D1-5ADD9CAF016F}" type="slidenum">
              <a:rPr lang="en-US" sz="1200">
                <a:latin typeface="Calibri" panose="020F0502020204030204"/>
                <a:ea typeface="Arial" panose="020B0604020202020204"/>
              </a:rPr>
            </a:fld>
            <a:endParaRPr lang="en-US" sz="1200">
              <a:latin typeface="Calibri" panose="020F0502020204030204"/>
              <a:ea typeface="Arial" panose="020B06040202020202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35110558" name="Rectangle 7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3971925" y="8831262"/>
            <a:ext cx="3038475" cy="465137"/>
          </a:xfrm>
          <a:prstGeom prst="rect">
            <a:avLst/>
          </a:prstGeom>
          <a:noFill/>
        </p:spPr>
        <p:txBody>
          <a:bodyPr lIns="93170" tIns="46586" rIns="93170" bIns="46586" anchor="b"/>
          <a:lstStyle/>
          <a:p>
            <a:pPr lvl="0" algn="r" defTabSz="931545">
              <a:defRPr/>
            </a:pPr>
            <a:fld id="{D038279B-FC19-497E-A7D1-5ADD9CAF016F}" type="slidenum">
              <a:rPr lang="en-US" sz="1200"/>
            </a:fld>
            <a:endParaRPr lang="en-US" sz="1200"/>
          </a:p>
        </p:txBody>
      </p:sp>
      <p:sp>
        <p:nvSpPr>
          <p:cNvPr id="1282868933" name="Rectangle 2"/>
          <p:cNvSpPr>
            <a:spLocks noGrp="1" noChangeShapeType="1"/>
          </p:cNvSpPr>
          <p:nvPr>
            <p:ph type="sldImg"/>
          </p:nvPr>
        </p:nvSpPr>
        <p:spPr bwMode="auto">
          <a:xfrm>
            <a:off x="1181099" y="696912"/>
            <a:ext cx="4648200" cy="3486150"/>
          </a:xfrm>
          <a:prstGeom prst="rect">
            <a:avLst/>
          </a:prstGeom>
        </p:spPr>
        <p:txBody>
          <a:bodyPr lIns="91440" tIns="45720" rIns="91440" bIns="45720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15429324" name="Rectangle 3"/>
          <p:cNvSpPr>
            <a:spLocks noGrp="1" noChangeShapeType="1"/>
          </p:cNvSpPr>
          <p:nvPr>
            <p:ph type="body" idx="1"/>
          </p:nvPr>
        </p:nvSpPr>
        <p:spPr bwMode="auto">
          <a:xfrm>
            <a:off x="935037" y="4416425"/>
            <a:ext cx="5140325" cy="4183062"/>
          </a:xfrm>
          <a:prstGeom prst="rect">
            <a:avLst/>
          </a:prstGeom>
          <a:noFill/>
        </p:spPr>
        <p:txBody>
          <a:bodyPr lIns="93170" tIns="46586" rIns="93170" bIns="46586" anchor="t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9DA4BBE-3CC7-803C-71CC-10E69F09DABB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5AB897D6-B210-774F-8B45-B9F6D1B1E6A7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95356F6-0B74-1D83-3AB8-EB98503E70CF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7A887CA-CBA7-F8B6-CECF-E1AF63593DC5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87DDAEC-5BB1-D34B-6806-F7F9D1B7B766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2953319-0842-DF1F-8161-48E5D1E5CBEC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1F70369-0CC9-961F-91B9-67F4E7F7558A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CBAC74B-7946-D646-50E2-93F94858DC45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796AAEE-6306-A343-5814-BDD69EC4B167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C140A718-BFA3-C13C-F8C1-5162A034C772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8682D0-3FAE-D72D-B5DD-8A8974951E02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4B6739B5-DBA4-FD1F-0E78-D6F68D72E170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5496363-9DED-BF63-F618-A75FC02ED917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CA327BA-4DA6-0990-E6BA-3051DDD4C259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2C11508-517B-BC70-C768-8731F4739F4B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31D9807-2D8F-3389-DE97-701450CF6B07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DF508F-FDD3-6A38-A5EE-A788ADF882C4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D424E1-0236-CF61-20A6-FB6CF82236BB}" type="slidenum">
              <a:rPr/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8D25C1C-8057-BB4B-8803-17024AAE0A6E}" type="slidenum">
              <a:rPr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userDrawn="1">
  <p:cSld name="Title and Object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9860497" name="Shape 1026"/>
          <p:cNvSpPr>
            <a:spLocks noGrp="1" noChangeShapeType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738171887" name="Shape 1027"/>
          <p:cNvSpPr>
            <a:spLocks noGrp="1" noChangeShapeType="1"/>
          </p:cNvSpPr>
          <p:nvPr>
            <p:ph idx="1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/>
              <a:t>Click to edit Master text styles</a:t>
            </a:r>
            <a:endParaRPr lang="en-US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lang="en-US"/>
              <a:t>Second level</a:t>
            </a:r>
            <a:endParaRPr lang="en-US"/>
          </a:p>
          <a:p>
            <a:pPr marL="1143000" lvl="2" indent="-228600">
              <a:spcBef>
                <a:spcPts val="0"/>
              </a:spcBef>
              <a:buClr>
                <a:srgbClr val="3333CC"/>
              </a:buClr>
              <a:buSzPct val="50000"/>
              <a:buFont typeface="Wingdings" panose="05000000000000000000"/>
              <a:buChar char="n"/>
              <a:defRPr/>
            </a:pPr>
            <a:r>
              <a:rPr lang="en-US"/>
              <a:t>Third level</a:t>
            </a:r>
            <a:endParaRPr lang="en-US"/>
          </a:p>
          <a:p>
            <a:pPr marL="1600200" lvl="3" indent="-228600">
              <a:spcBef>
                <a:spcPts val="0"/>
              </a:spcBef>
              <a:buClr>
                <a:srgbClr val="FFCF01"/>
              </a:buClr>
              <a:buSzPct val="55000"/>
              <a:buFont typeface="Wingdings" panose="05000000000000000000"/>
              <a:buChar char="n"/>
              <a:defRPr/>
            </a:pPr>
            <a:r>
              <a:rPr lang="en-US"/>
              <a:t>Fourth level</a:t>
            </a:r>
            <a:endParaRPr lang="en-US"/>
          </a:p>
          <a:p>
            <a:pPr marL="2057400" lvl="4" indent="-228600">
              <a:spcBef>
                <a:spcPts val="0"/>
              </a:spcBef>
              <a:buClr>
                <a:srgbClr val="00E4A8"/>
              </a:buClr>
              <a:buSzPct val="50000"/>
              <a:buFont typeface="Wingdings" panose="05000000000000000000"/>
              <a:buChar char="n"/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860252094" name="Shape 1028"/>
          <p:cNvSpPr>
            <a:spLocks noGrp="1" noChangeShapeType="1"/>
          </p:cNvSpPr>
          <p:nvPr>
            <p:ph type="dt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endParaRPr lang="en-US" sz="1200"/>
          </a:p>
        </p:txBody>
      </p:sp>
      <p:sp>
        <p:nvSpPr>
          <p:cNvPr id="865948562" name="Shape 1029"/>
          <p:cNvSpPr>
            <a:spLocks noGrp="1" noChangeShapeType="1"/>
          </p:cNvSpPr>
          <p:nvPr>
            <p:ph type="ftr" idx="3"/>
          </p:nvPr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1200"/>
              <a:t>Data Mining: Concepts and Techniques</a:t>
            </a:r>
            <a:endParaRPr sz="1200"/>
          </a:p>
        </p:txBody>
      </p:sp>
      <p:sp>
        <p:nvSpPr>
          <p:cNvPr id="1545285367" name="Shape 1030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1_Blend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687978040" name="Group 2"/>
          <p:cNvGrpSpPr/>
          <p:nvPr/>
        </p:nvGrpSpPr>
        <p:grpSpPr bwMode="auto">
          <a:xfrm>
            <a:off x="0" y="2438400"/>
            <a:ext cx="9009062" cy="1052512"/>
            <a:chOff x="0" y="1536"/>
            <a:chExt cx="5675" cy="663"/>
          </a:xfrm>
        </p:grpSpPr>
        <p:grpSp>
          <p:nvGrpSpPr>
            <p:cNvPr id="2057" name="Group 3"/>
            <p:cNvGrpSpPr/>
            <p:nvPr/>
          </p:nvGrpSpPr>
          <p:grpSpPr bwMode="auto">
            <a:xfrm>
              <a:off x="185" y="1604"/>
              <a:ext cx="449" cy="299"/>
              <a:chOff x="720" y="336"/>
              <a:chExt cx="624" cy="432"/>
            </a:xfrm>
          </p:grpSpPr>
          <p:sp>
            <p:nvSpPr>
              <p:cNvPr id="2064" name="Rectangle 4"/>
              <p:cNvSpPr>
                <a:spLocks noChangeShapeType="1"/>
              </p:cNvSpPr>
              <p:nvPr/>
            </p:nvSpPr>
            <p:spPr bwMode="auto"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65" name="Rectangle 5"/>
              <p:cNvSpPr>
                <a:spLocks noChangeShapeType="1"/>
              </p:cNvSpPr>
              <p:nvPr/>
            </p:nvSpPr>
            <p:spPr bwMode="auto">
              <a:xfrm>
                <a:off x="1056" y="336"/>
                <a:ext cx="288" cy="432"/>
              </a:xfrm>
              <a:prstGeom prst="rect">
                <a:avLst/>
              </a:prstGeom>
              <a:gradFill>
                <a:gsLst>
                  <a:gs pos="0">
                    <a:schemeClr val="folHlink"/>
                  </a:gs>
                  <a:gs pos="100000">
                    <a:schemeClr val="lt1"/>
                  </a:gs>
                </a:gsLst>
                <a:lin ang="0" scaled="1"/>
              </a:gra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</p:grpSp>
        <p:grpSp>
          <p:nvGrpSpPr>
            <p:cNvPr id="2058" name="Group 6"/>
            <p:cNvGrpSpPr/>
            <p:nvPr/>
          </p:nvGrpSpPr>
          <p:grpSpPr bwMode="auto">
            <a:xfrm>
              <a:off x="263" y="1870"/>
              <a:ext cx="466" cy="299"/>
              <a:chOff x="912" y="2640"/>
              <a:chExt cx="672" cy="432"/>
            </a:xfrm>
          </p:grpSpPr>
          <p:sp>
            <p:nvSpPr>
              <p:cNvPr id="2062" name="Rectangle 7"/>
              <p:cNvSpPr>
                <a:spLocks noChangeShapeType="1"/>
              </p:cNvSpPr>
              <p:nvPr/>
            </p:nvSpPr>
            <p:spPr bwMode="auto"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2063" name="Rectangle 8"/>
              <p:cNvSpPr>
                <a:spLocks noChangeShapeType="1"/>
              </p:cNvSpPr>
              <p:nvPr/>
            </p:nvSpPr>
            <p:spPr bwMode="auto">
              <a:xfrm>
                <a:off x="1249" y="2640"/>
                <a:ext cx="334" cy="432"/>
              </a:xfrm>
              <a:prstGeom prst="rect">
                <a:avLst/>
              </a:prstGeom>
              <a:gradFill>
                <a:gsLst>
                  <a:gs pos="0">
                    <a:schemeClr val="accent2"/>
                  </a:gs>
                  <a:gs pos="100000">
                    <a:schemeClr val="lt1"/>
                  </a:gs>
                </a:gsLst>
                <a:lin ang="0" scaled="1"/>
              </a:gra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</p:grpSp>
        <p:sp>
          <p:nvSpPr>
            <p:cNvPr id="2059" name="Rectangle 9"/>
            <p:cNvSpPr>
              <a:spLocks noChangeShapeType="1"/>
            </p:cNvSpPr>
            <p:nvPr/>
          </p:nvSpPr>
          <p:spPr bwMode="auto">
            <a:xfrm>
              <a:off x="0" y="1824"/>
              <a:ext cx="353" cy="266"/>
            </a:xfrm>
            <a:prstGeom prst="rect">
              <a:avLst/>
            </a:prstGeom>
            <a:gradFill>
              <a:gsLst>
                <a:gs pos="0">
                  <a:schemeClr val="lt1"/>
                </a:gs>
                <a:gs pos="100000">
                  <a:schemeClr val="hlink"/>
                </a:gs>
              </a:gsLst>
              <a:lin ang="18900000" scaled="1"/>
            </a:gra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60" name="Rectangle 10"/>
            <p:cNvSpPr>
              <a:spLocks noChangeShapeType="1"/>
            </p:cNvSpPr>
            <p:nvPr/>
          </p:nvSpPr>
          <p:spPr bwMode="auto">
            <a:xfrm>
              <a:off x="400" y="1536"/>
              <a:ext cx="20" cy="663"/>
            </a:xfrm>
            <a:prstGeom prst="rect">
              <a:avLst/>
            </a:prstGeom>
            <a:solidFill>
              <a:schemeClr val="lt2"/>
            </a:soli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  <p:sp>
          <p:nvSpPr>
            <p:cNvPr id="2061" name="Rectangle 11"/>
            <p:cNvSpPr>
              <a:spLocks noChangeShapeType="1"/>
            </p:cNvSpPr>
            <p:nvPr/>
          </p:nvSpPr>
          <p:spPr bwMode="auto">
            <a:xfrm flipV="1">
              <a:off x="199" y="2054"/>
              <a:ext cx="5476" cy="35"/>
            </a:xfrm>
            <a:prstGeom prst="rect">
              <a:avLst/>
            </a:prstGeom>
            <a:gradFill>
              <a:gsLst>
                <a:gs pos="0">
                  <a:schemeClr val="lt2"/>
                </a:gs>
                <a:gs pos="100000">
                  <a:schemeClr val="lt1"/>
                </a:gs>
              </a:gsLst>
              <a:lin ang="0" scaled="1"/>
            </a:gra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</p:grpSp>
      <p:sp>
        <p:nvSpPr>
          <p:cNvPr id="1781956914" name="Rectangle 11"/>
          <p:cNvSpPr>
            <a:spLocks noGrp="1" noChangeShapeType="1"/>
          </p:cNvSpPr>
          <p:nvPr>
            <p:ph type="sldNum"/>
          </p:nvPr>
        </p:nvSpPr>
        <p:spPr bwMode="auto">
          <a:xfrm>
            <a:off x="8694737" y="6553200"/>
            <a:ext cx="449262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>
                <a:solidFill>
                  <a:schemeClr val="lt2"/>
                </a:solidFill>
              </a:rPr>
            </a:fld>
            <a:endParaRPr lang="en-US" sz="1400">
              <a:solidFill>
                <a:schemeClr val="lt2"/>
              </a:solidFill>
            </a:endParaRPr>
          </a:p>
        </p:txBody>
      </p:sp>
      <p:sp>
        <p:nvSpPr>
          <p:cNvPr id="703559691" name="Rectangle 9"/>
          <p:cNvSpPr>
            <a:spLocks noGrp="1" noChangeShapeType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626521153" name="Rectangle 10"/>
          <p:cNvSpPr>
            <a:spLocks noGrp="1" noChangeShapeType="1"/>
          </p:cNvSpPr>
          <p:nvPr>
            <p:ph type="body" idx="1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/>
              <a:t>Click to edit Master text styles</a:t>
            </a:r>
            <a:endParaRPr lang="en-US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lang="en-US"/>
              <a:t>Second level</a:t>
            </a:r>
            <a:endParaRPr lang="en-US"/>
          </a:p>
          <a:p>
            <a:pPr marL="1143000" lvl="2" indent="-228600">
              <a:spcBef>
                <a:spcPts val="0"/>
              </a:spcBef>
              <a:buClr>
                <a:srgbClr val="3333CC"/>
              </a:buClr>
              <a:buSzPct val="50000"/>
              <a:buFont typeface="Wingdings" panose="05000000000000000000"/>
              <a:buChar char="n"/>
              <a:defRPr/>
            </a:pPr>
            <a:r>
              <a:rPr lang="en-US"/>
              <a:t>Third level</a:t>
            </a:r>
            <a:endParaRPr lang="en-US"/>
          </a:p>
          <a:p>
            <a:pPr marL="1600200" lvl="3" indent="-228600">
              <a:spcBef>
                <a:spcPts val="0"/>
              </a:spcBef>
              <a:buClr>
                <a:srgbClr val="FFCF01"/>
              </a:buClr>
              <a:buSzPct val="55000"/>
              <a:buFont typeface="Wingdings" panose="05000000000000000000"/>
              <a:buChar char="n"/>
              <a:defRPr/>
            </a:pPr>
            <a:r>
              <a:rPr lang="en-US"/>
              <a:t>Fourth level</a:t>
            </a:r>
            <a:endParaRPr lang="en-US"/>
          </a:p>
          <a:p>
            <a:pPr marL="2057400" lvl="4" indent="-228600">
              <a:spcBef>
                <a:spcPts val="0"/>
              </a:spcBef>
              <a:buClr>
                <a:srgbClr val="00E4A8"/>
              </a:buClr>
              <a:buSzPct val="50000"/>
              <a:buFont typeface="Wingdings" panose="05000000000000000000"/>
              <a:buChar char="n"/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361940955" name="Date Placeholder 14"/>
          <p:cNvSpPr>
            <a:spLocks noGrp="1" noChangeShapeType="1"/>
          </p:cNvSpPr>
          <p:nvPr>
            <p:ph type="dt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sz="1400">
                <a:solidFill>
                  <a:schemeClr val="lt2"/>
                </a:solidFill>
              </a:rPr>
              <a:t>*</a:t>
            </a:r>
            <a:endParaRPr sz="1400">
              <a:solidFill>
                <a:schemeClr val="lt2"/>
              </a:solidFill>
            </a:endParaRPr>
          </a:p>
        </p:txBody>
      </p:sp>
      <p:sp>
        <p:nvSpPr>
          <p:cNvPr id="839722904" name="Footer Placeholder 15"/>
          <p:cNvSpPr>
            <a:spLocks noGrp="1" noChangeShapeType="1"/>
          </p:cNvSpPr>
          <p:nvPr>
            <p:ph type="ftr" idx="3"/>
          </p:nvPr>
        </p:nvSpPr>
        <p:spPr bwMode="auto">
          <a:xfrm>
            <a:off x="3429000" y="6248400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1400">
                <a:solidFill>
                  <a:schemeClr val="lt2"/>
                </a:solidFill>
              </a:rPr>
              <a:t>Data Mining: Concepts and Techniques</a:t>
            </a:r>
            <a:endParaRPr sz="1400">
              <a:solidFill>
                <a:schemeClr val="lt2"/>
              </a:solidFill>
            </a:endParaRPr>
          </a:p>
        </p:txBody>
      </p:sp>
      <p:sp>
        <p:nvSpPr>
          <p:cNvPr id="182495016" name="Slide Number Placeholder 16"/>
          <p:cNvSpPr>
            <a:spLocks noGrp="1" noChangeShapeType="1"/>
          </p:cNvSpPr>
          <p:nvPr>
            <p:ph type="sldNum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>
                <a:solidFill>
                  <a:schemeClr val="lt2"/>
                </a:solidFill>
              </a:rPr>
            </a:fld>
            <a:endParaRPr lang="en-US" sz="1400">
              <a:solidFill>
                <a:schemeClr val="lt2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 userDrawn="1">
  <p:cSld name="2_Blend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032841274" name="Group 75"/>
          <p:cNvGrpSpPr/>
          <p:nvPr/>
        </p:nvGrpSpPr>
        <p:grpSpPr bwMode="auto">
          <a:xfrm>
            <a:off x="-3175" y="0"/>
            <a:ext cx="9147175" cy="6867524"/>
            <a:chOff x="-2" y="0"/>
            <a:chExt cx="5762" cy="4326"/>
          </a:xfrm>
        </p:grpSpPr>
        <p:grpSp>
          <p:nvGrpSpPr>
            <p:cNvPr id="3083" name="Group 71"/>
            <p:cNvGrpSpPr/>
            <p:nvPr/>
          </p:nvGrpSpPr>
          <p:grpSpPr bwMode="auto">
            <a:xfrm>
              <a:off x="-2" y="0"/>
              <a:ext cx="5712" cy="4326"/>
              <a:chOff x="-2" y="0"/>
              <a:chExt cx="5712" cy="4326"/>
            </a:xfrm>
          </p:grpSpPr>
          <p:sp>
            <p:nvSpPr>
              <p:cNvPr id="3086" name="Rectangle 3"/>
              <p:cNvSpPr>
                <a:spLocks noChangeShapeType="1"/>
              </p:cNvSpPr>
              <p:nvPr/>
            </p:nvSpPr>
            <p:spPr bwMode="auto">
              <a:xfrm>
                <a:off x="-2" y="0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87" name="Rectangle 4"/>
              <p:cNvSpPr>
                <a:spLocks noChangeShapeType="1"/>
              </p:cNvSpPr>
              <p:nvPr/>
            </p:nvSpPr>
            <p:spPr bwMode="auto">
              <a:xfrm>
                <a:off x="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88" name="Rectangle 5"/>
              <p:cNvSpPr>
                <a:spLocks noChangeShapeType="1"/>
              </p:cNvSpPr>
              <p:nvPr/>
            </p:nvSpPr>
            <p:spPr bwMode="auto">
              <a:xfrm>
                <a:off x="1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89" name="Rectangle 6"/>
              <p:cNvSpPr>
                <a:spLocks noChangeShapeType="1"/>
              </p:cNvSpPr>
              <p:nvPr/>
            </p:nvSpPr>
            <p:spPr bwMode="auto">
              <a:xfrm>
                <a:off x="2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0" name="Rectangle 7"/>
              <p:cNvSpPr>
                <a:spLocks noChangeShapeType="1"/>
              </p:cNvSpPr>
              <p:nvPr/>
            </p:nvSpPr>
            <p:spPr bwMode="auto">
              <a:xfrm>
                <a:off x="3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1" name="Rectangle 8"/>
              <p:cNvSpPr>
                <a:spLocks noChangeShapeType="1"/>
              </p:cNvSpPr>
              <p:nvPr/>
            </p:nvSpPr>
            <p:spPr bwMode="auto">
              <a:xfrm>
                <a:off x="4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2" name="Rectangle 9"/>
              <p:cNvSpPr>
                <a:spLocks noChangeShapeType="1"/>
              </p:cNvSpPr>
              <p:nvPr/>
            </p:nvSpPr>
            <p:spPr bwMode="auto">
              <a:xfrm>
                <a:off x="5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3" name="Rectangle 10"/>
              <p:cNvSpPr>
                <a:spLocks noChangeShapeType="1"/>
              </p:cNvSpPr>
              <p:nvPr/>
            </p:nvSpPr>
            <p:spPr bwMode="auto">
              <a:xfrm>
                <a:off x="669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4" name="Rectangle 11"/>
              <p:cNvSpPr>
                <a:spLocks noChangeShapeType="1"/>
              </p:cNvSpPr>
              <p:nvPr/>
            </p:nvSpPr>
            <p:spPr bwMode="auto">
              <a:xfrm>
                <a:off x="7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5" name="Rectangle 12"/>
              <p:cNvSpPr>
                <a:spLocks noChangeShapeType="1"/>
              </p:cNvSpPr>
              <p:nvPr/>
            </p:nvSpPr>
            <p:spPr bwMode="auto">
              <a:xfrm>
                <a:off x="8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6" name="Rectangle 13"/>
              <p:cNvSpPr>
                <a:spLocks noChangeShapeType="1"/>
              </p:cNvSpPr>
              <p:nvPr/>
            </p:nvSpPr>
            <p:spPr bwMode="auto">
              <a:xfrm>
                <a:off x="95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7" name="Rectangle 14"/>
              <p:cNvSpPr>
                <a:spLocks noChangeShapeType="1"/>
              </p:cNvSpPr>
              <p:nvPr/>
            </p:nvSpPr>
            <p:spPr bwMode="auto">
              <a:xfrm>
                <a:off x="105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8" name="Rectangle 15"/>
              <p:cNvSpPr>
                <a:spLocks noChangeShapeType="1"/>
              </p:cNvSpPr>
              <p:nvPr/>
            </p:nvSpPr>
            <p:spPr bwMode="auto">
              <a:xfrm>
                <a:off x="115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099" name="Rectangle 16"/>
              <p:cNvSpPr>
                <a:spLocks noChangeShapeType="1"/>
              </p:cNvSpPr>
              <p:nvPr/>
            </p:nvSpPr>
            <p:spPr bwMode="auto">
              <a:xfrm>
                <a:off x="124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0" name="Rectangle 17"/>
              <p:cNvSpPr>
                <a:spLocks noChangeShapeType="1"/>
              </p:cNvSpPr>
              <p:nvPr/>
            </p:nvSpPr>
            <p:spPr bwMode="auto">
              <a:xfrm>
                <a:off x="134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1" name="Rectangle 18"/>
              <p:cNvSpPr>
                <a:spLocks noChangeShapeType="1"/>
              </p:cNvSpPr>
              <p:nvPr/>
            </p:nvSpPr>
            <p:spPr bwMode="auto">
              <a:xfrm>
                <a:off x="143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2" name="Rectangle 19"/>
              <p:cNvSpPr>
                <a:spLocks noChangeShapeType="1"/>
              </p:cNvSpPr>
              <p:nvPr/>
            </p:nvSpPr>
            <p:spPr bwMode="auto">
              <a:xfrm>
                <a:off x="153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3" name="Rectangle 20"/>
              <p:cNvSpPr>
                <a:spLocks noChangeShapeType="1"/>
              </p:cNvSpPr>
              <p:nvPr/>
            </p:nvSpPr>
            <p:spPr bwMode="auto">
              <a:xfrm>
                <a:off x="163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4" name="Rectangle 21"/>
              <p:cNvSpPr>
                <a:spLocks noChangeShapeType="1"/>
              </p:cNvSpPr>
              <p:nvPr/>
            </p:nvSpPr>
            <p:spPr bwMode="auto">
              <a:xfrm>
                <a:off x="172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5" name="Rectangle 22"/>
              <p:cNvSpPr>
                <a:spLocks noChangeShapeType="1"/>
              </p:cNvSpPr>
              <p:nvPr/>
            </p:nvSpPr>
            <p:spPr bwMode="auto">
              <a:xfrm>
                <a:off x="182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6" name="Rectangle 23"/>
              <p:cNvSpPr>
                <a:spLocks noChangeShapeType="1"/>
              </p:cNvSpPr>
              <p:nvPr/>
            </p:nvSpPr>
            <p:spPr bwMode="auto">
              <a:xfrm>
                <a:off x="191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7" name="Rectangle 24"/>
              <p:cNvSpPr>
                <a:spLocks noChangeShapeType="1"/>
              </p:cNvSpPr>
              <p:nvPr/>
            </p:nvSpPr>
            <p:spPr bwMode="auto">
              <a:xfrm>
                <a:off x="201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8" name="Rectangle 25"/>
              <p:cNvSpPr>
                <a:spLocks noChangeShapeType="1"/>
              </p:cNvSpPr>
              <p:nvPr/>
            </p:nvSpPr>
            <p:spPr bwMode="auto">
              <a:xfrm>
                <a:off x="211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09" name="Rectangle 26"/>
              <p:cNvSpPr>
                <a:spLocks noChangeShapeType="1"/>
              </p:cNvSpPr>
              <p:nvPr/>
            </p:nvSpPr>
            <p:spPr bwMode="auto">
              <a:xfrm>
                <a:off x="220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0" name="Rectangle 27"/>
              <p:cNvSpPr>
                <a:spLocks noChangeShapeType="1"/>
              </p:cNvSpPr>
              <p:nvPr/>
            </p:nvSpPr>
            <p:spPr bwMode="auto">
              <a:xfrm>
                <a:off x="230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1" name="Rectangle 28"/>
              <p:cNvSpPr>
                <a:spLocks noChangeShapeType="1"/>
              </p:cNvSpPr>
              <p:nvPr/>
            </p:nvSpPr>
            <p:spPr bwMode="auto">
              <a:xfrm>
                <a:off x="239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2" name="Rectangle 29"/>
              <p:cNvSpPr>
                <a:spLocks noChangeShapeType="1"/>
              </p:cNvSpPr>
              <p:nvPr/>
            </p:nvSpPr>
            <p:spPr bwMode="auto">
              <a:xfrm>
                <a:off x="24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3" name="Rectangle 30"/>
              <p:cNvSpPr>
                <a:spLocks noChangeShapeType="1"/>
              </p:cNvSpPr>
              <p:nvPr/>
            </p:nvSpPr>
            <p:spPr bwMode="auto">
              <a:xfrm>
                <a:off x="25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4" name="Rectangle 31"/>
              <p:cNvSpPr>
                <a:spLocks noChangeShapeType="1"/>
              </p:cNvSpPr>
              <p:nvPr/>
            </p:nvSpPr>
            <p:spPr bwMode="auto">
              <a:xfrm>
                <a:off x="26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5" name="Rectangle 32"/>
              <p:cNvSpPr>
                <a:spLocks noChangeShapeType="1"/>
              </p:cNvSpPr>
              <p:nvPr/>
            </p:nvSpPr>
            <p:spPr bwMode="auto">
              <a:xfrm>
                <a:off x="27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6" name="Rectangle 33"/>
              <p:cNvSpPr>
                <a:spLocks noChangeShapeType="1"/>
              </p:cNvSpPr>
              <p:nvPr/>
            </p:nvSpPr>
            <p:spPr bwMode="auto">
              <a:xfrm>
                <a:off x="28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7" name="Rectangle 34"/>
              <p:cNvSpPr>
                <a:spLocks noChangeShapeType="1"/>
              </p:cNvSpPr>
              <p:nvPr/>
            </p:nvSpPr>
            <p:spPr bwMode="auto">
              <a:xfrm>
                <a:off x="29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8" name="Rectangle 35"/>
              <p:cNvSpPr>
                <a:spLocks noChangeShapeType="1"/>
              </p:cNvSpPr>
              <p:nvPr/>
            </p:nvSpPr>
            <p:spPr bwMode="auto">
              <a:xfrm>
                <a:off x="30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19" name="Rectangle 36"/>
              <p:cNvSpPr>
                <a:spLocks noChangeShapeType="1"/>
              </p:cNvSpPr>
              <p:nvPr/>
            </p:nvSpPr>
            <p:spPr bwMode="auto">
              <a:xfrm>
                <a:off x="31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0" name="Rectangle 37"/>
              <p:cNvSpPr>
                <a:spLocks noChangeShapeType="1"/>
              </p:cNvSpPr>
              <p:nvPr/>
            </p:nvSpPr>
            <p:spPr bwMode="auto">
              <a:xfrm>
                <a:off x="32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1" name="Rectangle 38"/>
              <p:cNvSpPr>
                <a:spLocks noChangeShapeType="1"/>
              </p:cNvSpPr>
              <p:nvPr/>
            </p:nvSpPr>
            <p:spPr bwMode="auto">
              <a:xfrm>
                <a:off x="335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2" name="Rectangle 39"/>
              <p:cNvSpPr>
                <a:spLocks noChangeShapeType="1"/>
              </p:cNvSpPr>
              <p:nvPr/>
            </p:nvSpPr>
            <p:spPr bwMode="auto">
              <a:xfrm>
                <a:off x="345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3" name="Rectangle 40"/>
              <p:cNvSpPr>
                <a:spLocks noChangeShapeType="1"/>
              </p:cNvSpPr>
              <p:nvPr/>
            </p:nvSpPr>
            <p:spPr bwMode="auto">
              <a:xfrm>
                <a:off x="355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4" name="Rectangle 41"/>
              <p:cNvSpPr>
                <a:spLocks noChangeShapeType="1"/>
              </p:cNvSpPr>
              <p:nvPr/>
            </p:nvSpPr>
            <p:spPr bwMode="auto">
              <a:xfrm>
                <a:off x="364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5" name="Rectangle 42"/>
              <p:cNvSpPr>
                <a:spLocks noChangeShapeType="1"/>
              </p:cNvSpPr>
              <p:nvPr/>
            </p:nvSpPr>
            <p:spPr bwMode="auto">
              <a:xfrm>
                <a:off x="374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6" name="Rectangle 43"/>
              <p:cNvSpPr>
                <a:spLocks noChangeShapeType="1"/>
              </p:cNvSpPr>
              <p:nvPr/>
            </p:nvSpPr>
            <p:spPr bwMode="auto">
              <a:xfrm>
                <a:off x="383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7" name="Rectangle 44"/>
              <p:cNvSpPr>
                <a:spLocks noChangeShapeType="1"/>
              </p:cNvSpPr>
              <p:nvPr/>
            </p:nvSpPr>
            <p:spPr bwMode="auto">
              <a:xfrm>
                <a:off x="393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8" name="Rectangle 45"/>
              <p:cNvSpPr>
                <a:spLocks noChangeShapeType="1"/>
              </p:cNvSpPr>
              <p:nvPr/>
            </p:nvSpPr>
            <p:spPr bwMode="auto">
              <a:xfrm>
                <a:off x="403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29" name="Rectangle 46"/>
              <p:cNvSpPr>
                <a:spLocks noChangeShapeType="1"/>
              </p:cNvSpPr>
              <p:nvPr/>
            </p:nvSpPr>
            <p:spPr bwMode="auto">
              <a:xfrm>
                <a:off x="412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0" name="Rectangle 47"/>
              <p:cNvSpPr>
                <a:spLocks noChangeShapeType="1"/>
              </p:cNvSpPr>
              <p:nvPr/>
            </p:nvSpPr>
            <p:spPr bwMode="auto">
              <a:xfrm>
                <a:off x="422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1" name="Rectangle 48"/>
              <p:cNvSpPr>
                <a:spLocks noChangeShapeType="1"/>
              </p:cNvSpPr>
              <p:nvPr/>
            </p:nvSpPr>
            <p:spPr bwMode="auto">
              <a:xfrm>
                <a:off x="431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2" name="Rectangle 49"/>
              <p:cNvSpPr>
                <a:spLocks noChangeShapeType="1"/>
              </p:cNvSpPr>
              <p:nvPr/>
            </p:nvSpPr>
            <p:spPr bwMode="auto">
              <a:xfrm>
                <a:off x="441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3" name="Rectangle 50"/>
              <p:cNvSpPr>
                <a:spLocks noChangeShapeType="1"/>
              </p:cNvSpPr>
              <p:nvPr/>
            </p:nvSpPr>
            <p:spPr bwMode="auto">
              <a:xfrm>
                <a:off x="451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4" name="Rectangle 51"/>
              <p:cNvSpPr>
                <a:spLocks noChangeShapeType="1"/>
              </p:cNvSpPr>
              <p:nvPr/>
            </p:nvSpPr>
            <p:spPr bwMode="auto">
              <a:xfrm>
                <a:off x="460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5" name="Rectangle 52"/>
              <p:cNvSpPr>
                <a:spLocks noChangeShapeType="1"/>
              </p:cNvSpPr>
              <p:nvPr/>
            </p:nvSpPr>
            <p:spPr bwMode="auto">
              <a:xfrm>
                <a:off x="470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6" name="Rectangle 53"/>
              <p:cNvSpPr>
                <a:spLocks noChangeShapeType="1"/>
              </p:cNvSpPr>
              <p:nvPr/>
            </p:nvSpPr>
            <p:spPr bwMode="auto">
              <a:xfrm>
                <a:off x="479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7" name="Rectangle 54"/>
              <p:cNvSpPr>
                <a:spLocks noChangeShapeType="1"/>
              </p:cNvSpPr>
              <p:nvPr/>
            </p:nvSpPr>
            <p:spPr bwMode="auto">
              <a:xfrm>
                <a:off x="489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8" name="Rectangle 55"/>
              <p:cNvSpPr>
                <a:spLocks noChangeShapeType="1"/>
              </p:cNvSpPr>
              <p:nvPr/>
            </p:nvSpPr>
            <p:spPr bwMode="auto">
              <a:xfrm>
                <a:off x="499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39" name="Rectangle 56"/>
              <p:cNvSpPr>
                <a:spLocks noChangeShapeType="1"/>
              </p:cNvSpPr>
              <p:nvPr/>
            </p:nvSpPr>
            <p:spPr bwMode="auto">
              <a:xfrm>
                <a:off x="508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40" name="Rectangle 57"/>
              <p:cNvSpPr>
                <a:spLocks noChangeShapeType="1"/>
              </p:cNvSpPr>
              <p:nvPr/>
            </p:nvSpPr>
            <p:spPr bwMode="auto">
              <a:xfrm>
                <a:off x="518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41" name="Rectangle 58"/>
              <p:cNvSpPr>
                <a:spLocks noChangeShapeType="1"/>
              </p:cNvSpPr>
              <p:nvPr/>
            </p:nvSpPr>
            <p:spPr bwMode="auto">
              <a:xfrm>
                <a:off x="5278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42" name="Rectangle 59"/>
              <p:cNvSpPr>
                <a:spLocks noChangeShapeType="1"/>
              </p:cNvSpPr>
              <p:nvPr/>
            </p:nvSpPr>
            <p:spPr bwMode="auto">
              <a:xfrm>
                <a:off x="5374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43" name="Rectangle 60"/>
              <p:cNvSpPr>
                <a:spLocks noChangeShapeType="1"/>
              </p:cNvSpPr>
              <p:nvPr/>
            </p:nvSpPr>
            <p:spPr bwMode="auto">
              <a:xfrm>
                <a:off x="5470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44" name="Rectangle 61"/>
              <p:cNvSpPr>
                <a:spLocks noChangeShapeType="1"/>
              </p:cNvSpPr>
              <p:nvPr/>
            </p:nvSpPr>
            <p:spPr bwMode="auto">
              <a:xfrm>
                <a:off x="5566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  <p:sp>
            <p:nvSpPr>
              <p:cNvPr id="3145" name="Rectangle 62"/>
              <p:cNvSpPr>
                <a:spLocks noChangeShapeType="1"/>
              </p:cNvSpPr>
              <p:nvPr/>
            </p:nvSpPr>
            <p:spPr bwMode="auto">
              <a:xfrm>
                <a:off x="5662" y="6"/>
                <a:ext cx="48" cy="4320"/>
              </a:xfrm>
              <a:prstGeom prst="rect">
                <a:avLst/>
              </a:prstGeom>
              <a:solidFill>
                <a:schemeClr val="accent2"/>
              </a:solidFill>
            </p:spPr>
            <p:txBody>
              <a:bodyPr wrap="none" anchor="ctr" anchorCtr="0"/>
              <a:lstStyle/>
              <a:p>
                <a:pPr>
                  <a:defRPr/>
                </a:pPr>
                <a:endParaRPr sz="1400"/>
              </a:p>
            </p:txBody>
          </p:sp>
        </p:grpSp>
        <p:sp>
          <p:nvSpPr>
            <p:cNvPr id="3084" name="Rectangle 63"/>
            <p:cNvSpPr>
              <a:spLocks noChangeShapeType="1"/>
            </p:cNvSpPr>
            <p:nvPr/>
          </p:nvSpPr>
          <p:spPr bwMode="auto">
            <a:xfrm>
              <a:off x="429" y="0"/>
              <a:ext cx="5331" cy="4320"/>
            </a:xfrm>
            <a:prstGeom prst="rect">
              <a:avLst/>
            </a:prstGeom>
            <a:solidFill>
              <a:schemeClr val="accent1">
                <a:alpha val="49803"/>
              </a:schemeClr>
            </a:soli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  <p:sp>
          <p:nvSpPr>
            <p:cNvPr id="3085" name="Rectangle 64"/>
            <p:cNvSpPr>
              <a:spLocks noChangeShapeType="1"/>
            </p:cNvSpPr>
            <p:nvPr/>
          </p:nvSpPr>
          <p:spPr bwMode="auto">
            <a:xfrm>
              <a:off x="0" y="0"/>
              <a:ext cx="5760" cy="321"/>
            </a:xfrm>
            <a:prstGeom prst="rect">
              <a:avLst/>
            </a:prstGeom>
            <a:solidFill>
              <a:schemeClr val="hlink">
                <a:alpha val="49803"/>
              </a:schemeClr>
            </a:solidFill>
          </p:spPr>
          <p:txBody>
            <a:bodyPr wrap="none" anchor="ctr" anchorCtr="0"/>
            <a:lstStyle/>
            <a:p>
              <a:pPr>
                <a:defRPr/>
              </a:pPr>
              <a:endParaRPr sz="1400"/>
            </a:p>
          </p:txBody>
        </p:sp>
      </p:grpSp>
      <p:pic>
        <p:nvPicPr>
          <p:cNvPr id="1511084362" name="Picture 76" descr="buetmono"/>
          <p:cNvPicPr>
            <a:picLocks noGrp="1" noChangeAspect="1"/>
          </p:cNvPicPr>
          <p:nvPr/>
        </p:nvPicPr>
        <p:blipFill rotWithShape="1">
          <a:blip r:embed="rId2"/>
          <a:stretch>
            <a:fillRect/>
          </a:stretch>
        </p:blipFill>
        <p:spPr bwMode="auto">
          <a:xfrm>
            <a:off x="0" y="0"/>
            <a:ext cx="685800" cy="665162"/>
          </a:xfrm>
          <a:prstGeom prst="rect">
            <a:avLst/>
          </a:prstGeom>
          <a:noFill/>
        </p:spPr>
      </p:pic>
      <p:sp>
        <p:nvSpPr>
          <p:cNvPr id="1111626698" name="Rectangle 77"/>
          <p:cNvSpPr>
            <a:spLocks noGrp="1" noChangeShapeType="1"/>
          </p:cNvSpPr>
          <p:nvPr/>
        </p:nvSpPr>
        <p:spPr bwMode="auto">
          <a:xfrm>
            <a:off x="3505199" y="2362199"/>
            <a:ext cx="4892675" cy="76200"/>
          </a:xfrm>
          <a:prstGeom prst="rect">
            <a:avLst/>
          </a:prstGeom>
          <a:solidFill>
            <a:schemeClr val="hlink">
              <a:alpha val="49803"/>
            </a:schemeClr>
          </a:solidFill>
        </p:spPr>
        <p:txBody>
          <a:bodyPr wrap="none" anchor="ctr" anchorCtr="0"/>
          <a:lstStyle/>
          <a:p>
            <a:pPr>
              <a:defRPr/>
            </a:pPr>
            <a:endParaRPr sz="1400"/>
          </a:p>
        </p:txBody>
      </p:sp>
      <p:sp>
        <p:nvSpPr>
          <p:cNvPr id="1590952426" name="Rectangle 9"/>
          <p:cNvSpPr>
            <a:spLocks noGrp="1" noChangeShapeType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1891400397" name="Rectangle 10"/>
          <p:cNvSpPr>
            <a:spLocks noGrp="1" noChangeShapeType="1"/>
          </p:cNvSpPr>
          <p:nvPr>
            <p:ph type="body" idx="1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  <a:noFill/>
        </p:spPr>
        <p:txBody>
          <a:bodyPr lIns="91440" tIns="45720" rIns="91440" bIns="45720"/>
          <a:lstStyle/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/>
              <a:t>Click to edit Master text styles</a:t>
            </a:r>
            <a:endParaRPr lang="en-US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lang="en-US"/>
              <a:t>Second level</a:t>
            </a:r>
            <a:endParaRPr lang="en-US"/>
          </a:p>
          <a:p>
            <a:pPr marL="1143000" lvl="2" indent="-228600">
              <a:spcBef>
                <a:spcPts val="0"/>
              </a:spcBef>
              <a:buClr>
                <a:srgbClr val="3333CC"/>
              </a:buClr>
              <a:buSzPct val="50000"/>
              <a:buFont typeface="Wingdings" panose="05000000000000000000"/>
              <a:buChar char="n"/>
              <a:defRPr/>
            </a:pPr>
            <a:r>
              <a:rPr lang="en-US"/>
              <a:t>Third level</a:t>
            </a:r>
            <a:endParaRPr lang="en-US"/>
          </a:p>
          <a:p>
            <a:pPr marL="1600200" lvl="3" indent="-228600">
              <a:spcBef>
                <a:spcPts val="0"/>
              </a:spcBef>
              <a:buClr>
                <a:srgbClr val="FFCF01"/>
              </a:buClr>
              <a:buSzPct val="55000"/>
              <a:buFont typeface="Wingdings" panose="05000000000000000000"/>
              <a:buChar char="n"/>
              <a:defRPr/>
            </a:pPr>
            <a:r>
              <a:rPr lang="en-US"/>
              <a:t>Fourth level</a:t>
            </a:r>
            <a:endParaRPr lang="en-US"/>
          </a:p>
          <a:p>
            <a:pPr marL="2057400" lvl="4" indent="-228600">
              <a:spcBef>
                <a:spcPts val="0"/>
              </a:spcBef>
              <a:buClr>
                <a:srgbClr val="00E4A8"/>
              </a:buClr>
              <a:buSzPct val="50000"/>
              <a:buFont typeface="Wingdings" panose="05000000000000000000"/>
              <a:buChar char="n"/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286360899" name="Date Placeholder 68"/>
          <p:cNvSpPr>
            <a:spLocks noGrp="1" noChangeShapeType="1"/>
          </p:cNvSpPr>
          <p:nvPr>
            <p:ph type="dt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295452579" name="Footer Placeholder 69"/>
          <p:cNvSpPr>
            <a:spLocks noGrp="1" noChangeShapeType="1"/>
          </p:cNvSpPr>
          <p:nvPr>
            <p:ph type="ft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512203889" name="Slide Number Placeholder 70"/>
          <p:cNvSpPr>
            <a:spLocks noGrp="1" noChangeShapeType="1"/>
          </p:cNvSpPr>
          <p:nvPr>
            <p:ph type="sldNum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PhAnim="0" userDrawn="1">
  <p:cSld name="Blank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6130896" name="Shape 2051"/>
          <p:cNvSpPr>
            <a:spLocks noGrp="1" noChangeShapeType="1"/>
          </p:cNvSpPr>
          <p:nvPr>
            <p:ph type="sldNum"/>
          </p:nvPr>
        </p:nvSpPr>
        <p:spPr bwMode="auto">
          <a:xfrm>
            <a:off x="8694737" y="6553200"/>
            <a:ext cx="449262" cy="30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marL="0" lvl="0" indent="0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>
                <a:solidFill>
                  <a:schemeClr val="lt2"/>
                </a:solidFill>
              </a:rPr>
            </a:fld>
            <a:endParaRPr lang="en-US" sz="1400">
              <a:solidFill>
                <a:schemeClr val="lt2"/>
              </a:solid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09023109" name="Rectangle 9"/>
          <p:cNvSpPr>
            <a:spLocks noGrp="1" noChangeShapeType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916573407" name="Rectangle 10"/>
          <p:cNvSpPr>
            <a:spLocks noGrp="1" noChangeShapeType="1"/>
          </p:cNvSpPr>
          <p:nvPr>
            <p:ph type="body" idx="1"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  <a:noFill/>
        </p:spPr>
        <p:txBody>
          <a:bodyPr lIns="91440" tIns="45720" rIns="91440" bIns="45720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/>
              <a:t>Click to edit Master text styles</a:t>
            </a:r>
            <a:endParaRPr lang="en-US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lang="en-US"/>
              <a:t>Second level</a:t>
            </a:r>
            <a:endParaRPr lang="en-US"/>
          </a:p>
          <a:p>
            <a:pPr marL="1143000" lvl="2" indent="-228600">
              <a:spcBef>
                <a:spcPts val="0"/>
              </a:spcBef>
              <a:buClr>
                <a:srgbClr val="3333CC"/>
              </a:buClr>
              <a:buSzPct val="50000"/>
              <a:buFont typeface="Wingdings" panose="05000000000000000000"/>
              <a:buChar char="n"/>
              <a:defRPr/>
            </a:pPr>
            <a:r>
              <a:rPr lang="en-US"/>
              <a:t>Third level</a:t>
            </a:r>
            <a:endParaRPr lang="en-US"/>
          </a:p>
          <a:p>
            <a:pPr marL="1600200" lvl="3" indent="-228600">
              <a:spcBef>
                <a:spcPts val="0"/>
              </a:spcBef>
              <a:buClr>
                <a:srgbClr val="FFCF01"/>
              </a:buClr>
              <a:buSzPct val="55000"/>
              <a:buFont typeface="Wingdings" panose="05000000000000000000"/>
              <a:buChar char="n"/>
              <a:defRPr/>
            </a:pPr>
            <a:r>
              <a:rPr lang="en-US"/>
              <a:t>Fourth level</a:t>
            </a:r>
            <a:endParaRPr lang="en-US"/>
          </a:p>
          <a:p>
            <a:pPr marL="2057400" lvl="4" indent="-228600">
              <a:spcBef>
                <a:spcPts val="0"/>
              </a:spcBef>
              <a:buClr>
                <a:srgbClr val="00E4A8"/>
              </a:buClr>
              <a:buSzPct val="50000"/>
              <a:buFont typeface="Wingdings" panose="05000000000000000000"/>
              <a:buChar char="n"/>
              <a:defRPr/>
            </a:pPr>
            <a:r>
              <a:rPr lang="en-US"/>
              <a:t>Fifth level</a:t>
            </a:r>
            <a:endParaRPr lang="en-US"/>
          </a:p>
        </p:txBody>
      </p:sp>
      <p:sp>
        <p:nvSpPr>
          <p:cNvPr id="1181186333" name="Rectangle 11"/>
          <p:cNvSpPr>
            <a:spLocks noGrp="1" noChangeShapeType="1"/>
          </p:cNvSpPr>
          <p:nvPr>
            <p:ph type="dt" idx="2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sz="1200"/>
              <a:t>*</a:t>
            </a:r>
            <a:endParaRPr sz="1200"/>
          </a:p>
        </p:txBody>
      </p:sp>
      <p:sp>
        <p:nvSpPr>
          <p:cNvPr id="757554126" name="Rectangle 12"/>
          <p:cNvSpPr>
            <a:spLocks noGrp="1" noChangeShapeType="1"/>
          </p:cNvSpPr>
          <p:nvPr>
            <p:ph type="ftr" idx="3"/>
          </p:nvPr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ctr">
              <a:spcBef>
                <a:spcPts val="0"/>
              </a:spcBef>
              <a:buNone/>
              <a:defRPr/>
            </a:pPr>
            <a:r>
              <a:rPr sz="1200"/>
              <a:t>Data Mining: Concepts and Techniques</a:t>
            </a:r>
            <a:endParaRPr sz="1200"/>
          </a:p>
        </p:txBody>
      </p:sp>
      <p:sp>
        <p:nvSpPr>
          <p:cNvPr id="440905607" name="Rectangle 13"/>
          <p:cNvSpPr>
            <a:spLocks noGrp="1" noChangeShapeType="1"/>
          </p:cNvSpPr>
          <p:nvPr>
            <p:ph type="sldNum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0" indent="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1pPr>
            <a:lvl2pPr marL="457200" indent="4572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2pPr>
            <a:lvl3pPr marL="914400" indent="9144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3pPr>
            <a:lvl4pPr marL="1371600" indent="13716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4pPr>
            <a:lvl5pPr marL="1828800" indent="1828800" algn="l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8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txStyles>
    <p:titleStyle>
      <a:lvl1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 panose="020B0604030504040204"/>
        </a:defRPr>
      </a:lvl1pPr>
      <a:lvl2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 panose="020B0604030504040204"/>
        </a:defRPr>
      </a:lvl2pPr>
      <a:lvl3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 panose="020B0604030504040204"/>
        </a:defRPr>
      </a:lvl3pPr>
      <a:lvl4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 panose="020B0604030504040204"/>
        </a:defRPr>
      </a:lvl4pPr>
      <a:lvl5pPr marL="0" indent="0" algn="ctr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3600" b="1" i="0">
          <a:solidFill>
            <a:schemeClr val="dk2"/>
          </a:solidFill>
          <a:latin typeface="Tahoma" panose="020B0604030504040204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titleStyle>
    <p:bodyStyle>
      <a:lvl1pPr marL="342900" indent="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3333CC"/>
        </a:buClr>
        <a:buSzPct val="60000"/>
        <a:buFont typeface="Wingdings" panose="05000000000000000000"/>
        <a:buChar char="n"/>
        <a:defRPr lang="en-US" sz="2800" b="0" i="0">
          <a:solidFill>
            <a:schemeClr val="dk1"/>
          </a:solidFill>
          <a:latin typeface="Tahoma" panose="020B0604030504040204"/>
        </a:defRPr>
      </a:lvl1pPr>
      <a:lvl2pPr marL="742950" indent="45720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FF0000"/>
        </a:buClr>
        <a:buSzPct val="55000"/>
        <a:buFont typeface="Wingdings" panose="05000000000000000000"/>
        <a:buChar char="n"/>
        <a:defRPr lang="en-US" sz="2400" b="0" i="0">
          <a:solidFill>
            <a:schemeClr val="dk1"/>
          </a:solidFill>
          <a:latin typeface="Tahoma" panose="020B0604030504040204"/>
        </a:defRPr>
      </a:lvl2pPr>
      <a:lvl3pPr marL="1143000" indent="91440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3333CC"/>
        </a:buClr>
        <a:buSzPct val="50000"/>
        <a:buFont typeface="Wingdings" panose="05000000000000000000"/>
        <a:buChar char="n"/>
        <a:defRPr lang="en-US" sz="2400" b="0" i="0">
          <a:solidFill>
            <a:schemeClr val="dk1"/>
          </a:solidFill>
          <a:latin typeface="Tahoma" panose="020B0604030504040204"/>
        </a:defRPr>
      </a:lvl3pPr>
      <a:lvl4pPr marL="1600200" indent="137160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FFCF01"/>
        </a:buClr>
        <a:buSzPct val="55000"/>
        <a:buFont typeface="Wingdings" panose="05000000000000000000"/>
        <a:buChar char="n"/>
        <a:defRPr lang="en-US" sz="2000" b="0" i="0">
          <a:solidFill>
            <a:schemeClr val="dk1"/>
          </a:solidFill>
          <a:latin typeface="Tahoma" panose="020B0604030504040204"/>
        </a:defRPr>
      </a:lvl4pPr>
      <a:lvl5pPr marL="2057400" indent="1828800" algn="l" defTabSz="914400" rtl="0">
        <a:lnSpc>
          <a:spcPct val="80000"/>
        </a:lnSpc>
        <a:spcBef>
          <a:spcPts val="0"/>
        </a:spcBef>
        <a:spcAft>
          <a:spcPts val="0"/>
        </a:spcAft>
        <a:buClr>
          <a:srgbClr val="00E4A8"/>
        </a:buClr>
        <a:buSzPct val="50000"/>
        <a:buFont typeface="Wingdings" panose="05000000000000000000"/>
        <a:buChar char="n"/>
        <a:defRPr lang="en-US" sz="2000" b="0" i="0">
          <a:solidFill>
            <a:schemeClr val="dk1"/>
          </a:solidFill>
          <a:latin typeface="Tahoma" panose="020B0604030504040204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bodyStyle>
    <p:otherStyle>
      <a:lvl1pPr marL="0" indent="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 panose="020B0604030504040204"/>
        </a:defRPr>
      </a:lvl1pPr>
      <a:lvl2pPr marL="457200" indent="4572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 panose="020B0604030504040204"/>
        </a:defRPr>
      </a:lvl2pPr>
      <a:lvl3pPr marL="914400" indent="9144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 panose="020B0604030504040204"/>
        </a:defRPr>
      </a:lvl3pPr>
      <a:lvl4pPr marL="1371600" indent="13716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 panose="020B0604030504040204"/>
        </a:defRPr>
      </a:lvl4pPr>
      <a:lvl5pPr marL="1828800" indent="1828800" algn="l" defTabSz="914400" rtl="0">
        <a:lnSpc>
          <a:spcPct val="100000"/>
        </a:lnSpc>
        <a:spcBef>
          <a:spcPts val="0"/>
        </a:spcBef>
        <a:spcAft>
          <a:spcPts val="0"/>
        </a:spcAft>
        <a:buNone/>
        <a:defRPr lang="en-US" sz="2800" b="0" i="0">
          <a:solidFill>
            <a:schemeClr val="dk1"/>
          </a:solidFill>
          <a:latin typeface="Tahoma" panose="020B0604030504040204"/>
        </a:defRPr>
      </a:lvl5pPr>
      <a:lvl6pPr>
        <a:defRPr lang="en-US" sz="1800"/>
      </a:lvl6pPr>
      <a:lvl7pPr>
        <a:defRPr lang="en-US" sz="1800"/>
      </a:lvl7pPr>
      <a:lvl8pPr>
        <a:defRPr lang="en-US" sz="1800"/>
      </a:lvl8pPr>
      <a:lvl9pPr>
        <a:defRPr lang="en-US" sz="1800"/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86054146" name="Rectangle 3"/>
          <p:cNvSpPr>
            <a:spLocks noGrp="1" noChangeShapeType="1"/>
          </p:cNvSpPr>
          <p:nvPr>
            <p:ph type="subTitle"/>
          </p:nvPr>
        </p:nvSpPr>
        <p:spPr bwMode="auto">
          <a:xfrm>
            <a:off x="685800" y="4962525"/>
            <a:ext cx="8382000" cy="1133475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0" algn="ctr">
              <a:buNone/>
              <a:defRPr/>
            </a:lvl1pPr>
            <a:lvl2pPr marL="457200" algn="ctr">
              <a:buNone/>
              <a:defRPr/>
            </a:lvl2pPr>
            <a:lvl3pPr marL="914400" algn="ctr">
              <a:buNone/>
              <a:defRPr/>
            </a:lvl3pPr>
            <a:lvl4pPr marL="1371600" algn="ctr">
              <a:buNone/>
              <a:defRPr/>
            </a:lvl4pPr>
            <a:lvl5pPr marL="1828800" algn="ctr">
              <a:buNone/>
              <a:defRPr/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000">
                <a:solidFill>
                  <a:srgbClr val="0000FF"/>
                </a:solidFill>
              </a:rPr>
              <a:t>Institute of Information and Communication Technology (IICT)</a:t>
            </a:r>
            <a:endParaRPr lang="en-US" sz="2000">
              <a:solidFill>
                <a:srgbClr val="0000FF"/>
              </a:solidFill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000">
                <a:solidFill>
                  <a:srgbClr val="0000FF"/>
                </a:solidFill>
              </a:rPr>
              <a:t>Bangladesh University of Engineering and Technology (BUET)</a:t>
            </a:r>
            <a:endParaRPr lang="en-US" sz="2000">
              <a:solidFill>
                <a:srgbClr val="0000FF"/>
              </a:solidFill>
            </a:endParaRPr>
          </a:p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000">
                <a:solidFill>
                  <a:srgbClr val="0000FF"/>
                </a:solidFill>
              </a:rPr>
              <a:t>Dhaka 1000, Bangladesh</a:t>
            </a:r>
            <a:endParaRPr lang="en-US" sz="2000">
              <a:solidFill>
                <a:srgbClr val="0000FF"/>
              </a:solidFill>
            </a:endParaRPr>
          </a:p>
        </p:txBody>
      </p:sp>
      <p:pic>
        <p:nvPicPr>
          <p:cNvPr id="289446054" name="Picture 3" descr="Water lilies"/>
          <p:cNvPicPr>
            <a:picLocks noGrp="1"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0" y="0"/>
            <a:ext cx="9144000" cy="6911975"/>
          </a:xfrm>
          <a:prstGeom prst="rect">
            <a:avLst/>
          </a:prstGeom>
          <a:noFill/>
        </p:spPr>
      </p:pic>
      <p:sp>
        <p:nvSpPr>
          <p:cNvPr id="1783908858" name="Text Box 4"/>
          <p:cNvSpPr txBox="1">
            <a:spLocks noGrp="1" noChangeShapeType="1"/>
          </p:cNvSpPr>
          <p:nvPr/>
        </p:nvSpPr>
        <p:spPr bwMode="auto">
          <a:xfrm>
            <a:off x="76200" y="0"/>
            <a:ext cx="8991600" cy="5662612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6000">
                <a:solidFill>
                  <a:srgbClr val="FF0000"/>
                </a:solidFill>
                <a:latin typeface="Arial" panose="020B0604020202020204"/>
                <a:ea typeface="Arial" panose="020B0604020202020204"/>
              </a:rPr>
              <a:t>Warmest Regards </a:t>
            </a:r>
            <a:endParaRPr lang="en-US" sz="6000">
              <a:solidFill>
                <a:srgbClr val="FF0000"/>
              </a:solidFill>
              <a:latin typeface="Arial" panose="020B0604020202020204"/>
              <a:ea typeface="Arial" panose="020B0604020202020204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6000">
                <a:solidFill>
                  <a:srgbClr val="FF0000"/>
                </a:solidFill>
                <a:latin typeface="Arial" panose="020B0604020202020204"/>
                <a:ea typeface="Arial" panose="020B0604020202020204"/>
              </a:rPr>
              <a:t>from </a:t>
            </a:r>
            <a:endParaRPr lang="en-US" sz="6000">
              <a:solidFill>
                <a:srgbClr val="FF0000"/>
              </a:solidFill>
              <a:latin typeface="Arial" panose="020B0604020202020204"/>
              <a:ea typeface="Arial" panose="020B0604020202020204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4400" b="1" i="0" u="none">
                <a:solidFill>
                  <a:srgbClr val="FF0000"/>
                </a:solidFill>
                <a:latin typeface="Arial" panose="020B0604020202020204"/>
                <a:ea typeface="Arial" panose="020B0604020202020204"/>
              </a:rPr>
              <a:t>Golam Md. Muradul Bashir</a:t>
            </a:r>
            <a:endParaRPr lang="en-US" sz="4400" b="1" i="0" u="none">
              <a:solidFill>
                <a:srgbClr val="FF0000"/>
              </a:solidFill>
              <a:latin typeface="Arial" panose="020B0604020202020204"/>
              <a:ea typeface="Arial" panose="020B0604020202020204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4400" b="1" i="0" u="none">
                <a:solidFill>
                  <a:srgbClr val="FF0000"/>
                </a:solidFill>
                <a:latin typeface="Arial" panose="020B0604020202020204"/>
                <a:ea typeface="Arial" panose="020B0604020202020204"/>
              </a:rPr>
              <a:t>Professor &amp; Chairman</a:t>
            </a:r>
            <a:endParaRPr lang="en-US" sz="4400" b="1" i="0" u="none">
              <a:solidFill>
                <a:srgbClr val="FF0000"/>
              </a:solidFill>
              <a:latin typeface="Arial" panose="020B0604020202020204"/>
              <a:ea typeface="Arial" panose="020B0604020202020204"/>
            </a:endParaRPr>
          </a:p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3200" b="1" i="0" u="none">
                <a:solidFill>
                  <a:srgbClr val="FF0000"/>
                </a:solidFill>
                <a:latin typeface="Arial" panose="020B0604020202020204"/>
                <a:ea typeface="Arial" panose="020B0604020202020204"/>
              </a:rPr>
              <a:t>Dept. of Computer &amp; Communication Engineering</a:t>
            </a:r>
            <a:endParaRPr lang="en-US" sz="3200" b="1" i="0" u="none">
              <a:solidFill>
                <a:srgbClr val="FF0000"/>
              </a:solidFill>
              <a:latin typeface="Arial" panose="020B0604020202020204"/>
              <a:ea typeface="Arial" panose="020B0604020202020204"/>
            </a:endParaRPr>
          </a:p>
        </p:txBody>
      </p:sp>
      <p:sp>
        <p:nvSpPr>
          <p:cNvPr id="1620001911" name="Slide Number Placeholder 4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>
                <a:solidFill>
                  <a:srgbClr val="898989"/>
                </a:solidFill>
                <a:latin typeface="Calibri" panose="020F0502020204030204"/>
                <a:ea typeface="Arial" panose="020B0604020202020204"/>
              </a:rPr>
            </a:fld>
            <a:endParaRPr lang="en-US" sz="1400">
              <a:solidFill>
                <a:srgbClr val="898989"/>
              </a:solidFill>
              <a:latin typeface="Calibri" panose="020F0502020204030204"/>
              <a:ea typeface="Arial" panose="020B0604020202020204"/>
            </a:endParaRPr>
          </a:p>
        </p:txBody>
      </p:sp>
      <p:sp>
        <p:nvSpPr>
          <p:cNvPr id="1109788267" name="Rectangle 1"/>
          <p:cNvSpPr>
            <a:spLocks noGrp="1" noChangeShapeType="1"/>
          </p:cNvSpPr>
          <p:nvPr/>
        </p:nvSpPr>
        <p:spPr bwMode="auto">
          <a:xfrm>
            <a:off x="0" y="5611812"/>
            <a:ext cx="9144000" cy="1200150"/>
          </a:xfrm>
          <a:prstGeom prst="rect">
            <a:avLst/>
          </a:prstGeom>
          <a:noFill/>
        </p:spPr>
        <p:txBody>
          <a:bodyPr lIns="91440" tIns="45720" rIns="91440" bIns="45720">
            <a:spAutoFit/>
          </a:bodyPr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3600" b="1" i="0" u="none">
                <a:solidFill>
                  <a:srgbClr val="FF0000"/>
                </a:solidFill>
              </a:rPr>
              <a:t>Patuakhali Science and Technology University</a:t>
            </a:r>
            <a:endParaRPr lang="en-US" sz="3600" b="1" i="0" u="none">
              <a:solidFill>
                <a:srgbClr val="FF0000"/>
              </a:solidFill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50">
        <p:split orient="vert"/>
      </p:transition>
    </mc:Choice>
    <mc:Fallback>
      <p:transition spd="med">
        <p:split orient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3870476" name="Date Placeholder 3"/>
          <p:cNvSpPr txBox="1">
            <a:spLocks noGrp="1" noChangeShapeType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</a:fld>
            <a:endParaRPr lang="en-US" sz="1200"/>
          </a:p>
        </p:txBody>
      </p:sp>
      <p:sp>
        <p:nvSpPr>
          <p:cNvPr id="1405528830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  <p:sp>
        <p:nvSpPr>
          <p:cNvPr id="1243312847" name="Rectangle 2"/>
          <p:cNvSpPr>
            <a:spLocks noGrp="1" noChangeShapeType="1"/>
          </p:cNvSpPr>
          <p:nvPr>
            <p:ph type="title"/>
          </p:nvPr>
        </p:nvSpPr>
        <p:spPr bwMode="auto">
          <a:xfrm>
            <a:off x="457200" y="304800"/>
            <a:ext cx="8077200" cy="27432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4800"/>
              <a:t>Optical Fiber</a:t>
            </a:r>
            <a:br>
              <a:rPr lang="en-US" sz="4800"/>
            </a:br>
            <a:r>
              <a:rPr lang="en-US" sz="4800"/>
              <a:t>Communications</a:t>
            </a:r>
            <a:br>
              <a:rPr lang="en-US" sz="4800"/>
            </a:br>
            <a:r>
              <a:rPr lang="en-US" sz="4400"/>
              <a:t> </a:t>
            </a:r>
            <a:r>
              <a:rPr lang="en-US" sz="2400">
                <a:latin typeface="Berlin Sans FB Demi"/>
              </a:rPr>
              <a:t>— Chapter 1 —</a:t>
            </a:r>
            <a:br>
              <a:rPr lang="en-US" sz="2400">
                <a:latin typeface="Berlin Sans FB Demi"/>
              </a:rPr>
            </a:br>
            <a:r>
              <a:rPr lang="en-US" sz="2400">
                <a:latin typeface="Berlin Sans FB Demi"/>
              </a:rPr>
              <a:t>— Introduction —</a:t>
            </a:r>
            <a:endParaRPr lang="en-US" sz="2400">
              <a:latin typeface="Berlin Sans FB Demi"/>
            </a:endParaRPr>
          </a:p>
        </p:txBody>
      </p:sp>
      <p:sp>
        <p:nvSpPr>
          <p:cNvPr id="1285106228" name="Rectangle 3"/>
          <p:cNvSpPr>
            <a:spLocks noGrp="1" noChangeShapeType="1"/>
          </p:cNvSpPr>
          <p:nvPr>
            <p:ph type="body"/>
          </p:nvPr>
        </p:nvSpPr>
        <p:spPr bwMode="auto">
          <a:xfrm>
            <a:off x="304800" y="4114800"/>
            <a:ext cx="8305800" cy="24384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9773426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Introduction</a:t>
            </a:r>
            <a:endParaRPr lang="en-US"/>
          </a:p>
        </p:txBody>
      </p:sp>
      <p:sp>
        <p:nvSpPr>
          <p:cNvPr id="1866083602" name="Content Placeholder 2"/>
          <p:cNvSpPr>
            <a:spLocks noGrp="1" noChangeShapeType="1"/>
          </p:cNvSpPr>
          <p:nvPr>
            <p:ph/>
          </p:nvPr>
        </p:nvSpPr>
        <p:spPr bwMode="auto">
          <a:xfrm>
            <a:off x="380999" y="1447799"/>
            <a:ext cx="8763719" cy="4102967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/>
              <a:t>Communication may be broadly defined as the </a:t>
            </a:r>
            <a:r>
              <a:rPr lang="en-US">
                <a:solidFill>
                  <a:srgbClr val="FF0000"/>
                </a:solidFill>
              </a:rPr>
              <a:t>transfer of information from one point to another</a:t>
            </a:r>
            <a:r>
              <a:rPr lang="en-US"/>
              <a:t>. </a:t>
            </a:r>
            <a:endParaRPr lang="en-US"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/>
              <a:t>When the information is to be conveyed over any distance a </a:t>
            </a:r>
            <a:r>
              <a:rPr lang="en-US">
                <a:solidFill>
                  <a:srgbClr val="FF0000"/>
                </a:solidFill>
              </a:rPr>
              <a:t>communication system is usually required. </a:t>
            </a:r>
            <a:endParaRPr lang="en-US">
              <a:solidFill>
                <a:srgbClr val="FF0000"/>
              </a:solidFill>
            </a:endParaRPr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/>
              <a:t>Information transfer is frequently achieved by </a:t>
            </a:r>
            <a:r>
              <a:rPr lang="en-US">
                <a:solidFill>
                  <a:srgbClr val="FF0000"/>
                </a:solidFill>
              </a:rPr>
              <a:t>superimposing or modulating the information onto an electromagnetic wave </a:t>
            </a:r>
            <a:r>
              <a:rPr lang="en-US"/>
              <a:t>which acts as a carrier for the information signal </a:t>
            </a:r>
            <a:endParaRPr lang="en-US"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/>
              <a:t>Sophisticated techniques have been developed for this process</a:t>
            </a:r>
            <a:endParaRPr lang="en-US"/>
          </a:p>
        </p:txBody>
      </p:sp>
      <p:sp>
        <p:nvSpPr>
          <p:cNvPr id="2041309311" name="Date Placeholder 3"/>
          <p:cNvSpPr txBox="1">
            <a:spLocks noGrp="1" noChangeShapeType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</a:fld>
            <a:endParaRPr lang="en-US" sz="1200"/>
          </a:p>
        </p:txBody>
      </p:sp>
      <p:sp>
        <p:nvSpPr>
          <p:cNvPr id="1335869775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083602">
                                            <p:txEl>
                                              <p:pRg st="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66083602">
                                            <p:txEl>
                                              <p:pRg st="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66083602">
                                            <p:txEl>
                                              <p:pRg st="0" end="9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083602">
                                            <p:txEl>
                                              <p:pRg st="96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66083602">
                                            <p:txEl>
                                              <p:pRg st="96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66083602">
                                            <p:txEl>
                                              <p:pRg st="96" end="19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083602">
                                            <p:txEl>
                                              <p:pRg st="198" end="3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66083602">
                                            <p:txEl>
                                              <p:pRg st="198" end="37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66083602">
                                            <p:txEl>
                                              <p:pRg st="198" end="37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6083602">
                                            <p:txEl>
                                              <p:pRg st="370" end="43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66083602">
                                            <p:txEl>
                                              <p:pRg st="370" end="43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66083602">
                                            <p:txEl>
                                              <p:pRg st="370" end="43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119285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Historical development</a:t>
            </a:r>
            <a:endParaRPr lang="en-US"/>
          </a:p>
        </p:txBody>
      </p:sp>
      <p:sp>
        <p:nvSpPr>
          <p:cNvPr id="1760747615" name="Content Placeholder 2"/>
          <p:cNvSpPr>
            <a:spLocks noGrp="1" noChangeShapeType="1"/>
          </p:cNvSpPr>
          <p:nvPr>
            <p:ph/>
          </p:nvPr>
        </p:nvSpPr>
        <p:spPr bwMode="auto">
          <a:xfrm>
            <a:off x="380999" y="1447799"/>
            <a:ext cx="8763719" cy="3334871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t>As early as 1880 </a:t>
            </a:r>
            <a:r>
              <a:rPr>
                <a:solidFill>
                  <a:srgbClr val="FF0000"/>
                </a:solidFill>
              </a:rPr>
              <a:t>Alexander Graham Bell reported the transmission of speech using a light beam</a:t>
            </a:r>
            <a:endParaRPr>
              <a:solidFill>
                <a:srgbClr val="FF0000"/>
              </a:solidFill>
            </a:endParaRPr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t>Although some investigation of optical communication continued in </a:t>
            </a:r>
            <a:r>
              <a:rPr>
                <a:solidFill>
                  <a:srgbClr val="FF0000"/>
                </a:solidFill>
              </a:rPr>
              <a:t>the early part of the twentieth century its use was limited to mobile</a:t>
            </a:r>
            <a:endParaRPr>
              <a:solidFill>
                <a:srgbClr val="FF0000"/>
              </a:solidFill>
            </a:endParaRPr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t>This was due to both </a:t>
            </a:r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b="0" i="0" u="none"/>
              <a:t>the </a:t>
            </a:r>
            <a:r>
              <a:rPr b="0" i="0" u="none">
                <a:solidFill>
                  <a:srgbClr val="FF0000"/>
                </a:solidFill>
              </a:rPr>
              <a:t>lack of suitable light sources </a:t>
            </a:r>
            <a:r>
              <a:rPr b="0" i="0" u="none"/>
              <a:t>and </a:t>
            </a:r>
            <a:endParaRPr b="0" i="0" u="none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b="0" i="0" u="none"/>
              <a:t>Severely affected by disturbances such as </a:t>
            </a:r>
            <a:r>
              <a:rPr b="0" i="0" u="none">
                <a:solidFill>
                  <a:srgbClr val="FF0000"/>
                </a:solidFill>
              </a:rPr>
              <a:t>rain, snow, fog, dust and atmospheric turbulence </a:t>
            </a:r>
            <a:r>
              <a:rPr b="0" i="0" u="none"/>
              <a:t>(disorder).</a:t>
            </a:r>
            <a:endParaRPr b="0" i="0" u="none"/>
          </a:p>
        </p:txBody>
      </p:sp>
      <p:sp>
        <p:nvSpPr>
          <p:cNvPr id="1419945539" name="Date Placeholder 3"/>
          <p:cNvSpPr txBox="1">
            <a:spLocks noGrp="1" noChangeShapeType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</a:fld>
            <a:endParaRPr lang="en-US" sz="1200"/>
          </a:p>
        </p:txBody>
      </p:sp>
      <p:sp>
        <p:nvSpPr>
          <p:cNvPr id="1124473288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747615">
                                            <p:txEl>
                                              <p:pRg st="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60747615">
                                            <p:txEl>
                                              <p:pRg st="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60747615">
                                            <p:txEl>
                                              <p:pRg st="0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747615">
                                            <p:txEl>
                                              <p:pRg st="94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60747615">
                                            <p:txEl>
                                              <p:pRg st="94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60747615">
                                            <p:txEl>
                                              <p:pRg st="94" end="23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747615">
                                            <p:txEl>
                                              <p:pRg st="230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60747615">
                                            <p:txEl>
                                              <p:pRg st="230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60747615">
                                            <p:txEl>
                                              <p:pRg st="230" end="25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747615">
                                            <p:txEl>
                                              <p:pRg st="252" end="2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760747615">
                                            <p:txEl>
                                              <p:pRg st="252" end="29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760747615">
                                            <p:txEl>
                                              <p:pRg st="252" end="29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0747615">
                                            <p:txEl>
                                              <p:pRg st="292" end="39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760747615">
                                            <p:txEl>
                                              <p:pRg st="292" end="39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760747615">
                                            <p:txEl>
                                              <p:pRg st="292" end="39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1226223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Historical development</a:t>
            </a:r>
            <a:endParaRPr lang="en-US"/>
          </a:p>
        </p:txBody>
      </p:sp>
      <p:sp>
        <p:nvSpPr>
          <p:cNvPr id="1747712509" name="Content Placeholder 2"/>
          <p:cNvSpPr>
            <a:spLocks noGrp="1" noChangeShapeType="1"/>
          </p:cNvSpPr>
          <p:nvPr>
            <p:ph/>
          </p:nvPr>
        </p:nvSpPr>
        <p:spPr bwMode="auto">
          <a:xfrm>
            <a:off x="380999" y="1447799"/>
            <a:ext cx="8763719" cy="2993495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/>
              <a:t>A renewed interest in optical communication was stimulated in the </a:t>
            </a:r>
            <a:r>
              <a:rPr lang="en-US">
                <a:solidFill>
                  <a:srgbClr val="FF0000"/>
                </a:solidFill>
              </a:rPr>
              <a:t>early 1960s with the invention of the laser</a:t>
            </a:r>
            <a:endParaRPr lang="en-US">
              <a:solidFill>
                <a:srgbClr val="FF0000"/>
              </a:solidFill>
            </a:endParaRPr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/>
              <a:t>This device provided a powerful </a:t>
            </a:r>
            <a:r>
              <a:rPr lang="en-US">
                <a:solidFill>
                  <a:srgbClr val="FF0000"/>
                </a:solidFill>
              </a:rPr>
              <a:t>coherent light source, together with the possibility of modulation at high frequency</a:t>
            </a:r>
            <a:endParaRPr lang="en-US">
              <a:solidFill>
                <a:srgbClr val="FF0000"/>
              </a:solidFill>
            </a:endParaRPr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/>
              <a:t>The use of the laser for free space optical communication proved somewhat limited</a:t>
            </a:r>
            <a:endParaRPr lang="en-US"/>
          </a:p>
        </p:txBody>
      </p:sp>
      <p:sp>
        <p:nvSpPr>
          <p:cNvPr id="1085177759" name="Date Placeholder 3"/>
          <p:cNvSpPr txBox="1">
            <a:spLocks noGrp="1" noChangeShapeType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1841528033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712509">
                                            <p:txEl>
                                              <p:pRg st="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47712509">
                                            <p:txEl>
                                              <p:pRg st="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47712509">
                                            <p:txEl>
                                              <p:pRg st="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712509">
                                            <p:txEl>
                                              <p:pRg st="110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747712509">
                                            <p:txEl>
                                              <p:pRg st="110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747712509">
                                            <p:txEl>
                                              <p:pRg st="110" end="2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7712509">
                                            <p:txEl>
                                              <p:pRg st="227" end="30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747712509">
                                            <p:txEl>
                                              <p:pRg st="227" end="30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747712509">
                                            <p:txEl>
                                              <p:pRg st="227" end="30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09863076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Historical development</a:t>
            </a:r>
            <a:endParaRPr lang="en-US"/>
          </a:p>
        </p:txBody>
      </p:sp>
      <p:sp>
        <p:nvSpPr>
          <p:cNvPr id="1908290566" name="Content Placeholder 2"/>
          <p:cNvSpPr>
            <a:spLocks noGrp="1" noChangeShapeType="1"/>
          </p:cNvSpPr>
          <p:nvPr>
            <p:ph/>
          </p:nvPr>
        </p:nvSpPr>
        <p:spPr bwMode="auto">
          <a:xfrm>
            <a:off x="380999" y="1395845"/>
            <a:ext cx="8763719" cy="1798679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/>
              <a:t>The </a:t>
            </a:r>
            <a:r>
              <a:rPr lang="en-US">
                <a:solidFill>
                  <a:srgbClr val="FF0000"/>
                </a:solidFill>
              </a:rPr>
              <a:t>proposals for optical communication via dielectric waveguides </a:t>
            </a:r>
            <a:r>
              <a:rPr lang="en-US"/>
              <a:t>or optical fibers fabricated from glass to avoid degradation of the optical signal by the atmosphere were made almost simultaneously in </a:t>
            </a:r>
            <a:r>
              <a:rPr lang="en-US">
                <a:solidFill>
                  <a:srgbClr val="FF0000"/>
                </a:solidFill>
              </a:rPr>
              <a:t>1966 by Kao and Hockham</a:t>
            </a:r>
            <a:endParaRPr lang="en-US">
              <a:solidFill>
                <a:srgbClr val="FF0000"/>
              </a:solidFill>
            </a:endParaRPr>
          </a:p>
        </p:txBody>
      </p:sp>
      <p:sp>
        <p:nvSpPr>
          <p:cNvPr id="188899089" name="Date Placeholder 3"/>
          <p:cNvSpPr txBox="1">
            <a:spLocks noGrp="1" noChangeShapeType="1"/>
          </p:cNvSpPr>
          <p:nvPr/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531750025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08290566">
                                            <p:txEl>
                                              <p:pRg st="0" end="2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08290566">
                                            <p:txEl>
                                              <p:pRg st="0" end="2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08290566">
                                            <p:txEl>
                                              <p:pRg st="0" end="2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50305571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The general system</a:t>
            </a:r>
            <a:endParaRPr lang="en-US"/>
          </a:p>
        </p:txBody>
      </p:sp>
      <p:sp>
        <p:nvSpPr>
          <p:cNvPr id="965701970" name="Content Placeholder 2"/>
          <p:cNvSpPr>
            <a:spLocks noGrp="1" noChangeShapeType="1"/>
          </p:cNvSpPr>
          <p:nvPr>
            <p:ph/>
          </p:nvPr>
        </p:nvSpPr>
        <p:spPr bwMode="auto">
          <a:xfrm>
            <a:off x="380999" y="1447799"/>
            <a:ext cx="8763719" cy="3590903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/>
              <a:t>An optical fiber communication system is similar in basic concept to any type of communication system. </a:t>
            </a:r>
            <a:endParaRPr lang="en-US"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/>
              <a:t>In electrical communications the information source provides an electrical signal, usually derived from a message signal which is not electrical </a:t>
            </a:r>
            <a:r>
              <a:rPr lang="en-US">
                <a:solidFill>
                  <a:srgbClr val="FF0000"/>
                </a:solidFill>
              </a:rPr>
              <a:t>(e.g. sound), </a:t>
            </a:r>
            <a:r>
              <a:rPr lang="en-US"/>
              <a:t>to a transmitter comprising electrical and electronic components which converts the </a:t>
            </a:r>
            <a:r>
              <a:rPr lang="en-US">
                <a:solidFill>
                  <a:srgbClr val="FF0000"/>
                </a:solidFill>
              </a:rPr>
              <a:t>signal into a suitable form for propagation over the transmission medium</a:t>
            </a:r>
            <a:r>
              <a:rPr lang="en-US"/>
              <a:t>.</a:t>
            </a:r>
            <a:endParaRPr lang="en-US"/>
          </a:p>
        </p:txBody>
      </p:sp>
      <p:sp>
        <p:nvSpPr>
          <p:cNvPr id="1656754328" name="Date Placeholder 3"/>
          <p:cNvSpPr txBox="1">
            <a:spLocks noGrp="1" noChangeShapeType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</a:fld>
            <a:endParaRPr lang="en-US" sz="1200"/>
          </a:p>
        </p:txBody>
      </p:sp>
      <p:sp>
        <p:nvSpPr>
          <p:cNvPr id="842266335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701970">
                                            <p:txEl>
                                              <p:pRg st="0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65701970">
                                            <p:txEl>
                                              <p:pRg st="0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65701970">
                                            <p:txEl>
                                              <p:pRg st="0" end="10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5701970">
                                            <p:txEl>
                                              <p:pRg st="104" end="4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965701970">
                                            <p:txEl>
                                              <p:pRg st="104" end="4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965701970">
                                            <p:txEl>
                                              <p:pRg st="104" end="4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05845880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The general system</a:t>
            </a:r>
            <a:endParaRPr lang="en-US"/>
          </a:p>
        </p:txBody>
      </p:sp>
      <p:sp>
        <p:nvSpPr>
          <p:cNvPr id="743179017" name="Content Placeholder 2"/>
          <p:cNvSpPr>
            <a:spLocks noGrp="1" noChangeShapeType="1"/>
          </p:cNvSpPr>
          <p:nvPr>
            <p:ph/>
          </p:nvPr>
        </p:nvSpPr>
        <p:spPr bwMode="auto">
          <a:xfrm>
            <a:off x="380999" y="1447799"/>
            <a:ext cx="8763719" cy="4773527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t>This is often achieved by modulating a carrier, which may be an electromagnetic wave.</a:t>
            </a:r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t>The transmission medium can consist of </a:t>
            </a:r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t>a pair of wires,  </a:t>
            </a:r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t>a coaxial cable or </a:t>
            </a:r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t>a radio link</a:t>
            </a:r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b="0" i="0" u="none"/>
              <a:t>In any transmission medium the signal is </a:t>
            </a:r>
            <a:endParaRPr b="0" i="0" u="none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b="0" i="0" u="none"/>
              <a:t>attenuated, or </a:t>
            </a:r>
            <a:endParaRPr b="0" i="0" u="none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b="0" i="0" u="none"/>
              <a:t>suffers loss, and </a:t>
            </a:r>
            <a:endParaRPr b="0" i="0" u="none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b="0" i="0" u="none"/>
              <a:t>is subject to </a:t>
            </a:r>
            <a:r>
              <a:rPr b="0" i="0" u="none">
                <a:solidFill>
                  <a:srgbClr val="FF0000"/>
                </a:solidFill>
              </a:rPr>
              <a:t>degradations due to contamination (pollution) by random signals and noise</a:t>
            </a:r>
            <a:r>
              <a:rPr b="0" i="0" u="none"/>
              <a:t>, as well as </a:t>
            </a:r>
            <a:endParaRPr b="0" i="0" u="none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b="0" i="0" u="none"/>
              <a:t>possible distortions imposed by mechanisms within the medium itself</a:t>
            </a:r>
            <a:endParaRPr b="0" i="0" u="none"/>
          </a:p>
        </p:txBody>
      </p:sp>
      <p:sp>
        <p:nvSpPr>
          <p:cNvPr id="1784781141" name="Date Placeholder 3"/>
          <p:cNvSpPr txBox="1">
            <a:spLocks noGrp="1" noChangeShapeType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</a:fld>
            <a:endParaRPr lang="en-US" sz="1200"/>
          </a:p>
        </p:txBody>
      </p:sp>
      <p:sp>
        <p:nvSpPr>
          <p:cNvPr id="502963022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0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43179017">
                                            <p:txEl>
                                              <p:pRg st="0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43179017">
                                            <p:txEl>
                                              <p:pRg st="0" end="8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86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43179017">
                                            <p:txEl>
                                              <p:pRg st="86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43179017">
                                            <p:txEl>
                                              <p:pRg st="86" end="12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126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43179017">
                                            <p:txEl>
                                              <p:pRg st="126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43179017">
                                            <p:txEl>
                                              <p:pRg st="126" end="14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145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43179017">
                                            <p:txEl>
                                              <p:pRg st="145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43179017">
                                            <p:txEl>
                                              <p:pRg st="145" end="1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165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43179017">
                                            <p:txEl>
                                              <p:pRg st="165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43179017">
                                            <p:txEl>
                                              <p:pRg st="165" end="17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178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43179017">
                                            <p:txEl>
                                              <p:pRg st="178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43179017">
                                            <p:txEl>
                                              <p:pRg st="178" end="2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220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43179017">
                                            <p:txEl>
                                              <p:pRg st="220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43179017">
                                            <p:txEl>
                                              <p:pRg st="220" end="23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236" end="2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43179017">
                                            <p:txEl>
                                              <p:pRg st="236" end="2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43179017">
                                            <p:txEl>
                                              <p:pRg st="236" end="2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255" end="35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43179017">
                                            <p:txEl>
                                              <p:pRg st="255" end="35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43179017">
                                            <p:txEl>
                                              <p:pRg st="255" end="35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3179017">
                                            <p:txEl>
                                              <p:pRg st="356" end="42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43179017">
                                            <p:txEl>
                                              <p:pRg st="356" end="42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43179017">
                                            <p:txEl>
                                              <p:pRg st="356" end="42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08886172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The general system</a:t>
            </a:r>
            <a:endParaRPr lang="en-US"/>
          </a:p>
        </p:txBody>
      </p:sp>
      <p:sp>
        <p:nvSpPr>
          <p:cNvPr id="1277372452" name="Content Placeholder 2"/>
          <p:cNvSpPr>
            <a:spLocks noGrp="1" noChangeShapeType="1"/>
          </p:cNvSpPr>
          <p:nvPr>
            <p:ph/>
          </p:nvPr>
        </p:nvSpPr>
        <p:spPr bwMode="auto">
          <a:xfrm>
            <a:off x="380999" y="1447799"/>
            <a:ext cx="8763719" cy="4444344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t>in any communication system there is a maximum permitted distance between the transmitter and the receiver </a:t>
            </a:r>
            <a:r>
              <a:rPr>
                <a:solidFill>
                  <a:srgbClr val="FF0000"/>
                </a:solidFill>
              </a:rPr>
              <a:t>beyond which the system effectively ceases (ends) to give intelligible communication</a:t>
            </a:r>
            <a:endParaRPr lang="en-US"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t>For long haul applications these factors necessitate </a:t>
            </a:r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b="0" i="0" u="none"/>
              <a:t>the installation of repeaters or </a:t>
            </a:r>
            <a:endParaRPr b="0" i="0" u="none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b="0" i="0" u="none"/>
              <a:t>line amplifiers at intervals,</a:t>
            </a:r>
            <a:endParaRPr b="0" i="0" u="none"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b="0" i="0" u="none"/>
              <a:t>both to remove signal </a:t>
            </a:r>
            <a:r>
              <a:rPr b="0" i="0" u="none">
                <a:solidFill>
                  <a:srgbClr val="FF0000"/>
                </a:solidFill>
              </a:rPr>
              <a:t>distortion and to increase signal level before transmission is continued down the link</a:t>
            </a:r>
            <a:endParaRPr b="0" i="0" u="none">
              <a:solidFill>
                <a:srgbClr val="FF0000"/>
              </a:solidFill>
            </a:endParaRPr>
          </a:p>
        </p:txBody>
      </p:sp>
      <p:sp>
        <p:nvSpPr>
          <p:cNvPr id="1324921968" name="Date Placeholder 3"/>
          <p:cNvSpPr txBox="1">
            <a:spLocks noGrp="1" noChangeShapeType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</a:fld>
            <a:endParaRPr lang="en-US" sz="1200"/>
          </a:p>
        </p:txBody>
      </p:sp>
      <p:sp>
        <p:nvSpPr>
          <p:cNvPr id="1924544430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372452">
                                            <p:txEl>
                                              <p:pRg st="1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7372452">
                                            <p:txEl>
                                              <p:pRg st="1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7372452">
                                            <p:txEl>
                                              <p:pRg st="1" end="19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372452">
                                            <p:txEl>
                                              <p:pRg st="193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77372452">
                                            <p:txEl>
                                              <p:pRg st="193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77372452">
                                            <p:txEl>
                                              <p:pRg st="193" end="24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372452">
                                            <p:txEl>
                                              <p:pRg st="247" end="28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77372452">
                                            <p:txEl>
                                              <p:pRg st="247" end="28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77372452">
                                            <p:txEl>
                                              <p:pRg st="247" end="28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372452">
                                            <p:txEl>
                                              <p:pRg st="281" end="3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277372452">
                                            <p:txEl>
                                              <p:pRg st="281" end="3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277372452">
                                            <p:txEl>
                                              <p:pRg st="281" end="3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7372452">
                                            <p:txEl>
                                              <p:pRg st="311" end="4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277372452">
                                            <p:txEl>
                                              <p:pRg st="311" end="4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77372452">
                                            <p:txEl>
                                              <p:pRg st="311" end="4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69747624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228600" y="228600"/>
            <a:ext cx="86106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800"/>
              <a:t>General  communication system &amp; optical fiber</a:t>
            </a:r>
            <a:br>
              <a:rPr lang="en-US" sz="2800"/>
            </a:br>
            <a:r>
              <a:rPr lang="en-US" sz="2800"/>
              <a:t>communication system</a:t>
            </a:r>
            <a:endParaRPr lang="en-US" sz="2800"/>
          </a:p>
        </p:txBody>
      </p:sp>
      <p:sp>
        <p:nvSpPr>
          <p:cNvPr id="634682625" name="Date Placeholder 3"/>
          <p:cNvSpPr txBox="1">
            <a:spLocks noGrp="1" noChangeShapeType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</a:fld>
            <a:endParaRPr lang="en-US" sz="1200"/>
          </a:p>
        </p:txBody>
      </p:sp>
      <p:sp>
        <p:nvSpPr>
          <p:cNvPr id="922565623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  <p:sp>
        <p:nvSpPr>
          <p:cNvPr id="1598550957" name="Content Placeholder 6"/>
          <p:cNvSpPr>
            <a:spLocks noGrp="1" noChangeShapeType="1"/>
          </p:cNvSpPr>
          <p:nvPr>
            <p:ph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pic>
        <p:nvPicPr>
          <p:cNvPr id="641938055" name="Picture 3"/>
          <p:cNvPicPr>
            <a:picLocks noGrp="1"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152400" y="1509712"/>
            <a:ext cx="8686800" cy="511968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6506292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762000" y="228600"/>
            <a:ext cx="80772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br>
              <a:rPr lang="en-US" b="0" i="0" u="none"/>
            </a:br>
            <a:br>
              <a:rPr lang="en-US" b="0" i="0" u="none"/>
            </a:br>
            <a:br>
              <a:rPr lang="en-US" b="0" i="0" u="none"/>
            </a:br>
            <a:br>
              <a:rPr lang="en-US" b="0" i="0" u="none"/>
            </a:br>
            <a:br>
              <a:rPr lang="en-US"/>
            </a:br>
            <a:r>
              <a:rPr lang="en-US" b="0" i="0" u="none"/>
              <a:t>Electrical  Communications</a:t>
            </a:r>
            <a:endParaRPr lang="en-US" b="0" i="0" u="none"/>
          </a:p>
        </p:txBody>
      </p:sp>
      <p:sp>
        <p:nvSpPr>
          <p:cNvPr id="290409188" name="Content Placeholder 2"/>
          <p:cNvSpPr>
            <a:spLocks noGrp="1" noChangeShapeType="1"/>
          </p:cNvSpPr>
          <p:nvPr>
            <p:ph/>
          </p:nvPr>
        </p:nvSpPr>
        <p:spPr bwMode="auto">
          <a:xfrm>
            <a:off x="152399" y="3276599"/>
            <a:ext cx="8992319" cy="3017879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sz="2000"/>
              <a:t>Information source provides an </a:t>
            </a:r>
            <a:r>
              <a:rPr sz="2000">
                <a:solidFill>
                  <a:srgbClr val="FF0000"/>
                </a:solidFill>
              </a:rPr>
              <a:t>electrical signal to a transmitter comprising an electrical stage </a:t>
            </a:r>
            <a:r>
              <a:rPr sz="2000"/>
              <a:t>which drives an optical source to give modulation of the light wave carrier. </a:t>
            </a:r>
            <a:endParaRPr sz="2000"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sz="2000"/>
              <a:t>The optical source which provides the electrical–optical conversion may be </a:t>
            </a:r>
            <a:endParaRPr sz="2000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sz="1800"/>
              <a:t>either a semiconductor laser or</a:t>
            </a:r>
            <a:endParaRPr sz="1800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sz="1800"/>
              <a:t>light-emitting diode (LED)</a:t>
            </a:r>
            <a:endParaRPr sz="1800"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sz="2000"/>
              <a:t>The transmission medium consists of an optical fiber cable and </a:t>
            </a:r>
            <a:endParaRPr sz="2000"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sz="2000"/>
              <a:t>the receiver consists of an optical detector which drives a further electrical stage and hence provides demodulation of the optical carrier. Photodiodes</a:t>
            </a:r>
            <a:endParaRPr sz="2000"/>
          </a:p>
        </p:txBody>
      </p:sp>
      <p:sp>
        <p:nvSpPr>
          <p:cNvPr id="669137074" name="Date Placeholder 3"/>
          <p:cNvSpPr txBox="1">
            <a:spLocks noGrp="1" noChangeShapeType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</a:fld>
            <a:endParaRPr lang="en-US" sz="1200"/>
          </a:p>
        </p:txBody>
      </p:sp>
      <p:sp>
        <p:nvSpPr>
          <p:cNvPr id="663975762" name="Footer Placeholder 4"/>
          <p:cNvSpPr txBox="1">
            <a:spLocks noGrp="1" noChangeShapeType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 lang="en-US" sz="1200"/>
          </a:p>
        </p:txBody>
      </p:sp>
      <p:sp>
        <p:nvSpPr>
          <p:cNvPr id="313355961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  <p:pic>
        <p:nvPicPr>
          <p:cNvPr id="1049013004" name="Picture 3"/>
          <p:cNvPicPr>
            <a:picLocks noGrp="1"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609600" y="939800"/>
            <a:ext cx="7924800" cy="2270125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409188">
                                            <p:txEl>
                                              <p:pRg st="0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90409188">
                                            <p:txEl>
                                              <p:pRg st="0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90409188">
                                            <p:txEl>
                                              <p:pRg st="0" end="1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409188">
                                            <p:txEl>
                                              <p:pRg st="175" end="25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90409188">
                                            <p:txEl>
                                              <p:pRg st="175" end="25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90409188">
                                            <p:txEl>
                                              <p:pRg st="175" end="25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409188">
                                            <p:txEl>
                                              <p:pRg st="251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90409188">
                                            <p:txEl>
                                              <p:pRg st="251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90409188">
                                            <p:txEl>
                                              <p:pRg st="251" end="28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409188">
                                            <p:txEl>
                                              <p:pRg st="283" end="3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0409188">
                                            <p:txEl>
                                              <p:pRg st="283" end="3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0409188">
                                            <p:txEl>
                                              <p:pRg st="283" end="3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409188">
                                            <p:txEl>
                                              <p:pRg st="310" end="3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90409188">
                                            <p:txEl>
                                              <p:pRg st="310" end="37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90409188">
                                            <p:txEl>
                                              <p:pRg st="310" end="37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409188">
                                            <p:txEl>
                                              <p:pRg st="374" end="52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290409188">
                                            <p:txEl>
                                              <p:pRg st="374" end="52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290409188">
                                            <p:txEl>
                                              <p:pRg st="374" end="52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175550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762000" y="228600"/>
            <a:ext cx="80772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The optical fiber communications</a:t>
            </a:r>
            <a:endParaRPr lang="en-US"/>
          </a:p>
        </p:txBody>
      </p:sp>
      <p:sp>
        <p:nvSpPr>
          <p:cNvPr id="1405085000" name="Content Placeholder 2"/>
          <p:cNvSpPr>
            <a:spLocks noGrp="1" noChangeShapeType="1"/>
          </p:cNvSpPr>
          <p:nvPr>
            <p:ph/>
          </p:nvPr>
        </p:nvSpPr>
        <p:spPr bwMode="auto">
          <a:xfrm>
            <a:off x="380999" y="3276599"/>
            <a:ext cx="8763719" cy="2853287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sz="2000"/>
              <a:t>The optical carrier may be modulated using either </a:t>
            </a:r>
            <a:endParaRPr sz="2000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sz="1800" b="0" i="0" u="none"/>
              <a:t>an analog or digital information signal. </a:t>
            </a:r>
            <a:endParaRPr sz="1800" b="0" i="0" u="none"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sz="2000" b="0" i="0" u="none"/>
              <a:t>In analog modulation involves the variation of the light emitted from the optical source in a continuous manner</a:t>
            </a:r>
            <a:endParaRPr sz="2000" b="0" i="0" u="none"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sz="2000" b="0" i="0" u="none"/>
              <a:t>With digital modulation, however, discrete changes in the light intensity are obtained </a:t>
            </a:r>
            <a:r>
              <a:rPr sz="2000" b="0" i="0" u="none">
                <a:solidFill>
                  <a:srgbClr val="FF0000"/>
                </a:solidFill>
              </a:rPr>
              <a:t>(i.e. on–off pulses)</a:t>
            </a:r>
            <a:endParaRPr sz="2000" b="0" i="0" u="none">
              <a:solidFill>
                <a:srgbClr val="FF0000"/>
              </a:solidFill>
            </a:endParaRPr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sz="2000" b="0" i="0" u="none"/>
              <a:t>Although often simpler to implement, </a:t>
            </a:r>
            <a:r>
              <a:rPr sz="2000" b="0" i="0" u="none">
                <a:solidFill>
                  <a:srgbClr val="FF0000"/>
                </a:solidFill>
              </a:rPr>
              <a:t>analog modulation with an optical fiber communication system is less efficient,</a:t>
            </a:r>
            <a:r>
              <a:rPr sz="2000" b="0" i="0" u="none"/>
              <a:t> requiring a far higher signal-to-noise ratio at the receiver than digital modulation. </a:t>
            </a:r>
            <a:endParaRPr sz="2000" b="0" i="0" u="none"/>
          </a:p>
        </p:txBody>
      </p:sp>
      <p:sp>
        <p:nvSpPr>
          <p:cNvPr id="1714067556" name="Date Placeholder 3"/>
          <p:cNvSpPr txBox="1">
            <a:spLocks noGrp="1" noChangeShapeType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</a:fld>
            <a:endParaRPr lang="en-US" sz="1200"/>
          </a:p>
        </p:txBody>
      </p:sp>
      <p:sp>
        <p:nvSpPr>
          <p:cNvPr id="2027404661" name="Footer Placeholder 4"/>
          <p:cNvSpPr txBox="1">
            <a:spLocks noGrp="1" noChangeShapeType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 lang="en-US" sz="1200"/>
          </a:p>
        </p:txBody>
      </p:sp>
      <p:sp>
        <p:nvSpPr>
          <p:cNvPr id="1200527085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  <p:pic>
        <p:nvPicPr>
          <p:cNvPr id="1045561528" name="Picture 1"/>
          <p:cNvPicPr>
            <a:picLocks noGrp="1"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838200" y="1143000"/>
            <a:ext cx="6972300" cy="2271712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085000">
                                            <p:txEl>
                                              <p:pRg st="1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05085000">
                                            <p:txEl>
                                              <p:pRg st="1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05085000">
                                            <p:txEl>
                                              <p:pRg st="1" end="5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085000">
                                            <p:txEl>
                                              <p:pRg st="52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05085000">
                                            <p:txEl>
                                              <p:pRg st="52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05085000">
                                            <p:txEl>
                                              <p:pRg st="52" end="9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085000">
                                            <p:txEl>
                                              <p:pRg st="94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405085000">
                                            <p:txEl>
                                              <p:pRg st="94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405085000">
                                            <p:txEl>
                                              <p:pRg st="94" end="20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085000">
                                            <p:txEl>
                                              <p:pRg st="206" end="3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405085000">
                                            <p:txEl>
                                              <p:pRg st="206" end="31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405085000">
                                            <p:txEl>
                                              <p:pRg st="206" end="31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5085000">
                                            <p:txEl>
                                              <p:pRg st="314" end="5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1405085000">
                                            <p:txEl>
                                              <p:pRg st="314" end="5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1405085000">
                                            <p:txEl>
                                              <p:pRg st="314" end="5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83630514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762000" y="228600"/>
            <a:ext cx="80772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/>
              <a:t>The optical fiber communications</a:t>
            </a:r>
            <a:endParaRPr lang="en-US"/>
          </a:p>
        </p:txBody>
      </p:sp>
      <p:sp>
        <p:nvSpPr>
          <p:cNvPr id="943463877" name="Content Placeholder 2"/>
          <p:cNvSpPr>
            <a:spLocks noGrp="1" noChangeShapeType="1"/>
          </p:cNvSpPr>
          <p:nvPr>
            <p:ph/>
          </p:nvPr>
        </p:nvSpPr>
        <p:spPr bwMode="auto">
          <a:xfrm>
            <a:off x="380999" y="1219199"/>
            <a:ext cx="8763719" cy="1835255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 b="0" i="0" u="none"/>
              <a:t>For these reasons, </a:t>
            </a:r>
            <a:r>
              <a:rPr lang="en-US" b="0" i="0" u="none">
                <a:solidFill>
                  <a:srgbClr val="FF0000"/>
                </a:solidFill>
              </a:rPr>
              <a:t>analog optical fiber communication links are generally limited to shorter distances and lower bandwidth </a:t>
            </a:r>
            <a:r>
              <a:rPr lang="en-US" b="0" i="0" u="none"/>
              <a:t>operation than digital links</a:t>
            </a:r>
            <a:endParaRPr lang="en-US" b="0" i="0" u="none"/>
          </a:p>
        </p:txBody>
      </p:sp>
      <p:sp>
        <p:nvSpPr>
          <p:cNvPr id="179313604" name="Date Placeholder 3"/>
          <p:cNvSpPr txBox="1">
            <a:spLocks noGrp="1" noChangeShapeType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</a:fld>
            <a:endParaRPr lang="en-US" sz="1200"/>
          </a:p>
        </p:txBody>
      </p:sp>
      <p:sp>
        <p:nvSpPr>
          <p:cNvPr id="409164636" name="Footer Placeholder 4"/>
          <p:cNvSpPr txBox="1">
            <a:spLocks noGrp="1" noChangeShapeType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 lang="en-US" sz="1200"/>
          </a:p>
        </p:txBody>
      </p:sp>
      <p:sp>
        <p:nvSpPr>
          <p:cNvPr id="1368596613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3463877">
                                            <p:txEl>
                                              <p:pRg st="1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43463877">
                                            <p:txEl>
                                              <p:pRg st="1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43463877">
                                            <p:txEl>
                                              <p:pRg st="1" end="1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00189523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0" y="2286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000"/>
              <a:t>A digital optical fiber link using a semiconductor laser source and an</a:t>
            </a:r>
            <a:br>
              <a:rPr lang="en-US" sz="2000"/>
            </a:br>
            <a:r>
              <a:rPr lang="en-US" sz="2000"/>
              <a:t>avalanche photodiode (APD) detector</a:t>
            </a:r>
            <a:endParaRPr lang="en-US" sz="2000"/>
          </a:p>
        </p:txBody>
      </p:sp>
      <p:sp>
        <p:nvSpPr>
          <p:cNvPr id="691458608" name="Date Placeholder 3"/>
          <p:cNvSpPr txBox="1">
            <a:spLocks noGrp="1" noChangeShapeType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</a:fld>
            <a:endParaRPr lang="en-US" sz="1200"/>
          </a:p>
        </p:txBody>
      </p:sp>
      <p:sp>
        <p:nvSpPr>
          <p:cNvPr id="1372077399" name="Footer Placeholder 4"/>
          <p:cNvSpPr txBox="1">
            <a:spLocks noGrp="1" noChangeShapeType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 lang="en-US" sz="1200"/>
          </a:p>
        </p:txBody>
      </p:sp>
      <p:sp>
        <p:nvSpPr>
          <p:cNvPr id="1758220851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  <p:pic>
        <p:nvPicPr>
          <p:cNvPr id="212683644" name="Picture 2"/>
          <p:cNvPicPr>
            <a:picLocks noGrp="1"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3574472" y="3352799"/>
            <a:ext cx="4952999" cy="3276599"/>
          </a:xfrm>
          <a:prstGeom prst="rect">
            <a:avLst/>
          </a:prstGeom>
          <a:noFill/>
        </p:spPr>
      </p:pic>
      <p:sp>
        <p:nvSpPr>
          <p:cNvPr id="898516627" name="Content Placeholder 6"/>
          <p:cNvSpPr>
            <a:spLocks noGrp="1" noChangeShapeType="1"/>
          </p:cNvSpPr>
          <p:nvPr>
            <p:ph/>
          </p:nvPr>
        </p:nvSpPr>
        <p:spPr bwMode="auto">
          <a:xfrm>
            <a:off x="51954" y="1243445"/>
            <a:ext cx="9144720" cy="2652119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/>
              <a:t>Initially, the input digital signal from the information source is suitably </a:t>
            </a:r>
            <a:r>
              <a:rPr lang="en-US">
                <a:solidFill>
                  <a:srgbClr val="FF0000"/>
                </a:solidFill>
              </a:rPr>
              <a:t>encoded</a:t>
            </a:r>
            <a:r>
              <a:rPr lang="en-US"/>
              <a:t> for optical transmission.</a:t>
            </a:r>
            <a:endParaRPr lang="en-US"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/>
              <a:t>The </a:t>
            </a:r>
            <a:r>
              <a:rPr lang="en-US">
                <a:solidFill>
                  <a:srgbClr val="FF0000"/>
                </a:solidFill>
              </a:rPr>
              <a:t>laser drive circuit</a:t>
            </a:r>
            <a:r>
              <a:rPr lang="en-US"/>
              <a:t> directly modulates the intensity of the semiconductor laser with the encoded digital signal. </a:t>
            </a:r>
            <a:endParaRPr lang="en-US"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/>
              <a:t>Hence a digital optical signal is launched into the optical fiber cable. </a:t>
            </a:r>
            <a:endParaRPr 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516627">
                                            <p:txEl>
                                              <p:pRg st="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98516627">
                                            <p:txEl>
                                              <p:pRg st="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98516627">
                                            <p:txEl>
                                              <p:pRg st="0" end="1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516627">
                                            <p:txEl>
                                              <p:pRg st="110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98516627">
                                            <p:txEl>
                                              <p:pRg st="110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98516627">
                                            <p:txEl>
                                              <p:pRg st="110" end="22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516627">
                                            <p:txEl>
                                              <p:pRg st="228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98516627">
                                            <p:txEl>
                                              <p:pRg st="228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98516627">
                                            <p:txEl>
                                              <p:pRg st="228" end="30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897561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0" y="2286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000"/>
              <a:t>A digital optical fiber link using a semiconductor laser source and an</a:t>
            </a:r>
            <a:br>
              <a:rPr lang="en-US" sz="2000"/>
            </a:br>
            <a:r>
              <a:rPr lang="en-US" sz="2000"/>
              <a:t>avalanche photodiode (APD) detector</a:t>
            </a:r>
            <a:endParaRPr lang="en-US" sz="2000"/>
          </a:p>
        </p:txBody>
      </p:sp>
      <p:sp>
        <p:nvSpPr>
          <p:cNvPr id="1656469150" name="Date Placeholder 3"/>
          <p:cNvSpPr txBox="1">
            <a:spLocks noGrp="1" noChangeShapeType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</a:fld>
            <a:endParaRPr lang="en-US" sz="1200"/>
          </a:p>
        </p:txBody>
      </p:sp>
      <p:sp>
        <p:nvSpPr>
          <p:cNvPr id="1709084272" name="Footer Placeholder 4"/>
          <p:cNvSpPr txBox="1">
            <a:spLocks noGrp="1" noChangeShapeType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 lang="en-US" sz="1200"/>
          </a:p>
        </p:txBody>
      </p:sp>
      <p:sp>
        <p:nvSpPr>
          <p:cNvPr id="943789234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  <p:sp>
        <p:nvSpPr>
          <p:cNvPr id="1151483434" name="Content Placeholder 6"/>
          <p:cNvSpPr>
            <a:spLocks noGrp="1" noChangeShapeType="1"/>
          </p:cNvSpPr>
          <p:nvPr>
            <p:ph/>
          </p:nvPr>
        </p:nvSpPr>
        <p:spPr bwMode="auto">
          <a:xfrm>
            <a:off x="0" y="1219199"/>
            <a:ext cx="9144719" cy="2615544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/>
              <a:t>The avalanche photodiode (APD) detector is followed by a front-end amplifier and equalizer or filter to provide </a:t>
            </a:r>
            <a:endParaRPr lang="en-US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lang="en-US"/>
              <a:t>gain as well as linear signal processing and</a:t>
            </a:r>
            <a:endParaRPr lang="en-US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lang="en-US"/>
              <a:t>noise bandwidth reduction</a:t>
            </a:r>
            <a:endParaRPr lang="en-US"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lang="en-US"/>
              <a:t>Finally, the signal obtained is decoded to give the original digital information</a:t>
            </a:r>
            <a:endParaRPr lang="en-US"/>
          </a:p>
        </p:txBody>
      </p:sp>
      <p:pic>
        <p:nvPicPr>
          <p:cNvPr id="1739044049" name="Picture 2"/>
          <p:cNvPicPr>
            <a:picLocks noGrp="1"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3695699" y="3550227"/>
            <a:ext cx="5257800" cy="3359727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483434">
                                            <p:txEl>
                                              <p:pRg st="0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51483434">
                                            <p:txEl>
                                              <p:pRg st="0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51483434">
                                            <p:txEl>
                                              <p:pRg st="0" end="11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483434">
                                            <p:txEl>
                                              <p:pRg st="113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151483434">
                                            <p:txEl>
                                              <p:pRg st="113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151483434">
                                            <p:txEl>
                                              <p:pRg st="113" end="15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483434">
                                            <p:txEl>
                                              <p:pRg st="158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151483434">
                                            <p:txEl>
                                              <p:pRg st="158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51483434">
                                            <p:txEl>
                                              <p:pRg st="158" end="18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1483434">
                                            <p:txEl>
                                              <p:pRg st="184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1151483434">
                                            <p:txEl>
                                              <p:pRg st="184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151483434">
                                            <p:txEl>
                                              <p:pRg st="184" end="26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67552907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0" y="2286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2000"/>
              <a:t>A digital optical fiber link using a semiconductor laser source and an</a:t>
            </a:r>
            <a:br>
              <a:rPr lang="en-US" sz="2000"/>
            </a:br>
            <a:r>
              <a:rPr lang="en-US" sz="2000"/>
              <a:t>avalanche photodiode (APD) detector</a:t>
            </a:r>
            <a:endParaRPr lang="en-US" sz="2000"/>
          </a:p>
        </p:txBody>
      </p:sp>
      <p:sp>
        <p:nvSpPr>
          <p:cNvPr id="1153488093" name="Date Placeholder 3"/>
          <p:cNvSpPr txBox="1">
            <a:spLocks noGrp="1" noChangeShapeType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</a:fld>
            <a:endParaRPr lang="en-US" sz="1200"/>
          </a:p>
        </p:txBody>
      </p:sp>
      <p:sp>
        <p:nvSpPr>
          <p:cNvPr id="902826418" name="Footer Placeholder 4"/>
          <p:cNvSpPr txBox="1">
            <a:spLocks noGrp="1" noChangeShapeType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 lang="en-US" sz="1200"/>
          </a:p>
        </p:txBody>
      </p:sp>
      <p:sp>
        <p:nvSpPr>
          <p:cNvPr id="1520634136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  <p:pic>
        <p:nvPicPr>
          <p:cNvPr id="2135354374" name="Picture 2"/>
          <p:cNvPicPr>
            <a:picLocks noGrp="1" noChangeAspect="1"/>
          </p:cNvPicPr>
          <p:nvPr>
            <p:ph/>
          </p:nvPr>
        </p:nvPicPr>
        <p:blipFill rotWithShape="1">
          <a:blip r:embed="rId1"/>
          <a:srcRect/>
          <a:stretch>
            <a:fillRect/>
          </a:stretch>
        </p:blipFill>
        <p:spPr bwMode="auto">
          <a:xfrm>
            <a:off x="76200" y="1295400"/>
            <a:ext cx="8915400" cy="46482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3114992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0" y="2286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3200"/>
              <a:t>Advantages of optical fiber communication</a:t>
            </a:r>
            <a:endParaRPr lang="en-US" sz="3200"/>
          </a:p>
        </p:txBody>
      </p:sp>
      <p:sp>
        <p:nvSpPr>
          <p:cNvPr id="1545327401" name="Content Placeholder 2"/>
          <p:cNvSpPr>
            <a:spLocks noGrp="1" noChangeShapeType="1"/>
          </p:cNvSpPr>
          <p:nvPr>
            <p:ph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</p:spPr>
        <p:txBody>
          <a:bodyPr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b="0" i="1" u="none">
                <a:latin typeface="Arial" panose="020B0604020202020204"/>
                <a:ea typeface="Arial" panose="020B0604020202020204"/>
              </a:rPr>
              <a:t>Enormous potential bandwidth</a:t>
            </a:r>
            <a:endParaRPr b="0" i="1" u="none">
              <a:latin typeface="Arial" panose="020B0604020202020204"/>
              <a:ea typeface="Arial" panose="020B0604020202020204"/>
            </a:endParaRPr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>
                <a:latin typeface="Arial" panose="020B0604020202020204"/>
                <a:ea typeface="Arial" panose="020B0604020202020204"/>
              </a:rPr>
              <a:t>The optical carrier frequency in the range 10</a:t>
            </a:r>
            <a:r>
              <a:rPr baseline="30000">
                <a:latin typeface="Arial" panose="020B0604020202020204"/>
                <a:ea typeface="Arial" panose="020B0604020202020204"/>
              </a:rPr>
              <a:t>13</a:t>
            </a:r>
            <a:r>
              <a:rPr>
                <a:latin typeface="Arial" panose="020B0604020202020204"/>
                <a:ea typeface="Arial" panose="020B0604020202020204"/>
              </a:rPr>
              <a:t> to 10</a:t>
            </a:r>
            <a:r>
              <a:rPr baseline="30000">
                <a:latin typeface="Arial" panose="020B0604020202020204"/>
                <a:ea typeface="Arial" panose="020B0604020202020204"/>
              </a:rPr>
              <a:t>16</a:t>
            </a:r>
            <a:r>
              <a:rPr>
                <a:latin typeface="Arial" panose="020B0604020202020204"/>
                <a:ea typeface="Arial" panose="020B0604020202020204"/>
              </a:rPr>
              <a:t> Hz </a:t>
            </a:r>
            <a:endParaRPr>
              <a:latin typeface="Arial" panose="020B0604020202020204"/>
              <a:ea typeface="Arial" panose="020B0604020202020204"/>
            </a:endParaRPr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>
                <a:latin typeface="Arial" panose="020B0604020202020204"/>
                <a:ea typeface="Arial" panose="020B0604020202020204"/>
              </a:rPr>
              <a:t>Coaxial cable bandwidth typically around 20 MHz over distances up to a maximum of 10 km</a:t>
            </a:r>
            <a:endParaRPr>
              <a:latin typeface="Arial" panose="020B0604020202020204"/>
              <a:ea typeface="Arial" panose="020B0604020202020204"/>
            </a:endParaRPr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b="0" i="1" u="none"/>
              <a:t>Small size and weight</a:t>
            </a:r>
            <a:endParaRPr b="0" i="1" u="none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b="0" i="1" u="none"/>
              <a:t>Optical fibers have very small diameters which are often </a:t>
            </a:r>
            <a:r>
              <a:rPr b="0" i="0" u="none"/>
              <a:t>no greater than the diameter of a </a:t>
            </a:r>
            <a:r>
              <a:rPr b="0" i="0" u="none">
                <a:solidFill>
                  <a:srgbClr val="FF0000"/>
                </a:solidFill>
              </a:rPr>
              <a:t>human hair</a:t>
            </a:r>
            <a:endParaRPr b="0" i="0" u="none">
              <a:solidFill>
                <a:srgbClr val="FF0000"/>
              </a:solidFill>
            </a:endParaRPr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b="0" i="0" u="none"/>
              <a:t>Even when such fibers are covered with protective coatings they are </a:t>
            </a:r>
            <a:r>
              <a:rPr b="0" i="0" u="none">
                <a:solidFill>
                  <a:srgbClr val="FF0000"/>
                </a:solidFill>
              </a:rPr>
              <a:t>far smaller and much lighter than corresponding copper cables</a:t>
            </a:r>
            <a:r>
              <a:rPr b="0" i="0" u="none"/>
              <a:t>. </a:t>
            </a:r>
            <a:endParaRPr b="0" i="0" u="none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b="0" i="0" u="none"/>
              <a:t>This is a tremendous advantage towards the improvement of channel congestion in cities</a:t>
            </a:r>
            <a:endParaRPr b="0" i="0" u="none"/>
          </a:p>
        </p:txBody>
      </p:sp>
      <p:sp>
        <p:nvSpPr>
          <p:cNvPr id="1386789008" name="Date Placeholder 3"/>
          <p:cNvSpPr txBox="1">
            <a:spLocks noGrp="1" noChangeShapeType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</a:fld>
            <a:endParaRPr lang="en-US" sz="1200"/>
          </a:p>
        </p:txBody>
      </p:sp>
      <p:sp>
        <p:nvSpPr>
          <p:cNvPr id="921906615" name="Footer Placeholder 4"/>
          <p:cNvSpPr txBox="1">
            <a:spLocks noGrp="1" noChangeShapeType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 lang="en-US" sz="1200"/>
          </a:p>
        </p:txBody>
      </p:sp>
      <p:sp>
        <p:nvSpPr>
          <p:cNvPr id="849816566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327401">
                                            <p:txEl>
                                              <p:p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45327401">
                                            <p:txEl>
                                              <p:p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45327401">
                                            <p:txEl>
                                              <p:p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327401">
                                            <p:txEl>
                                              <p:pRg st="29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45327401">
                                            <p:txEl>
                                              <p:pRg st="29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545327401">
                                            <p:txEl>
                                              <p:pRg st="29" end="8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327401">
                                            <p:txEl>
                                              <p:pRg st="89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545327401">
                                            <p:txEl>
                                              <p:pRg st="89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545327401">
                                            <p:txEl>
                                              <p:pRg st="89" end="17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327401">
                                            <p:txEl>
                                              <p:pRg st="177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45327401">
                                            <p:txEl>
                                              <p:pRg st="177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45327401">
                                            <p:txEl>
                                              <p:pRg st="177" end="19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327401">
                                            <p:txEl>
                                              <p:pRg st="199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545327401">
                                            <p:txEl>
                                              <p:pRg st="199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545327401">
                                            <p:txEl>
                                              <p:pRg st="199" end="30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327401">
                                            <p:txEl>
                                              <p:pRg st="301" end="43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545327401">
                                            <p:txEl>
                                              <p:pRg st="301" end="43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545327401">
                                            <p:txEl>
                                              <p:pRg st="301" end="43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5327401">
                                            <p:txEl>
                                              <p:pRg st="433" end="5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1545327401">
                                            <p:txEl>
                                              <p:pRg st="433" end="5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1545327401">
                                            <p:txEl>
                                              <p:pRg st="433" end="5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30618009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0" y="2286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3200"/>
              <a:t>Advantages of optical fiber communication</a:t>
            </a:r>
            <a:endParaRPr lang="en-US" sz="3200"/>
          </a:p>
        </p:txBody>
      </p:sp>
      <p:sp>
        <p:nvSpPr>
          <p:cNvPr id="1856642885" name="Content Placeholder 2"/>
          <p:cNvSpPr>
            <a:spLocks noGrp="1" noChangeShapeType="1"/>
          </p:cNvSpPr>
          <p:nvPr>
            <p:ph/>
          </p:nvPr>
        </p:nvSpPr>
        <p:spPr bwMode="auto">
          <a:xfrm>
            <a:off x="380999" y="1447799"/>
            <a:ext cx="8763719" cy="4956408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b="0" i="1" u="none"/>
              <a:t>Electrical isolation</a:t>
            </a:r>
            <a:endParaRPr b="0" i="1" u="none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b="0" i="1" u="none"/>
              <a:t>Optical fibers which are fabricated from glass, or sometimes a </a:t>
            </a:r>
            <a:r>
              <a:t>plastic polymer, are electrical insulators and therefore, unlike their metallic counterparts, they </a:t>
            </a:r>
            <a:r>
              <a:rPr>
                <a:solidFill>
                  <a:srgbClr val="FF0000"/>
                </a:solidFill>
              </a:rPr>
              <a:t>do not exhibit earth loop and interface problems. </a:t>
            </a:r>
            <a:endParaRPr>
              <a:solidFill>
                <a:srgbClr val="FF0000"/>
              </a:solidFill>
            </a:endParaRPr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t>This property makes optical fiber transmission ideally suited for communication in </a:t>
            </a:r>
            <a:r>
              <a:rPr>
                <a:solidFill>
                  <a:srgbClr val="FF0000"/>
                </a:solidFill>
              </a:rPr>
              <a:t>electrically hazardous environments</a:t>
            </a:r>
            <a:endParaRPr>
              <a:solidFill>
                <a:srgbClr val="FF0000"/>
              </a:solidFill>
            </a:endParaRPr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b="0" i="1" u="none"/>
              <a:t>Immunity to interference and crosstalk</a:t>
            </a:r>
            <a:endParaRPr b="0" i="1" u="none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b="0" i="1" u="none"/>
              <a:t>Optical fibers </a:t>
            </a:r>
            <a:r>
              <a:rPr b="0" i="0" u="none"/>
              <a:t>free from electromagnetic interference (EMI), radio-frequency interference (RFI), or switching transients giving electromagnetic pulses (EMPs)</a:t>
            </a:r>
            <a:endParaRPr b="0" i="0" u="none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b="0" i="0" u="none"/>
              <a:t>Hence the operation of an optical fiber communication system is </a:t>
            </a:r>
            <a:r>
              <a:rPr b="0" i="0" u="none">
                <a:solidFill>
                  <a:srgbClr val="FF0000"/>
                </a:solidFill>
              </a:rPr>
              <a:t>unaffected by transmission through an electrically noisy environment</a:t>
            </a:r>
            <a:endParaRPr b="0" i="0" u="none">
              <a:solidFill>
                <a:srgbClr val="FF0000"/>
              </a:solidFill>
            </a:endParaRPr>
          </a:p>
        </p:txBody>
      </p:sp>
      <p:sp>
        <p:nvSpPr>
          <p:cNvPr id="1438763589" name="Date Placeholder 3"/>
          <p:cNvSpPr txBox="1">
            <a:spLocks noGrp="1" noChangeShapeType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</a:fld>
            <a:endParaRPr lang="en-US" sz="1200"/>
          </a:p>
        </p:txBody>
      </p:sp>
      <p:sp>
        <p:nvSpPr>
          <p:cNvPr id="780768024" name="Footer Placeholder 4"/>
          <p:cNvSpPr txBox="1">
            <a:spLocks noGrp="1" noChangeShapeType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 lang="en-US" sz="1200"/>
          </a:p>
        </p:txBody>
      </p:sp>
      <p:sp>
        <p:nvSpPr>
          <p:cNvPr id="1760650784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642885">
                                            <p:txEl>
                                              <p:p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56642885">
                                            <p:txEl>
                                              <p:p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56642885">
                                            <p:txEl>
                                              <p:pRg st="0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642885">
                                            <p:txEl>
                                              <p:pRg st="21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856642885">
                                            <p:txEl>
                                              <p:pRg st="21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856642885">
                                            <p:txEl>
                                              <p:pRg st="21" end="23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642885">
                                            <p:txEl>
                                              <p:pRg st="234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856642885">
                                            <p:txEl>
                                              <p:pRg st="234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856642885">
                                            <p:txEl>
                                              <p:pRg st="234" end="35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642885">
                                            <p:txEl>
                                              <p:pRg st="353" end="39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56642885">
                                            <p:txEl>
                                              <p:pRg st="353" end="39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56642885">
                                            <p:txEl>
                                              <p:pRg st="353" end="39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642885">
                                            <p:txEl>
                                              <p:pRg st="392" end="55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856642885">
                                            <p:txEl>
                                              <p:pRg st="392" end="55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856642885">
                                            <p:txEl>
                                              <p:pRg st="392" end="55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6642885">
                                            <p:txEl>
                                              <p:pRg st="550" end="68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856642885">
                                            <p:txEl>
                                              <p:pRg st="550" end="68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856642885">
                                            <p:txEl>
                                              <p:pRg st="550" end="68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25617641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0" y="2286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3200"/>
              <a:t>Advantages of optical fiber communication</a:t>
            </a:r>
            <a:endParaRPr lang="en-US" sz="3200"/>
          </a:p>
        </p:txBody>
      </p:sp>
      <p:sp>
        <p:nvSpPr>
          <p:cNvPr id="260282936" name="Content Placeholder 2"/>
          <p:cNvSpPr>
            <a:spLocks noGrp="1" noChangeShapeType="1"/>
          </p:cNvSpPr>
          <p:nvPr>
            <p:ph/>
          </p:nvPr>
        </p:nvSpPr>
        <p:spPr bwMode="auto">
          <a:xfrm>
            <a:off x="457200" y="1143000"/>
            <a:ext cx="8687520" cy="5249016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b="0" i="1" u="none"/>
              <a:t>Signal security. </a:t>
            </a:r>
            <a:endParaRPr b="0" i="1" u="none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b="0" i="1" u="none"/>
              <a:t>The light from optical fibers </a:t>
            </a:r>
            <a:r>
              <a:rPr b="0" i="1" u="none">
                <a:solidFill>
                  <a:srgbClr val="FF0000"/>
                </a:solidFill>
              </a:rPr>
              <a:t>does not radiate significantly and therefore </a:t>
            </a:r>
            <a:r>
              <a:rPr>
                <a:solidFill>
                  <a:srgbClr val="FF0000"/>
                </a:solidFill>
              </a:rPr>
              <a:t>they provide a high degree of signal security</a:t>
            </a:r>
            <a:endParaRPr>
              <a:solidFill>
                <a:srgbClr val="FF0000"/>
              </a:solidFill>
            </a:endParaRPr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t>Unlike the situation with copper cables, a transmitted optical signal cannot be obtained from a fiber in a noninvasive manner (i.e. without drawing optical power from the fiber). </a:t>
            </a:r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t>This feature is obviously attractive for military, banking and general data transmission (i.e. computer network) applications.</a:t>
            </a:r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b="0" i="1" u="none"/>
              <a:t>Low transmission loss. </a:t>
            </a:r>
            <a:endParaRPr b="0" i="1" u="none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b="0" i="1" u="none"/>
              <a:t>The development of optical fibers over the last 20 years has </a:t>
            </a:r>
            <a:r>
              <a:rPr b="0" i="0" u="none"/>
              <a:t>resulted in the production of optical fiber cables which exhibit very low attenuation or transmission loss in comparison with the best copper conductors. </a:t>
            </a:r>
            <a:endParaRPr b="0" i="0" u="none"/>
          </a:p>
        </p:txBody>
      </p:sp>
      <p:sp>
        <p:nvSpPr>
          <p:cNvPr id="1798808042" name="Date Placeholder 3"/>
          <p:cNvSpPr txBox="1">
            <a:spLocks noGrp="1" noChangeShapeType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</a:fld>
            <a:endParaRPr lang="en-US" sz="1200"/>
          </a:p>
        </p:txBody>
      </p:sp>
      <p:sp>
        <p:nvSpPr>
          <p:cNvPr id="159671143" name="Footer Placeholder 4"/>
          <p:cNvSpPr txBox="1">
            <a:spLocks noGrp="1" noChangeShapeType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 lang="en-US" sz="1200"/>
          </a:p>
        </p:txBody>
      </p:sp>
      <p:sp>
        <p:nvSpPr>
          <p:cNvPr id="280246881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82936">
                                            <p:txEl>
                                              <p:p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60282936">
                                            <p:txEl>
                                              <p:p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60282936">
                                            <p:txEl>
                                              <p:pRg st="0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82936">
                                            <p:txEl>
                                              <p:pRg st="18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60282936">
                                            <p:txEl>
                                              <p:pRg st="18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60282936">
                                            <p:txEl>
                                              <p:pRg st="18" end="13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82936">
                                            <p:txEl>
                                              <p:pRg st="139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60282936">
                                            <p:txEl>
                                              <p:pRg st="139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60282936">
                                            <p:txEl>
                                              <p:pRg st="139" end="31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82936">
                                            <p:txEl>
                                              <p:pRg st="319" end="44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260282936">
                                            <p:txEl>
                                              <p:pRg st="319" end="44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260282936">
                                            <p:txEl>
                                              <p:pRg st="319" end="44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82936">
                                            <p:txEl>
                                              <p:pRg st="446" end="47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60282936">
                                            <p:txEl>
                                              <p:pRg st="446" end="47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60282936">
                                            <p:txEl>
                                              <p:pRg st="446" end="47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0282936">
                                            <p:txEl>
                                              <p:pRg st="470" end="68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260282936">
                                            <p:txEl>
                                              <p:pRg st="470" end="68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260282936">
                                            <p:txEl>
                                              <p:pRg st="470" end="68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6123221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0" y="76200"/>
            <a:ext cx="9144000" cy="762000"/>
          </a:xfrm>
          <a:prstGeom prst="rect">
            <a:avLst/>
          </a:prstGeom>
        </p:spPr>
        <p:txBody>
          <a:bodyPr lIns="91440" tIns="45720" rIns="91440" bIns="45720" anchor="b"/>
          <a:lstStyle>
            <a:lvl1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1pPr>
            <a:lvl2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2pPr>
            <a:lvl3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3pPr>
            <a:lvl4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4pPr>
            <a:lvl5pPr marL="0" indent="0" algn="ctr" defTabSz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3600" b="1" i="0">
                <a:solidFill>
                  <a:schemeClr val="dk2"/>
                </a:solidFill>
                <a:latin typeface="Tahoma" panose="020B0604030504040204"/>
              </a:defRPr>
            </a:lvl5pPr>
          </a:lstStyle>
          <a:p>
            <a:pPr marL="0" lvl="0" indent="0">
              <a:spcBef>
                <a:spcPts val="0"/>
              </a:spcBef>
              <a:buNone/>
              <a:defRPr/>
            </a:pPr>
            <a:r>
              <a:rPr lang="en-US" sz="3200"/>
              <a:t>Advantages of optical fiber communication</a:t>
            </a:r>
            <a:endParaRPr lang="en-US" sz="3200"/>
          </a:p>
        </p:txBody>
      </p:sp>
      <p:sp>
        <p:nvSpPr>
          <p:cNvPr id="853516317" name="Content Placeholder 2"/>
          <p:cNvSpPr>
            <a:spLocks noGrp="1" noChangeShapeType="1"/>
          </p:cNvSpPr>
          <p:nvPr>
            <p:ph/>
          </p:nvPr>
        </p:nvSpPr>
        <p:spPr bwMode="auto">
          <a:xfrm>
            <a:off x="152399" y="1219199"/>
            <a:ext cx="8992319" cy="5511548"/>
          </a:xfrm>
          <a:prstGeom prst="rect">
            <a:avLst/>
          </a:prstGeom>
        </p:spPr>
        <p:txBody>
          <a:bodyPr wrap="square" lIns="91440" tIns="45720" rIns="91440" bIns="45720" anchor="t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b="0" i="1" u="none"/>
              <a:t>Ruggedness and flexibility. </a:t>
            </a:r>
            <a:endParaRPr b="0" i="1" u="none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b="0" i="1" u="none"/>
              <a:t>Although protective coatings are essential, optical fibers </a:t>
            </a:r>
            <a:r>
              <a:rPr lang="en-US"/>
              <a:t>may be manufactured with very high tensile প্রসারণসাধ্য strengths </a:t>
            </a:r>
            <a:endParaRPr lang="en-US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lang="en-US"/>
              <a:t>Cable structures have been developed which have proved flexible, compact </a:t>
            </a:r>
            <a:endParaRPr lang="en-US"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b="0" i="1" u="none"/>
              <a:t>System reliability and ease of maintenance. </a:t>
            </a:r>
            <a:endParaRPr b="0" i="1" u="none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b="0" i="0" u="none"/>
              <a:t>With fewer optical repeaters or amplifiers, system reliability is generally enhanced in comparison with conventional electrical conductor systems</a:t>
            </a:r>
            <a:endParaRPr b="0" i="0" u="none"/>
          </a:p>
          <a:p>
            <a:pPr marL="342900" lvl="0" indent="-342900">
              <a:spcBef>
                <a:spcPts val="0"/>
              </a:spcBef>
              <a:buClr>
                <a:srgbClr val="3333CC"/>
              </a:buClr>
              <a:buSzPct val="60000"/>
              <a:buFont typeface="Wingdings" panose="05000000000000000000"/>
              <a:buChar char="n"/>
              <a:defRPr/>
            </a:pPr>
            <a:r>
              <a:rPr b="0" i="1" u="none"/>
              <a:t>Potential low cost. </a:t>
            </a:r>
            <a:endParaRPr b="0" i="1" u="none"/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b="0" i="1" u="none"/>
              <a:t>The glass which generally provides the optical fiber transmission </a:t>
            </a:r>
            <a:r>
              <a:rPr b="0" i="0" u="none"/>
              <a:t>medium is </a:t>
            </a:r>
            <a:r>
              <a:rPr b="0" i="0" u="none">
                <a:solidFill>
                  <a:srgbClr val="FF0000"/>
                </a:solidFill>
              </a:rPr>
              <a:t>made from sand – </a:t>
            </a:r>
            <a:r>
              <a:rPr b="0" i="0" u="none">
                <a:solidFill>
                  <a:srgbClr val="FF0000"/>
                </a:solidFill>
              </a:rPr>
              <a:t>not a scarce resource. </a:t>
            </a:r>
            <a:endParaRPr b="0" i="0" u="none">
              <a:solidFill>
                <a:srgbClr val="FF0000"/>
              </a:solidFill>
            </a:endParaRPr>
          </a:p>
          <a:p>
            <a:pPr marL="742950" lvl="1" indent="-285750">
              <a:spcBef>
                <a:spcPts val="0"/>
              </a:spcBef>
              <a:buClr>
                <a:srgbClr val="FF0000"/>
              </a:buClr>
              <a:buSzPct val="55000"/>
              <a:buFont typeface="Wingdings" panose="05000000000000000000"/>
              <a:buChar char="n"/>
              <a:defRPr/>
            </a:pPr>
            <a:r>
              <a:rPr lang="en-US" b="0" i="0" u="none"/>
              <a:t>So, in comparison with copper conductors, optical fibers offer the potential for low-cost line communication</a:t>
            </a:r>
            <a:endParaRPr lang="en-US" b="0" i="0" u="none"/>
          </a:p>
        </p:txBody>
      </p:sp>
      <p:sp>
        <p:nvSpPr>
          <p:cNvPr id="75583839" name="Date Placeholder 3"/>
          <p:cNvSpPr txBox="1">
            <a:spLocks noGrp="1" noChangeShapeType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</a:fld>
            <a:endParaRPr lang="en-US" sz="1200"/>
          </a:p>
        </p:txBody>
      </p:sp>
      <p:sp>
        <p:nvSpPr>
          <p:cNvPr id="1117485646" name="Footer Placeholder 4"/>
          <p:cNvSpPr txBox="1">
            <a:spLocks noGrp="1" noChangeShapeType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 lang="en-US" sz="1200"/>
          </a:p>
        </p:txBody>
      </p:sp>
      <p:sp>
        <p:nvSpPr>
          <p:cNvPr id="983931615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516317">
                                            <p:txEl>
                                              <p:p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53516317">
                                            <p:txEl>
                                              <p:p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53516317">
                                            <p:txEl>
                                              <p:pRg st="0" end="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516317">
                                            <p:txEl>
                                              <p:pRg st="29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853516317">
                                            <p:txEl>
                                              <p:pRg st="29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853516317">
                                            <p:txEl>
                                              <p:pRg st="29" end="15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516317">
                                            <p:txEl>
                                              <p:pRg st="155" end="22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53516317">
                                            <p:txEl>
                                              <p:pRg st="155" end="22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53516317">
                                            <p:txEl>
                                              <p:pRg st="155" end="22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516317">
                                            <p:txEl>
                                              <p:pRg st="229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853516317">
                                            <p:txEl>
                                              <p:pRg st="229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53516317">
                                            <p:txEl>
                                              <p:pRg st="229" end="27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516317">
                                            <p:txEl>
                                              <p:pRg st="274" end="4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53516317">
                                            <p:txEl>
                                              <p:pRg st="274" end="42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53516317">
                                            <p:txEl>
                                              <p:pRg st="274" end="42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516317">
                                            <p:txEl>
                                              <p:pRg st="420" end="44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853516317">
                                            <p:txEl>
                                              <p:pRg st="420" end="44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853516317">
                                            <p:txEl>
                                              <p:pRg st="420" end="44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516317">
                                            <p:txEl>
                                              <p:pRg st="441" end="56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853516317">
                                            <p:txEl>
                                              <p:pRg st="441" end="56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853516317">
                                            <p:txEl>
                                              <p:pRg st="441" end="56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3516317">
                                            <p:txEl>
                                              <p:pRg st="566" end="67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53516317">
                                            <p:txEl>
                                              <p:pRg st="566" end="67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53516317">
                                            <p:txEl>
                                              <p:pRg st="566" end="67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6630739" name="Title 1"/>
          <p:cNvSpPr>
            <a:spLocks noGrp="1" noChangeShapeType="1"/>
          </p:cNvSpPr>
          <p:nvPr>
            <p:ph type="title"/>
          </p:nvPr>
        </p:nvSpPr>
        <p:spPr bwMode="auto">
          <a:xfrm>
            <a:off x="762000" y="228600"/>
            <a:ext cx="7716837" cy="762000"/>
          </a:xfrm>
          <a:prstGeom prst="rect">
            <a:avLst/>
          </a:prstGeom>
        </p:spPr>
        <p:txBody>
          <a:bodyPr lIns="91440" tIns="45720" rIns="91440" bIns="45720" anchor="b"/>
          <a:lstStyle/>
          <a:p>
            <a:pPr>
              <a:defRPr/>
            </a:pPr>
            <a:endParaRPr sz="1400"/>
          </a:p>
        </p:txBody>
      </p:sp>
      <p:sp>
        <p:nvSpPr>
          <p:cNvPr id="230363960" name="Content Placeholder 2"/>
          <p:cNvSpPr>
            <a:spLocks noGrp="1" noChangeShapeType="1"/>
          </p:cNvSpPr>
          <p:nvPr>
            <p:ph/>
          </p:nvPr>
        </p:nvSpPr>
        <p:spPr bwMode="auto">
          <a:xfrm>
            <a:off x="381000" y="1447800"/>
            <a:ext cx="8458200" cy="5105400"/>
          </a:xfrm>
          <a:prstGeom prst="rect">
            <a:avLst/>
          </a:prstGeom>
        </p:spPr>
        <p:txBody>
          <a:bodyPr lIns="91440" tIns="45720" rIns="91440" bIns="45720" anchor="t"/>
          <a:lstStyle/>
          <a:p>
            <a:pPr>
              <a:defRPr/>
            </a:pPr>
            <a:endParaRPr sz="1400"/>
          </a:p>
        </p:txBody>
      </p:sp>
      <p:sp>
        <p:nvSpPr>
          <p:cNvPr id="360641646" name="Date Placeholder 3"/>
          <p:cNvSpPr txBox="1">
            <a:spLocks noGrp="1" noChangeShapeType="1"/>
          </p:cNvSpPr>
          <p:nvPr>
            <p:ph type="dt"/>
          </p:nvPr>
        </p:nvSpPr>
        <p:spPr bwMode="auto">
          <a:xfrm>
            <a:off x="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fld id="{D7E01130-044F-4930-9A27-C729C70D8524}" type="datetime1">
              <a:rPr lang="en-US" sz="1200"/>
            </a:fld>
            <a:endParaRPr lang="en-US" sz="1200"/>
          </a:p>
        </p:txBody>
      </p:sp>
      <p:sp>
        <p:nvSpPr>
          <p:cNvPr id="1643802709" name="Footer Placeholder 4"/>
          <p:cNvSpPr txBox="1">
            <a:spLocks noGrp="1" noChangeShapeType="1"/>
          </p:cNvSpPr>
          <p:nvPr/>
        </p:nvSpPr>
        <p:spPr bwMode="auto">
          <a:xfrm>
            <a:off x="3276600" y="6477000"/>
            <a:ext cx="2895600" cy="3810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ctr">
              <a:lnSpc>
                <a:spcPct val="100000"/>
              </a:lnSpc>
              <a:spcBef>
                <a:spcPts val="0"/>
              </a:spcBef>
              <a:buNone/>
              <a:defRPr/>
            </a:pPr>
            <a:r>
              <a:rPr lang="en-US" sz="1200"/>
              <a:t>Data Mining: Concepts and Techniques</a:t>
            </a:r>
            <a:endParaRPr lang="en-US" sz="1200"/>
          </a:p>
        </p:txBody>
      </p:sp>
      <p:sp>
        <p:nvSpPr>
          <p:cNvPr id="444116306" name="Slide Number Placeholder 5"/>
          <p:cNvSpPr txBox="1">
            <a:spLocks noGrp="1" noChangeShapeType="1"/>
          </p:cNvSpPr>
          <p:nvPr>
            <p:ph type="sldNum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</p:spPr>
        <p:txBody>
          <a:bodyPr lIns="91440" tIns="45720" rIns="91440" bIns="45720" anchor="b"/>
          <a:lstStyle>
            <a:lvl1pPr marL="342900" indent="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60000"/>
              <a:buChar char="n"/>
              <a:defRPr sz="2800" b="0" i="0">
                <a:solidFill>
                  <a:schemeClr val="dk1"/>
                </a:solidFill>
                <a:latin typeface="Tahoma" panose="020B0604030504040204"/>
              </a:defRPr>
            </a:lvl1pPr>
            <a:lvl2pPr marL="742950" indent="4572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ct val="55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2pPr>
            <a:lvl3pPr marL="1143000" indent="9144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Pct val="50000"/>
              <a:buChar char="n"/>
              <a:defRPr sz="2400" b="0" i="0">
                <a:solidFill>
                  <a:schemeClr val="dk1"/>
                </a:solidFill>
                <a:latin typeface="Tahoma" panose="020B0604030504040204"/>
              </a:defRPr>
            </a:lvl3pPr>
            <a:lvl4pPr marL="1600200" indent="13716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FFCF01"/>
              </a:buClr>
              <a:buSzPct val="55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4pPr>
            <a:lvl5pPr marL="2057400" indent="1828800" algn="l" defTabSz="91440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E4A8"/>
              </a:buClr>
              <a:buSzPct val="50000"/>
              <a:buChar char="n"/>
              <a:defRPr sz="2000" b="0" i="0">
                <a:solidFill>
                  <a:schemeClr val="dk1"/>
                </a:solidFill>
                <a:latin typeface="Tahoma" panose="020B0604030504040204"/>
              </a:defRPr>
            </a:lvl5pPr>
          </a:lstStyle>
          <a:p>
            <a:pPr marL="0" lvl="0" indent="0" algn="r">
              <a:lnSpc>
                <a:spcPct val="100000"/>
              </a:lnSpc>
              <a:spcBef>
                <a:spcPts val="0"/>
              </a:spcBef>
              <a:buNone/>
              <a:defRPr/>
            </a:pPr>
            <a:fld id="{D038279B-FC19-497E-A7D1-5ADD9CAF016F}" type="slidenum">
              <a:rPr lang="en-US" sz="1400"/>
            </a:fld>
            <a:endParaRPr lang="en-US" sz="1400"/>
          </a:p>
        </p:txBody>
      </p:sp>
      <p:pic>
        <p:nvPicPr>
          <p:cNvPr id="724037279" name="Picture 2"/>
          <p:cNvPicPr>
            <a:picLocks noGrp="1" noChangeAspect="1"/>
          </p:cNvPicPr>
          <p:nvPr/>
        </p:nvPicPr>
        <p:blipFill rotWithShape="1">
          <a:blip r:embed="rId1"/>
          <a:stretch>
            <a:fillRect/>
          </a:stretch>
        </p:blipFill>
        <p:spPr bwMode="auto">
          <a:xfrm>
            <a:off x="0" y="228600"/>
            <a:ext cx="9199562" cy="6400800"/>
          </a:xfrm>
          <a:prstGeom prst="rect">
            <a:avLst/>
          </a:prstGeom>
          <a:noFill/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Blends">
  <a:themeElements>
    <a:clrScheme name="Default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FF0000"/>
      </a:hlink>
      <a:folHlink>
        <a:srgbClr val="3333CC"/>
      </a:folHlink>
    </a:clrScheme>
    <a:fontScheme name="default">
      <a:majorFont>
        <a:latin typeface="Tahoma"/>
        <a:ea typeface="Arial"/>
        <a:cs typeface="Arial"/>
      </a:majorFont>
      <a:minorFont>
        <a:latin typeface="Arial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raClrSchemeLst>
    <a:extraClrScheme>
      <a:clrScheme name="Blends 1">
        <a:dk1>
          <a:srgbClr val="FFFFFF"/>
        </a:dk1>
        <a:lt1>
          <a:srgbClr val="000000"/>
        </a:lt1>
        <a:dk2>
          <a:srgbClr val="DDDDDD"/>
        </a:dk2>
        <a:lt2>
          <a:srgbClr val="969696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5050"/>
        </a:hlink>
        <a:folHlink>
          <a:srgbClr val="FFCF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FFFFFF"/>
        </a:dk1>
        <a:lt1>
          <a:srgbClr val="0000CC"/>
        </a:lt1>
        <a:dk2>
          <a:srgbClr val="FFFFCC"/>
        </a:dk2>
        <a:lt2>
          <a:srgbClr val="000094"/>
        </a:lt2>
        <a:accent1>
          <a:srgbClr val="3193FF"/>
        </a:accent1>
        <a:accent2>
          <a:srgbClr val="9900FF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FF3399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AAAAAA"/>
        </a:accent3>
        <a:accent4>
          <a:srgbClr val="DCDCDC"/>
        </a:accent4>
        <a:accent5>
          <a:srgbClr val="DBF1FA"/>
        </a:accent5>
        <a:accent6>
          <a:srgbClr val="4B9DCA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Default">
  <a:themeElements>
    <a:clrScheme name="Default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AAAAAA"/>
      </a:accent3>
      <a:accent4>
        <a:srgbClr val="DCDCDC"/>
      </a:accent4>
      <a:accent5>
        <a:srgbClr val="DBF1FA"/>
      </a:accent5>
      <a:accent6>
        <a:srgbClr val="4B9DCA"/>
      </a:accent6>
      <a:hlink>
        <a:srgbClr val="CCCCFF"/>
      </a:hlink>
      <a:folHlink>
        <a:srgbClr val="B2B2B2"/>
      </a:folHlink>
    </a:clrScheme>
    <a:fontScheme name="default">
      <a:majorFont>
        <a:latin typeface="Tahoma"/>
        <a:ea typeface="Arial"/>
        <a:cs typeface="Arial"/>
      </a:majorFont>
      <a:minorFont>
        <a:latin typeface="Arial"/>
        <a:ea typeface="Arial"/>
        <a:cs typeface="Arial"/>
      </a:minorFont>
    </a:fontScheme>
    <a:fmtScheme name="Default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8436</Words>
  <Application>WPS Presentation</Application>
  <PresentationFormat>On-screen Show (4:3)</PresentationFormat>
  <Paragraphs>242</Paragraphs>
  <Slides>21</Slides>
  <Notes>21</Notes>
  <HiddenSlides>0</HiddenSlides>
  <MMClips>2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4" baseType="lpstr">
      <vt:lpstr>Arial</vt:lpstr>
      <vt:lpstr>SimSun</vt:lpstr>
      <vt:lpstr>Wingdings</vt:lpstr>
      <vt:lpstr>Tahoma</vt:lpstr>
      <vt:lpstr>Wingdings</vt:lpstr>
      <vt:lpstr>Times New Roman</vt:lpstr>
      <vt:lpstr>Arial</vt:lpstr>
      <vt:lpstr>Calibri</vt:lpstr>
      <vt:lpstr>Berlin Sans FB Demi</vt:lpstr>
      <vt:lpstr>Siyam Rupali</vt:lpstr>
      <vt:lpstr>Microsoft YaHei</vt:lpstr>
      <vt:lpstr>Arial Unicode MS</vt:lpstr>
      <vt:lpstr>Blends</vt:lpstr>
      <vt:lpstr>PowerPoint 演示文稿</vt:lpstr>
      <vt:lpstr>Optical Fiber Communications  — Chapter 1 — — Introduction —</vt:lpstr>
      <vt:lpstr>Introduction</vt:lpstr>
      <vt:lpstr>Historical development</vt:lpstr>
      <vt:lpstr>Historical development</vt:lpstr>
      <vt:lpstr>Historical development</vt:lpstr>
      <vt:lpstr>The general system</vt:lpstr>
      <vt:lpstr>The general system</vt:lpstr>
      <vt:lpstr>The general system</vt:lpstr>
      <vt:lpstr>General  communication system &amp; optical fiber communication system</vt:lpstr>
      <vt:lpstr>     Electrical  Communications</vt:lpstr>
      <vt:lpstr>The optical fiber communications</vt:lpstr>
      <vt:lpstr>The optical fiber communications</vt:lpstr>
      <vt:lpstr>A digital optical fiber link using a semiconductor laser source and an avalanche photodiode (APD) detector</vt:lpstr>
      <vt:lpstr>A digital optical fiber link using a semiconductor laser source and an avalanche photodiode (APD) detector</vt:lpstr>
      <vt:lpstr>A digital optical fiber link using a semiconductor laser source and an avalanche photodiode (APD) detector</vt:lpstr>
      <vt:lpstr>Advantages of optical fiber communication</vt:lpstr>
      <vt:lpstr>Advantages of optical fiber communication</vt:lpstr>
      <vt:lpstr>Advantages of optical fiber communication</vt:lpstr>
      <vt:lpstr>Advantages of optical fiber communication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cs412slides</dc:title>
  <dc:creator>Jiawei Han</dc:creator>
  <cp:lastModifiedBy>PROSENJIT MONDOL</cp:lastModifiedBy>
  <cp:revision>368</cp:revision>
  <dcterms:created xsi:type="dcterms:W3CDTF">1999-12-01T22:01:00Z</dcterms:created>
  <dcterms:modified xsi:type="dcterms:W3CDTF">2026-04-04T15:48:39Z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4EE0E08AC524474D8A8510486E717924_12</vt:lpwstr>
  </property>
  <property fmtid="{D5CDD505-2E9C-101B-9397-08002B2CF9AE}" pid="3" name="KSOProductBuildVer">
    <vt:lpwstr>1033-12.2.0.20323</vt:lpwstr>
  </property>
</Properties>
</file>