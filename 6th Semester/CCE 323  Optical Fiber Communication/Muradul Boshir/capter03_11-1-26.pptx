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theme/theme1.xml" ContentType="application/vnd.openxmlformats-officedocument.theme+xml"/>
  <Override PartName="/ppt/slides/slide3.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theme/theme2.xml" ContentType="application/vnd.openxmlformats-officedocument.theme+xml"/>
  <Override PartName="/ppt/slides/slide13.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23.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6858000" type="screen4x3"/>
  <p:notesSz cx="7010400" cy="9296400"/>
  <p:defaultTextStyle>
    <a:lvl1pPr marL="0" indent="0" algn="l" defTabSz="914400" rtl="0">
      <a:lnSpc>
        <a:spcPct val="100000"/>
      </a:lnSpc>
      <a:spcBef>
        <a:spcPts val="0"/>
      </a:spcBef>
      <a:spcAft>
        <a:spcPts val="0"/>
      </a:spcAft>
      <a:buNone/>
      <a:defRPr lang="en-US" sz="2800" b="0" i="0">
        <a:solidFill>
          <a:schemeClr val="dk1"/>
        </a:solidFill>
        <a:latin typeface="Tahoma"/>
      </a:defRPr>
    </a:lvl1pPr>
    <a:lvl2pPr marL="457200" indent="457200" algn="l" defTabSz="914400" rtl="0">
      <a:lnSpc>
        <a:spcPct val="100000"/>
      </a:lnSpc>
      <a:spcBef>
        <a:spcPts val="0"/>
      </a:spcBef>
      <a:spcAft>
        <a:spcPts val="0"/>
      </a:spcAft>
      <a:buNone/>
      <a:defRPr lang="en-US" sz="2800" b="0" i="0">
        <a:solidFill>
          <a:schemeClr val="dk1"/>
        </a:solidFill>
        <a:latin typeface="Tahoma"/>
      </a:defRPr>
    </a:lvl2pPr>
    <a:lvl3pPr marL="914400" indent="914400" algn="l" defTabSz="914400" rtl="0">
      <a:lnSpc>
        <a:spcPct val="100000"/>
      </a:lnSpc>
      <a:spcBef>
        <a:spcPts val="0"/>
      </a:spcBef>
      <a:spcAft>
        <a:spcPts val="0"/>
      </a:spcAft>
      <a:buNone/>
      <a:defRPr lang="en-US" sz="2800" b="0" i="0">
        <a:solidFill>
          <a:schemeClr val="dk1"/>
        </a:solidFill>
        <a:latin typeface="Tahoma"/>
      </a:defRPr>
    </a:lvl3pPr>
    <a:lvl4pPr marL="1371600" indent="1371600" algn="l" defTabSz="914400" rtl="0">
      <a:lnSpc>
        <a:spcPct val="100000"/>
      </a:lnSpc>
      <a:spcBef>
        <a:spcPts val="0"/>
      </a:spcBef>
      <a:spcAft>
        <a:spcPts val="0"/>
      </a:spcAft>
      <a:buNone/>
      <a:defRPr lang="en-US" sz="2800" b="0" i="0">
        <a:solidFill>
          <a:schemeClr val="dk1"/>
        </a:solidFill>
        <a:latin typeface="Tahoma"/>
      </a:defRPr>
    </a:lvl4pPr>
    <a:lvl5pPr marL="1828800" indent="1828800" algn="l" defTabSz="914400" rtl="0">
      <a:lnSpc>
        <a:spcPct val="100000"/>
      </a:lnSpc>
      <a:spcBef>
        <a:spcPts val="0"/>
      </a:spcBef>
      <a:spcAft>
        <a:spcPts val="0"/>
      </a:spcAft>
      <a:buNone/>
      <a:defRPr lang="en-US" sz="2800" b="0" i="0">
        <a:solidFill>
          <a:schemeClr val="dk1"/>
        </a:solidFill>
        <a:latin typeface="Tahoma"/>
      </a:defRPr>
    </a:lvl5pPr>
    <a:lvl6pPr>
      <a:defRPr lang="en-US" sz="1800"/>
    </a:lvl6pPr>
    <a:lvl7pPr>
      <a:defRPr lang="en-US" sz="1800"/>
    </a:lvl7pPr>
    <a:lvl8pPr>
      <a:defRPr lang="en-US" sz="1800"/>
    </a:lvl8pPr>
    <a:lvl9pPr>
      <a:defRPr lang="en-US" sz="1800"/>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104" d="100"/>
          <a:sy n="104" d="100"/>
        </p:scale>
        <p:origin x="-1236" y="-90"/>
      </p:cViewPr>
      <p:guideLst>
        <p:guide pos="2160" orient="horz"/>
        <p:guide pos="288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notesMaster" Target="notesMasters/notesMaster1.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087549619" name="Rectangle 2"/>
          <p:cNvSpPr>
            <a:spLocks noChangeShapeType="1" noGrp="1"/>
          </p:cNvSpPr>
          <p:nvPr>
            <p:ph type="hdr" idx="0"/>
          </p:nvPr>
        </p:nvSpPr>
        <p:spPr bwMode="auto">
          <a:xfrm>
            <a:off x="0" y="0"/>
            <a:ext cx="3038475" cy="465137"/>
          </a:xfrm>
          <a:prstGeom prst="rect">
            <a:avLst/>
          </a:prstGeom>
          <a:noFill/>
        </p:spPr>
        <p:txBody>
          <a:bodyPr lIns="93170" tIns="46586" rIns="93170" bIns="46586"/>
          <a:lstStyle/>
          <a:p>
            <a:pPr>
              <a:defRPr/>
            </a:pPr>
            <a:endParaRPr sz="1400"/>
          </a:p>
        </p:txBody>
      </p:sp>
      <p:sp>
        <p:nvSpPr>
          <p:cNvPr id="486426636" name="Rectangle 3"/>
          <p:cNvSpPr>
            <a:spLocks noChangeShapeType="1" noGrp="1"/>
          </p:cNvSpPr>
          <p:nvPr>
            <p:ph type="dt" idx="1"/>
          </p:nvPr>
        </p:nvSpPr>
        <p:spPr bwMode="auto">
          <a:xfrm>
            <a:off x="3971925" y="0"/>
            <a:ext cx="3038475" cy="465137"/>
          </a:xfrm>
          <a:prstGeom prst="rect">
            <a:avLst/>
          </a:prstGeom>
          <a:noFill/>
        </p:spPr>
        <p:txBody>
          <a:bodyPr lIns="93170" tIns="46586" rIns="93170" bIns="46586"/>
          <a:lstStyle/>
          <a:p>
            <a:pPr>
              <a:defRPr/>
            </a:pPr>
            <a:endParaRPr sz="1400"/>
          </a:p>
        </p:txBody>
      </p:sp>
      <p:sp>
        <p:nvSpPr>
          <p:cNvPr id="872202376" name="Rectangle 4"/>
          <p:cNvSpPr>
            <a:spLocks noChangeShapeType="1" noGrp="1"/>
          </p:cNvSpPr>
          <p:nvPr>
            <p:ph type="sldImg" idx="2"/>
          </p:nvPr>
        </p:nvSpPr>
        <p:spPr bwMode="auto">
          <a:xfrm>
            <a:off x="1181099" y="696912"/>
            <a:ext cx="4648200" cy="3486150"/>
          </a:xfrm>
          <a:prstGeom prst="rect">
            <a:avLst/>
          </a:prstGeom>
          <a:noFill/>
          <a:ln w="9524">
            <a:solidFill>
              <a:srgbClr val="000000"/>
            </a:solidFill>
            <a:round/>
            <a:headEnd/>
            <a:tailEnd/>
          </a:ln>
        </p:spPr>
        <p:txBody>
          <a:bodyPr lIns="91440" tIns="45720" rIns="91440" bIns="45720" anchor="ctr" anchorCtr="0"/>
          <a:lstStyle/>
          <a:p>
            <a:pPr>
              <a:defRPr/>
            </a:pPr>
            <a:endParaRPr sz="1400"/>
          </a:p>
        </p:txBody>
      </p:sp>
      <p:sp>
        <p:nvSpPr>
          <p:cNvPr id="83866930" name="Rectangle 5"/>
          <p:cNvSpPr>
            <a:spLocks noChangeShapeType="1" noGrp="1"/>
          </p:cNvSpPr>
          <p:nvPr>
            <p:ph type="body" idx="3"/>
          </p:nvPr>
        </p:nvSpPr>
        <p:spPr bwMode="auto">
          <a:xfrm>
            <a:off x="935037" y="4416425"/>
            <a:ext cx="5140325" cy="4183062"/>
          </a:xfrm>
          <a:prstGeom prst="rect">
            <a:avLst/>
          </a:prstGeom>
          <a:noFill/>
        </p:spPr>
        <p:txBody>
          <a:bodyPr lIns="93170" tIns="46586" rIns="93170" bIns="46586"/>
          <a:lstStyle>
            <a:lvl1pPr marL="0" indent="0" algn="l" defTabSz="914400" rtl="0">
              <a:lnSpc>
                <a:spcPct val="100000"/>
              </a:lnSpc>
              <a:spcBef>
                <a:spcPts val="0"/>
              </a:spcBef>
              <a:spcAft>
                <a:spcPts val="0"/>
              </a:spcAft>
              <a:buNone/>
              <a:defRPr sz="1200" b="0" i="0">
                <a:solidFill>
                  <a:schemeClr val="dk1"/>
                </a:solidFill>
                <a:latin typeface="Times New Roman"/>
              </a:defRPr>
            </a:lvl1pPr>
            <a:lvl2pPr marL="457200" indent="457200" algn="l" defTabSz="914400" rtl="0">
              <a:lnSpc>
                <a:spcPct val="100000"/>
              </a:lnSpc>
              <a:spcBef>
                <a:spcPts val="0"/>
              </a:spcBef>
              <a:spcAft>
                <a:spcPts val="0"/>
              </a:spcAft>
              <a:buNone/>
              <a:defRPr sz="1200" b="0" i="0">
                <a:solidFill>
                  <a:schemeClr val="dk1"/>
                </a:solidFill>
                <a:latin typeface="Times New Roman"/>
              </a:defRPr>
            </a:lvl2pPr>
            <a:lvl3pPr marL="914400" indent="914400" algn="l" defTabSz="914400" rtl="0">
              <a:lnSpc>
                <a:spcPct val="100000"/>
              </a:lnSpc>
              <a:spcBef>
                <a:spcPts val="0"/>
              </a:spcBef>
              <a:spcAft>
                <a:spcPts val="0"/>
              </a:spcAft>
              <a:buNone/>
              <a:defRPr sz="1200" b="0" i="0">
                <a:solidFill>
                  <a:schemeClr val="dk1"/>
                </a:solidFill>
                <a:latin typeface="Times New Roman"/>
              </a:defRPr>
            </a:lvl3pPr>
            <a:lvl4pPr marL="1371600" indent="1371600" algn="l" defTabSz="914400" rtl="0">
              <a:lnSpc>
                <a:spcPct val="100000"/>
              </a:lnSpc>
              <a:spcBef>
                <a:spcPts val="0"/>
              </a:spcBef>
              <a:spcAft>
                <a:spcPts val="0"/>
              </a:spcAft>
              <a:buNone/>
              <a:defRPr sz="1200" b="0" i="0">
                <a:solidFill>
                  <a:schemeClr val="dk1"/>
                </a:solidFill>
                <a:latin typeface="Times New Roman"/>
              </a:defRPr>
            </a:lvl4pPr>
            <a:lvl5pPr marL="1828800" indent="1828800" algn="l" defTabSz="914400" rtl="0">
              <a:lnSpc>
                <a:spcPct val="100000"/>
              </a:lnSpc>
              <a:spcBef>
                <a:spcPts val="0"/>
              </a:spcBef>
              <a:spcAft>
                <a:spcPts val="0"/>
              </a:spcAft>
              <a:buNone/>
              <a:defRPr sz="1200" b="0" i="0">
                <a:solidFill>
                  <a:schemeClr val="dk1"/>
                </a:solidFill>
                <a:latin typeface="Times New Roman"/>
              </a:defRPr>
            </a:lvl5pPr>
          </a:lstStyle>
          <a:p>
            <a:pPr marL="0" lvl="0" indent="0">
              <a:spcBef>
                <a:spcPts val="0"/>
              </a:spcBef>
              <a:buNone/>
              <a:defRPr/>
            </a:pPr>
            <a:r>
              <a:rPr/>
              <a:t>Click to edit Master text styles</a:t>
            </a:r>
            <a:endParaRPr/>
          </a:p>
          <a:p>
            <a:pPr marL="457200" lvl="1" indent="0">
              <a:spcBef>
                <a:spcPts val="0"/>
              </a:spcBef>
              <a:buNone/>
              <a:defRPr/>
            </a:pPr>
            <a:r>
              <a:rPr/>
              <a:t>Second level</a:t>
            </a:r>
            <a:endParaRPr/>
          </a:p>
          <a:p>
            <a:pPr marL="914400" lvl="2" indent="0">
              <a:spcBef>
                <a:spcPts val="0"/>
              </a:spcBef>
              <a:buNone/>
              <a:defRPr/>
            </a:pPr>
            <a:r>
              <a:rPr/>
              <a:t>Third level</a:t>
            </a:r>
            <a:endParaRPr/>
          </a:p>
          <a:p>
            <a:pPr marL="1371600" lvl="3" indent="0">
              <a:spcBef>
                <a:spcPts val="0"/>
              </a:spcBef>
              <a:buNone/>
              <a:defRPr/>
            </a:pPr>
            <a:r>
              <a:rPr/>
              <a:t>Fourth level</a:t>
            </a:r>
            <a:endParaRPr/>
          </a:p>
          <a:p>
            <a:pPr marL="1828800" lvl="4" indent="0">
              <a:spcBef>
                <a:spcPts val="0"/>
              </a:spcBef>
              <a:buNone/>
              <a:defRPr/>
            </a:pPr>
            <a:r>
              <a:rPr/>
              <a:t>Fifth level</a:t>
            </a:r>
            <a:endParaRPr/>
          </a:p>
        </p:txBody>
      </p:sp>
      <p:sp>
        <p:nvSpPr>
          <p:cNvPr id="1850284103" name="Rectangle 6"/>
          <p:cNvSpPr>
            <a:spLocks noChangeShapeType="1" noGrp="1"/>
          </p:cNvSpPr>
          <p:nvPr>
            <p:ph type="ftr" idx="4"/>
          </p:nvPr>
        </p:nvSpPr>
        <p:spPr bwMode="auto">
          <a:xfrm>
            <a:off x="0" y="8831262"/>
            <a:ext cx="3038475" cy="465137"/>
          </a:xfrm>
          <a:prstGeom prst="rect">
            <a:avLst/>
          </a:prstGeom>
          <a:noFill/>
        </p:spPr>
        <p:txBody>
          <a:bodyPr lIns="93170" tIns="46586" rIns="93170" bIns="46586" anchor="b"/>
          <a:lstStyle/>
          <a:p>
            <a:pPr>
              <a:defRPr/>
            </a:pPr>
            <a:endParaRPr sz="1400"/>
          </a:p>
        </p:txBody>
      </p:sp>
      <p:sp>
        <p:nvSpPr>
          <p:cNvPr id="968538910" name="Rectangle 7"/>
          <p:cNvSpPr>
            <a:spLocks noChangeShapeType="1" noGrp="1"/>
          </p:cNvSpPr>
          <p:nvPr>
            <p:ph type="sldNum" idx="5"/>
          </p:nvPr>
        </p:nvSpPr>
        <p:spPr bwMode="auto">
          <a:xfrm>
            <a:off x="3971925" y="8831262"/>
            <a:ext cx="3038475" cy="465137"/>
          </a:xfrm>
          <a:prstGeom prst="rect">
            <a:avLst/>
          </a:prstGeom>
          <a:noFill/>
        </p:spPr>
        <p:txBody>
          <a:bodyPr lIns="93170" tIns="46586" rIns="93170" bIns="46586" anchor="b"/>
          <a:lstStyle>
            <a:lvl1pPr marL="0" indent="0" algn="l" defTabSz="931862" rtl="0">
              <a:lnSpc>
                <a:spcPct val="100000"/>
              </a:lnSpc>
              <a:spcBef>
                <a:spcPts val="0"/>
              </a:spcBef>
              <a:spcAft>
                <a:spcPts val="0"/>
              </a:spcAft>
              <a:buNone/>
              <a:defRPr sz="1800" b="0" i="0">
                <a:solidFill>
                  <a:schemeClr val="dk1"/>
                </a:solidFill>
                <a:latin typeface="Tahoma"/>
              </a:defRPr>
            </a:lvl1pPr>
            <a:lvl2pPr marL="457200" indent="457200" algn="l" defTabSz="931862" rtl="0">
              <a:lnSpc>
                <a:spcPct val="100000"/>
              </a:lnSpc>
              <a:spcBef>
                <a:spcPts val="0"/>
              </a:spcBef>
              <a:spcAft>
                <a:spcPts val="0"/>
              </a:spcAft>
              <a:buNone/>
              <a:defRPr sz="1800" b="0" i="0">
                <a:solidFill>
                  <a:schemeClr val="dk1"/>
                </a:solidFill>
                <a:latin typeface="Tahoma"/>
              </a:defRPr>
            </a:lvl2pPr>
            <a:lvl3pPr marL="914400" indent="914400" algn="l" defTabSz="931862" rtl="0">
              <a:lnSpc>
                <a:spcPct val="100000"/>
              </a:lnSpc>
              <a:spcBef>
                <a:spcPts val="0"/>
              </a:spcBef>
              <a:spcAft>
                <a:spcPts val="0"/>
              </a:spcAft>
              <a:buNone/>
              <a:defRPr sz="1800" b="0" i="0">
                <a:solidFill>
                  <a:schemeClr val="dk1"/>
                </a:solidFill>
                <a:latin typeface="Tahoma"/>
              </a:defRPr>
            </a:lvl3pPr>
            <a:lvl4pPr marL="1371600" indent="1371600" algn="l" defTabSz="931862" rtl="0">
              <a:lnSpc>
                <a:spcPct val="100000"/>
              </a:lnSpc>
              <a:spcBef>
                <a:spcPts val="0"/>
              </a:spcBef>
              <a:spcAft>
                <a:spcPts val="0"/>
              </a:spcAft>
              <a:buNone/>
              <a:defRPr sz="1800" b="0" i="0">
                <a:solidFill>
                  <a:schemeClr val="dk1"/>
                </a:solidFill>
                <a:latin typeface="Tahoma"/>
              </a:defRPr>
            </a:lvl4pPr>
            <a:lvl5pPr marL="1828800" indent="1828800" algn="l" defTabSz="931862" rtl="0">
              <a:lnSpc>
                <a:spcPct val="100000"/>
              </a:lnSpc>
              <a:spcBef>
                <a:spcPts val="0"/>
              </a:spcBef>
              <a:spcAft>
                <a:spcPts val="0"/>
              </a:spcAft>
              <a:buNone/>
              <a:defRPr sz="1800" b="0" i="0">
                <a:solidFill>
                  <a:schemeClr val="dk1"/>
                </a:solidFill>
                <a:latin typeface="Tahoma"/>
              </a:defRPr>
            </a:lvl5pPr>
          </a:lstStyle>
          <a:p>
            <a:pPr marL="0" lvl="0" indent="0" algn="r" defTabSz="931862">
              <a:spcBef>
                <a:spcPts val="0"/>
              </a:spcBef>
              <a:buNone/>
              <a:defRPr/>
            </a:pPr>
            <a:fld id="{D038279B-FC19-497E-A7D1-5ADD9CAF016F}" type="slidenum">
              <a:rPr lang="en-US" sz="1200"/>
              <a:t>*</a:t>
            </a:fld>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6341326" name="Rectangle 7"/>
          <p:cNvSpPr txBox="1">
            <a:spLocks noChangeShapeType="1" noGrp="1"/>
          </p:cNvSpPr>
          <p:nvPr>
            <p:ph type="sldNum"/>
          </p:nvPr>
        </p:nvSpPr>
        <p:spPr bwMode="auto">
          <a:xfrm>
            <a:off x="3971925" y="8831262"/>
            <a:ext cx="3038475" cy="465137"/>
          </a:xfrm>
          <a:prstGeom prst="rect">
            <a:avLst/>
          </a:prstGeom>
          <a:noFill/>
        </p:spPr>
        <p:txBody>
          <a:bodyPr lIns="93170" tIns="46586" rIns="93170" bIns="46586" anchor="b"/>
          <a:lstStyle/>
          <a:p>
            <a:pPr lvl="0" algn="r" defTabSz="931862">
              <a:defRPr/>
            </a:pPr>
            <a:fld id="{D038279B-FC19-497E-A7D1-5ADD9CAF016F}" type="slidenum">
              <a:rPr lang="en-US" sz="1200"/>
              <a:t>*</a:t>
            </a:fld>
            <a:endParaRPr/>
          </a:p>
        </p:txBody>
      </p:sp>
      <p:sp>
        <p:nvSpPr>
          <p:cNvPr id="2002846455" name="Rectangle 2"/>
          <p:cNvSpPr>
            <a:spLocks noChangeShapeType="1" noGrp="1"/>
          </p:cNvSpPr>
          <p:nvPr>
            <p:ph type="sldImg" idx="0"/>
          </p:nvPr>
        </p:nvSpPr>
        <p:spPr bwMode="auto">
          <a:xfrm>
            <a:off x="1181099" y="696912"/>
            <a:ext cx="4648200" cy="3486150"/>
          </a:xfrm>
          <a:prstGeom prst="rect">
            <a:avLst/>
          </a:prstGeom>
        </p:spPr>
        <p:txBody>
          <a:bodyPr lIns="91440" tIns="45720" rIns="91440" bIns="45720" anchor="ctr" anchorCtr="0"/>
          <a:lstStyle/>
          <a:p>
            <a:pPr>
              <a:defRPr/>
            </a:pPr>
            <a:endParaRPr sz="1400"/>
          </a:p>
        </p:txBody>
      </p:sp>
      <p:sp>
        <p:nvSpPr>
          <p:cNvPr id="810726055" name="Rectangle 3"/>
          <p:cNvSpPr>
            <a:spLocks noChangeShapeType="1" noGrp="1"/>
          </p:cNvSpPr>
          <p:nvPr>
            <p:ph type="body" idx="1"/>
          </p:nvPr>
        </p:nvSpPr>
        <p:spPr bwMode="auto">
          <a:xfrm>
            <a:off x="935037" y="4416425"/>
            <a:ext cx="5140325" cy="4183062"/>
          </a:xfrm>
          <a:prstGeom prst="rect">
            <a:avLst/>
          </a:prstGeom>
          <a:noFill/>
        </p:spPr>
        <p:txBody>
          <a:bodyPr lIns="93170" tIns="46586" rIns="93170" bIns="46586" anchor="t"/>
          <a:lstStyle/>
          <a:p>
            <a:pPr>
              <a:defRPr/>
            </a:pP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1333" name="Slide Image Placeholder 1"/>
          <p:cNvSpPr>
            <a:spLocks noChangeAspect="1" noGrp="1" noRot="1"/>
          </p:cNvSpPr>
          <p:nvPr>
            <p:ph type="sldImg"/>
          </p:nvPr>
        </p:nvSpPr>
        <p:spPr bwMode="auto"/>
      </p:sp>
      <p:sp>
        <p:nvSpPr>
          <p:cNvPr id="377046862" name="Notes Placeholder 2"/>
          <p:cNvSpPr>
            <a:spLocks noGrp="1"/>
          </p:cNvSpPr>
          <p:nvPr>
            <p:ph type="body" idx="1"/>
          </p:nvPr>
        </p:nvSpPr>
        <p:spPr bwMode="auto"/>
        <p:txBody>
          <a:bodyPr/>
          <a:lstStyle/>
          <a:p>
            <a:pPr>
              <a:defRPr/>
            </a:pPr>
            <a:endParaRPr/>
          </a:p>
        </p:txBody>
      </p:sp>
      <p:sp>
        <p:nvSpPr>
          <p:cNvPr id="1965136796" name="Slide Number Placeholder 3"/>
          <p:cNvSpPr>
            <a:spLocks noGrp="1"/>
          </p:cNvSpPr>
          <p:nvPr>
            <p:ph type="sldNum" sz="quarter" idx="10"/>
          </p:nvPr>
        </p:nvSpPr>
        <p:spPr bwMode="auto"/>
        <p:txBody>
          <a:bodyPr/>
          <a:lstStyle/>
          <a:p>
            <a:pPr>
              <a:defRPr/>
            </a:pPr>
            <a:fld id="{CF0767D7-B595-7115-28D0-A8885DECA285}"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9249521" name="Slide Image Placeholder 1"/>
          <p:cNvSpPr>
            <a:spLocks noChangeAspect="1" noGrp="1" noRot="1"/>
          </p:cNvSpPr>
          <p:nvPr>
            <p:ph type="sldImg"/>
          </p:nvPr>
        </p:nvSpPr>
        <p:spPr bwMode="auto"/>
      </p:sp>
      <p:sp>
        <p:nvSpPr>
          <p:cNvPr id="372551444" name="Notes Placeholder 2"/>
          <p:cNvSpPr>
            <a:spLocks noGrp="1"/>
          </p:cNvSpPr>
          <p:nvPr>
            <p:ph type="body" idx="1"/>
          </p:nvPr>
        </p:nvSpPr>
        <p:spPr bwMode="auto"/>
        <p:txBody>
          <a:bodyPr/>
          <a:lstStyle/>
          <a:p>
            <a:pPr>
              <a:defRPr/>
            </a:pPr>
            <a:endParaRPr/>
          </a:p>
        </p:txBody>
      </p:sp>
      <p:sp>
        <p:nvSpPr>
          <p:cNvPr id="1708430376" name="Slide Number Placeholder 3"/>
          <p:cNvSpPr>
            <a:spLocks noGrp="1"/>
          </p:cNvSpPr>
          <p:nvPr>
            <p:ph type="sldNum" sz="quarter" idx="10"/>
          </p:nvPr>
        </p:nvSpPr>
        <p:spPr bwMode="auto"/>
        <p:txBody>
          <a:bodyPr/>
          <a:lstStyle/>
          <a:p>
            <a:pPr>
              <a:defRPr/>
            </a:pPr>
            <a:fld id="{FD1DEAF0-4F98-A3B4-1CCB-653063897348}"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8933479" name="Slide Image Placeholder 1"/>
          <p:cNvSpPr>
            <a:spLocks noChangeAspect="1" noGrp="1" noRot="1"/>
          </p:cNvSpPr>
          <p:nvPr>
            <p:ph type="sldImg"/>
          </p:nvPr>
        </p:nvSpPr>
        <p:spPr bwMode="auto"/>
      </p:sp>
      <p:sp>
        <p:nvSpPr>
          <p:cNvPr id="1161466252" name="Notes Placeholder 2"/>
          <p:cNvSpPr>
            <a:spLocks noGrp="1"/>
          </p:cNvSpPr>
          <p:nvPr>
            <p:ph type="body" idx="1"/>
          </p:nvPr>
        </p:nvSpPr>
        <p:spPr bwMode="auto"/>
        <p:txBody>
          <a:bodyPr/>
          <a:lstStyle/>
          <a:p>
            <a:pPr>
              <a:defRPr/>
            </a:pPr>
            <a:endParaRPr/>
          </a:p>
        </p:txBody>
      </p:sp>
      <p:sp>
        <p:nvSpPr>
          <p:cNvPr id="682567067" name="Slide Number Placeholder 3"/>
          <p:cNvSpPr>
            <a:spLocks noGrp="1"/>
          </p:cNvSpPr>
          <p:nvPr>
            <p:ph type="sldNum" sz="quarter" idx="10"/>
          </p:nvPr>
        </p:nvSpPr>
        <p:spPr bwMode="auto"/>
        <p:txBody>
          <a:bodyPr/>
          <a:lstStyle/>
          <a:p>
            <a:pPr>
              <a:defRPr/>
            </a:pPr>
            <a:fld id="{E5C8DE2A-2660-EB3C-627B-44FC697CD11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7537964" name="Slide Image Placeholder 1"/>
          <p:cNvSpPr>
            <a:spLocks noChangeAspect="1" noGrp="1" noRot="1"/>
          </p:cNvSpPr>
          <p:nvPr>
            <p:ph type="sldImg"/>
          </p:nvPr>
        </p:nvSpPr>
        <p:spPr bwMode="auto"/>
      </p:sp>
      <p:sp>
        <p:nvSpPr>
          <p:cNvPr id="138849105" name="Notes Placeholder 2"/>
          <p:cNvSpPr>
            <a:spLocks noGrp="1"/>
          </p:cNvSpPr>
          <p:nvPr>
            <p:ph type="body" idx="1"/>
          </p:nvPr>
        </p:nvSpPr>
        <p:spPr bwMode="auto"/>
        <p:txBody>
          <a:bodyPr/>
          <a:lstStyle/>
          <a:p>
            <a:pPr>
              <a:defRPr/>
            </a:pPr>
            <a:endParaRPr/>
          </a:p>
        </p:txBody>
      </p:sp>
      <p:sp>
        <p:nvSpPr>
          <p:cNvPr id="593943642" name="Slide Number Placeholder 3"/>
          <p:cNvSpPr>
            <a:spLocks noGrp="1"/>
          </p:cNvSpPr>
          <p:nvPr>
            <p:ph type="sldNum" sz="quarter" idx="10"/>
          </p:nvPr>
        </p:nvSpPr>
        <p:spPr bwMode="auto"/>
        <p:txBody>
          <a:bodyPr/>
          <a:lstStyle/>
          <a:p>
            <a:pPr>
              <a:defRPr/>
            </a:pPr>
            <a:fld id="{F35F94CF-E1F6-4979-AE60-E862C0067B7C}"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5694707" name="Slide Image Placeholder 1"/>
          <p:cNvSpPr>
            <a:spLocks noChangeAspect="1" noGrp="1" noRot="1"/>
          </p:cNvSpPr>
          <p:nvPr>
            <p:ph type="sldImg"/>
          </p:nvPr>
        </p:nvSpPr>
        <p:spPr bwMode="auto"/>
      </p:sp>
      <p:sp>
        <p:nvSpPr>
          <p:cNvPr id="1895567664" name="Notes Placeholder 2"/>
          <p:cNvSpPr>
            <a:spLocks noGrp="1"/>
          </p:cNvSpPr>
          <p:nvPr>
            <p:ph type="body" idx="1"/>
          </p:nvPr>
        </p:nvSpPr>
        <p:spPr bwMode="auto"/>
        <p:txBody>
          <a:bodyPr/>
          <a:lstStyle/>
          <a:p>
            <a:pPr>
              <a:defRPr/>
            </a:pPr>
            <a:endParaRPr/>
          </a:p>
        </p:txBody>
      </p:sp>
      <p:sp>
        <p:nvSpPr>
          <p:cNvPr id="2026849712" name="Slide Number Placeholder 3"/>
          <p:cNvSpPr>
            <a:spLocks noGrp="1"/>
          </p:cNvSpPr>
          <p:nvPr>
            <p:ph type="sldNum" sz="quarter" idx="10"/>
          </p:nvPr>
        </p:nvSpPr>
        <p:spPr bwMode="auto"/>
        <p:txBody>
          <a:bodyPr/>
          <a:lstStyle/>
          <a:p>
            <a:pPr>
              <a:defRPr/>
            </a:pPr>
            <a:fld id="{308F3388-DB14-0AAD-783C-9B8CC6684391}"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1270366" name="Slide Image Placeholder 1"/>
          <p:cNvSpPr>
            <a:spLocks noChangeAspect="1" noGrp="1" noRot="1"/>
          </p:cNvSpPr>
          <p:nvPr>
            <p:ph type="sldImg"/>
          </p:nvPr>
        </p:nvSpPr>
        <p:spPr bwMode="auto"/>
      </p:sp>
      <p:sp>
        <p:nvSpPr>
          <p:cNvPr id="917977569" name="Notes Placeholder 2"/>
          <p:cNvSpPr>
            <a:spLocks noGrp="1"/>
          </p:cNvSpPr>
          <p:nvPr>
            <p:ph type="body" idx="1"/>
          </p:nvPr>
        </p:nvSpPr>
        <p:spPr bwMode="auto"/>
        <p:txBody>
          <a:bodyPr/>
          <a:lstStyle/>
          <a:p>
            <a:pPr>
              <a:defRPr/>
            </a:pPr>
            <a:endParaRPr/>
          </a:p>
        </p:txBody>
      </p:sp>
      <p:sp>
        <p:nvSpPr>
          <p:cNvPr id="1538155539" name="Slide Number Placeholder 3"/>
          <p:cNvSpPr>
            <a:spLocks noGrp="1"/>
          </p:cNvSpPr>
          <p:nvPr>
            <p:ph type="sldNum" sz="quarter" idx="10"/>
          </p:nvPr>
        </p:nvSpPr>
        <p:spPr bwMode="auto"/>
        <p:txBody>
          <a:bodyPr/>
          <a:lstStyle/>
          <a:p>
            <a:pPr>
              <a:defRPr/>
            </a:pPr>
            <a:fld id="{E0A84801-BBD3-4582-B6F2-D0F5EFA316F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6820228" name="Slide Image Placeholder 1"/>
          <p:cNvSpPr>
            <a:spLocks noChangeAspect="1" noGrp="1" noRot="1"/>
          </p:cNvSpPr>
          <p:nvPr>
            <p:ph type="sldImg"/>
          </p:nvPr>
        </p:nvSpPr>
        <p:spPr bwMode="auto"/>
      </p:sp>
      <p:sp>
        <p:nvSpPr>
          <p:cNvPr id="1396465643" name="Notes Placeholder 2"/>
          <p:cNvSpPr>
            <a:spLocks noGrp="1"/>
          </p:cNvSpPr>
          <p:nvPr>
            <p:ph type="body" idx="1"/>
          </p:nvPr>
        </p:nvSpPr>
        <p:spPr bwMode="auto"/>
        <p:txBody>
          <a:bodyPr/>
          <a:lstStyle/>
          <a:p>
            <a:pPr>
              <a:defRPr/>
            </a:pPr>
            <a:endParaRPr/>
          </a:p>
        </p:txBody>
      </p:sp>
      <p:sp>
        <p:nvSpPr>
          <p:cNvPr id="220913444" name="Slide Number Placeholder 3"/>
          <p:cNvSpPr>
            <a:spLocks noGrp="1"/>
          </p:cNvSpPr>
          <p:nvPr>
            <p:ph type="sldNum" sz="quarter" idx="10"/>
          </p:nvPr>
        </p:nvSpPr>
        <p:spPr bwMode="auto"/>
        <p:txBody>
          <a:bodyPr/>
          <a:lstStyle/>
          <a:p>
            <a:pPr>
              <a:defRPr/>
            </a:pPr>
            <a:fld id="{642A426B-48CD-D235-BF42-52435A74E7A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332647" name="Slide Image Placeholder 1"/>
          <p:cNvSpPr>
            <a:spLocks noChangeAspect="1" noGrp="1" noRot="1"/>
          </p:cNvSpPr>
          <p:nvPr>
            <p:ph type="sldImg"/>
          </p:nvPr>
        </p:nvSpPr>
        <p:spPr bwMode="auto"/>
      </p:sp>
      <p:sp>
        <p:nvSpPr>
          <p:cNvPr id="230481533" name="Notes Placeholder 2"/>
          <p:cNvSpPr>
            <a:spLocks noGrp="1"/>
          </p:cNvSpPr>
          <p:nvPr>
            <p:ph type="body" idx="1"/>
          </p:nvPr>
        </p:nvSpPr>
        <p:spPr bwMode="auto"/>
        <p:txBody>
          <a:bodyPr/>
          <a:lstStyle/>
          <a:p>
            <a:pPr>
              <a:defRPr/>
            </a:pPr>
            <a:endParaRPr/>
          </a:p>
        </p:txBody>
      </p:sp>
      <p:sp>
        <p:nvSpPr>
          <p:cNvPr id="1534734439" name="Slide Number Placeholder 3"/>
          <p:cNvSpPr>
            <a:spLocks noGrp="1"/>
          </p:cNvSpPr>
          <p:nvPr>
            <p:ph type="sldNum" sz="quarter" idx="10"/>
          </p:nvPr>
        </p:nvSpPr>
        <p:spPr bwMode="auto"/>
        <p:txBody>
          <a:bodyPr/>
          <a:lstStyle/>
          <a:p>
            <a:pPr>
              <a:defRPr/>
            </a:pPr>
            <a:fld id="{B5829ABC-EAFC-8256-C3C2-28D265B4D10E}"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9567524" name="Slide Image Placeholder 1"/>
          <p:cNvSpPr>
            <a:spLocks noChangeAspect="1" noGrp="1" noRot="1"/>
          </p:cNvSpPr>
          <p:nvPr>
            <p:ph type="sldImg"/>
          </p:nvPr>
        </p:nvSpPr>
        <p:spPr bwMode="auto"/>
      </p:sp>
      <p:sp>
        <p:nvSpPr>
          <p:cNvPr id="589421735" name="Notes Placeholder 2"/>
          <p:cNvSpPr>
            <a:spLocks noGrp="1"/>
          </p:cNvSpPr>
          <p:nvPr>
            <p:ph type="body" idx="1"/>
          </p:nvPr>
        </p:nvSpPr>
        <p:spPr bwMode="auto"/>
        <p:txBody>
          <a:bodyPr/>
          <a:lstStyle/>
          <a:p>
            <a:pPr>
              <a:defRPr/>
            </a:pPr>
            <a:endParaRPr/>
          </a:p>
        </p:txBody>
      </p:sp>
      <p:sp>
        <p:nvSpPr>
          <p:cNvPr id="1018300325" name="Slide Number Placeholder 3"/>
          <p:cNvSpPr>
            <a:spLocks noGrp="1"/>
          </p:cNvSpPr>
          <p:nvPr>
            <p:ph type="sldNum" sz="quarter" idx="10"/>
          </p:nvPr>
        </p:nvSpPr>
        <p:spPr bwMode="auto"/>
        <p:txBody>
          <a:bodyPr/>
          <a:lstStyle/>
          <a:p>
            <a:pPr>
              <a:defRPr/>
            </a:pPr>
            <a:fld id="{85325552-A2EB-10F9-575D-DEB1E691B426}"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6783420" name="Slide Image Placeholder 1"/>
          <p:cNvSpPr>
            <a:spLocks noChangeAspect="1" noGrp="1" noRot="1"/>
          </p:cNvSpPr>
          <p:nvPr>
            <p:ph type="sldImg"/>
          </p:nvPr>
        </p:nvSpPr>
        <p:spPr bwMode="auto"/>
      </p:sp>
      <p:sp>
        <p:nvSpPr>
          <p:cNvPr id="940901220" name="Notes Placeholder 2"/>
          <p:cNvSpPr>
            <a:spLocks noGrp="1"/>
          </p:cNvSpPr>
          <p:nvPr>
            <p:ph type="body" idx="1"/>
          </p:nvPr>
        </p:nvSpPr>
        <p:spPr bwMode="auto"/>
        <p:txBody>
          <a:bodyPr/>
          <a:lstStyle/>
          <a:p>
            <a:pPr>
              <a:defRPr/>
            </a:pPr>
            <a:endParaRPr/>
          </a:p>
        </p:txBody>
      </p:sp>
      <p:sp>
        <p:nvSpPr>
          <p:cNvPr id="41781250" name="Slide Number Placeholder 3"/>
          <p:cNvSpPr>
            <a:spLocks noGrp="1"/>
          </p:cNvSpPr>
          <p:nvPr>
            <p:ph type="sldNum" sz="quarter" idx="10"/>
          </p:nvPr>
        </p:nvSpPr>
        <p:spPr bwMode="auto"/>
        <p:txBody>
          <a:bodyPr/>
          <a:lstStyle/>
          <a:p>
            <a:pPr>
              <a:defRPr/>
            </a:pPr>
            <a:fld id="{77F661B7-47CF-5BB9-3481-43B9995CD153}"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7348916" name="Slide Image Placeholder 1"/>
          <p:cNvSpPr>
            <a:spLocks noChangeAspect="1" noGrp="1" noRot="1"/>
          </p:cNvSpPr>
          <p:nvPr>
            <p:ph type="sldImg"/>
          </p:nvPr>
        </p:nvSpPr>
        <p:spPr bwMode="auto"/>
      </p:sp>
      <p:sp>
        <p:nvSpPr>
          <p:cNvPr id="1833381306" name="Notes Placeholder 2"/>
          <p:cNvSpPr>
            <a:spLocks noGrp="1"/>
          </p:cNvSpPr>
          <p:nvPr>
            <p:ph type="body" idx="1"/>
          </p:nvPr>
        </p:nvSpPr>
        <p:spPr bwMode="auto"/>
        <p:txBody>
          <a:bodyPr/>
          <a:lstStyle/>
          <a:p>
            <a:pPr>
              <a:defRPr/>
            </a:pPr>
            <a:endParaRPr/>
          </a:p>
        </p:txBody>
      </p:sp>
      <p:sp>
        <p:nvSpPr>
          <p:cNvPr id="640732439" name="Slide Number Placeholder 3"/>
          <p:cNvSpPr>
            <a:spLocks noGrp="1"/>
          </p:cNvSpPr>
          <p:nvPr>
            <p:ph type="sldNum" sz="quarter" idx="10"/>
          </p:nvPr>
        </p:nvSpPr>
        <p:spPr bwMode="auto"/>
        <p:txBody>
          <a:bodyPr/>
          <a:lstStyle/>
          <a:p>
            <a:pPr>
              <a:defRPr/>
            </a:pPr>
            <a:fld id="{18327229-E6FE-A20C-D264-259776A058BD}"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4228924" name="Slide Image Placeholder 1"/>
          <p:cNvSpPr>
            <a:spLocks noChangeAspect="1" noGrp="1" noRot="1"/>
          </p:cNvSpPr>
          <p:nvPr>
            <p:ph type="sldImg"/>
          </p:nvPr>
        </p:nvSpPr>
        <p:spPr bwMode="auto"/>
      </p:sp>
      <p:sp>
        <p:nvSpPr>
          <p:cNvPr id="612528579" name="Notes Placeholder 2"/>
          <p:cNvSpPr>
            <a:spLocks noGrp="1"/>
          </p:cNvSpPr>
          <p:nvPr>
            <p:ph type="body" idx="1"/>
          </p:nvPr>
        </p:nvSpPr>
        <p:spPr bwMode="auto"/>
        <p:txBody>
          <a:bodyPr/>
          <a:lstStyle/>
          <a:p>
            <a:pPr>
              <a:defRPr/>
            </a:pPr>
            <a:endParaRPr/>
          </a:p>
        </p:txBody>
      </p:sp>
      <p:sp>
        <p:nvSpPr>
          <p:cNvPr id="1376080089" name="Slide Number Placeholder 3"/>
          <p:cNvSpPr>
            <a:spLocks noGrp="1"/>
          </p:cNvSpPr>
          <p:nvPr>
            <p:ph type="sldNum" sz="quarter" idx="10"/>
          </p:nvPr>
        </p:nvSpPr>
        <p:spPr bwMode="auto"/>
        <p:txBody>
          <a:bodyPr/>
          <a:lstStyle/>
          <a:p>
            <a:pPr>
              <a:defRPr/>
            </a:pPr>
            <a:fld id="{1850927F-37F2-A091-34E2-179F5AA5F0DD}"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9612900" name="Slide Image Placeholder 1"/>
          <p:cNvSpPr>
            <a:spLocks noChangeAspect="1" noGrp="1" noRot="1"/>
          </p:cNvSpPr>
          <p:nvPr>
            <p:ph type="sldImg"/>
          </p:nvPr>
        </p:nvSpPr>
        <p:spPr bwMode="auto"/>
      </p:sp>
      <p:sp>
        <p:nvSpPr>
          <p:cNvPr id="989529131" name="Notes Placeholder 2"/>
          <p:cNvSpPr>
            <a:spLocks noGrp="1"/>
          </p:cNvSpPr>
          <p:nvPr>
            <p:ph type="body" idx="1"/>
          </p:nvPr>
        </p:nvSpPr>
        <p:spPr bwMode="auto"/>
        <p:txBody>
          <a:bodyPr/>
          <a:lstStyle/>
          <a:p>
            <a:pPr>
              <a:defRPr/>
            </a:pPr>
            <a:endParaRPr/>
          </a:p>
        </p:txBody>
      </p:sp>
      <p:sp>
        <p:nvSpPr>
          <p:cNvPr id="21700793" name="Slide Number Placeholder 3"/>
          <p:cNvSpPr>
            <a:spLocks noGrp="1"/>
          </p:cNvSpPr>
          <p:nvPr>
            <p:ph type="sldNum" sz="quarter" idx="10"/>
          </p:nvPr>
        </p:nvSpPr>
        <p:spPr bwMode="auto"/>
        <p:txBody>
          <a:bodyPr/>
          <a:lstStyle/>
          <a:p>
            <a:pPr>
              <a:defRPr/>
            </a:pPr>
            <a:fld id="{6FF96F62-6A72-7A74-A808-3CFE4DDEA110}"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7399669" name="Slide Image Placeholder 1"/>
          <p:cNvSpPr>
            <a:spLocks noChangeAspect="1" noGrp="1" noRot="1"/>
          </p:cNvSpPr>
          <p:nvPr>
            <p:ph type="sldImg"/>
          </p:nvPr>
        </p:nvSpPr>
        <p:spPr bwMode="auto"/>
      </p:sp>
      <p:sp>
        <p:nvSpPr>
          <p:cNvPr id="2069503429" name="Notes Placeholder 2"/>
          <p:cNvSpPr>
            <a:spLocks noGrp="1"/>
          </p:cNvSpPr>
          <p:nvPr>
            <p:ph type="body" idx="1"/>
          </p:nvPr>
        </p:nvSpPr>
        <p:spPr bwMode="auto"/>
        <p:txBody>
          <a:bodyPr/>
          <a:lstStyle/>
          <a:p>
            <a:pPr>
              <a:defRPr/>
            </a:pPr>
            <a:endParaRPr/>
          </a:p>
        </p:txBody>
      </p:sp>
      <p:sp>
        <p:nvSpPr>
          <p:cNvPr id="1544363632" name="Slide Number Placeholder 3"/>
          <p:cNvSpPr>
            <a:spLocks noGrp="1"/>
          </p:cNvSpPr>
          <p:nvPr>
            <p:ph type="sldNum" sz="quarter" idx="10"/>
          </p:nvPr>
        </p:nvSpPr>
        <p:spPr bwMode="auto"/>
        <p:txBody>
          <a:bodyPr/>
          <a:lstStyle/>
          <a:p>
            <a:pPr>
              <a:defRPr/>
            </a:pPr>
            <a:fld id="{A7A5EE20-E2E3-4EE4-8489-B840050F5A2A}"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2844784" name="Slide Image Placeholder 1"/>
          <p:cNvSpPr>
            <a:spLocks noChangeAspect="1" noGrp="1" noRot="1"/>
          </p:cNvSpPr>
          <p:nvPr>
            <p:ph type="sldImg"/>
          </p:nvPr>
        </p:nvSpPr>
        <p:spPr bwMode="auto"/>
      </p:sp>
      <p:sp>
        <p:nvSpPr>
          <p:cNvPr id="1446126378" name="Notes Placeholder 2"/>
          <p:cNvSpPr>
            <a:spLocks noGrp="1"/>
          </p:cNvSpPr>
          <p:nvPr>
            <p:ph type="body" idx="1"/>
          </p:nvPr>
        </p:nvSpPr>
        <p:spPr bwMode="auto"/>
        <p:txBody>
          <a:bodyPr/>
          <a:lstStyle/>
          <a:p>
            <a:pPr>
              <a:defRPr/>
            </a:pPr>
            <a:endParaRPr/>
          </a:p>
        </p:txBody>
      </p:sp>
      <p:sp>
        <p:nvSpPr>
          <p:cNvPr id="1239705190" name="Slide Number Placeholder 3"/>
          <p:cNvSpPr>
            <a:spLocks noGrp="1"/>
          </p:cNvSpPr>
          <p:nvPr>
            <p:ph type="sldNum" sz="quarter" idx="10"/>
          </p:nvPr>
        </p:nvSpPr>
        <p:spPr bwMode="auto"/>
        <p:txBody>
          <a:bodyPr/>
          <a:lstStyle/>
          <a:p>
            <a:pPr>
              <a:defRPr/>
            </a:pPr>
            <a:fld id="{51506448-D41E-0240-F296-A2CC22D05B60}"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3276784" name="Slide Image Placeholder 1"/>
          <p:cNvSpPr>
            <a:spLocks noChangeAspect="1" noGrp="1" noRot="1"/>
          </p:cNvSpPr>
          <p:nvPr>
            <p:ph type="sldImg"/>
          </p:nvPr>
        </p:nvSpPr>
        <p:spPr bwMode="auto"/>
      </p:sp>
      <p:sp>
        <p:nvSpPr>
          <p:cNvPr id="1495340462" name="Notes Placeholder 2"/>
          <p:cNvSpPr>
            <a:spLocks noGrp="1"/>
          </p:cNvSpPr>
          <p:nvPr>
            <p:ph type="body" idx="1"/>
          </p:nvPr>
        </p:nvSpPr>
        <p:spPr bwMode="auto"/>
        <p:txBody>
          <a:bodyPr/>
          <a:lstStyle/>
          <a:p>
            <a:pPr>
              <a:defRPr/>
            </a:pPr>
            <a:endParaRPr/>
          </a:p>
        </p:txBody>
      </p:sp>
      <p:sp>
        <p:nvSpPr>
          <p:cNvPr id="48310337" name="Slide Number Placeholder 3"/>
          <p:cNvSpPr>
            <a:spLocks noGrp="1"/>
          </p:cNvSpPr>
          <p:nvPr>
            <p:ph type="sldNum" sz="quarter" idx="10"/>
          </p:nvPr>
        </p:nvSpPr>
        <p:spPr bwMode="auto"/>
        <p:txBody>
          <a:bodyPr/>
          <a:lstStyle/>
          <a:p>
            <a:pPr>
              <a:defRPr/>
            </a:pPr>
            <a:fld id="{6EA09178-5D12-750A-7138-2B1216005492}"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7289889" name="Slide Image Placeholder 1"/>
          <p:cNvSpPr>
            <a:spLocks noChangeAspect="1" noGrp="1" noRot="1"/>
          </p:cNvSpPr>
          <p:nvPr>
            <p:ph type="sldImg"/>
          </p:nvPr>
        </p:nvSpPr>
        <p:spPr bwMode="auto"/>
      </p:sp>
      <p:sp>
        <p:nvSpPr>
          <p:cNvPr id="889833003" name="Notes Placeholder 2"/>
          <p:cNvSpPr>
            <a:spLocks noGrp="1"/>
          </p:cNvSpPr>
          <p:nvPr>
            <p:ph type="body" idx="1"/>
          </p:nvPr>
        </p:nvSpPr>
        <p:spPr bwMode="auto"/>
        <p:txBody>
          <a:bodyPr/>
          <a:lstStyle/>
          <a:p>
            <a:pPr>
              <a:defRPr/>
            </a:pPr>
            <a:endParaRPr/>
          </a:p>
        </p:txBody>
      </p:sp>
      <p:sp>
        <p:nvSpPr>
          <p:cNvPr id="1479422445" name="Slide Number Placeholder 3"/>
          <p:cNvSpPr>
            <a:spLocks noGrp="1"/>
          </p:cNvSpPr>
          <p:nvPr>
            <p:ph type="sldNum" sz="quarter" idx="10"/>
          </p:nvPr>
        </p:nvSpPr>
        <p:spPr bwMode="auto"/>
        <p:txBody>
          <a:bodyPr/>
          <a:lstStyle/>
          <a:p>
            <a:pPr>
              <a:defRPr/>
            </a:pPr>
            <a:fld id="{27D1F50C-6593-CDB9-1D14-66AD7772FF14}"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7749478" name="Slide Image Placeholder 1"/>
          <p:cNvSpPr>
            <a:spLocks noChangeAspect="1" noGrp="1" noRot="1"/>
          </p:cNvSpPr>
          <p:nvPr>
            <p:ph type="sldImg"/>
          </p:nvPr>
        </p:nvSpPr>
        <p:spPr bwMode="auto"/>
      </p:sp>
      <p:sp>
        <p:nvSpPr>
          <p:cNvPr id="7929041" name="Notes Placeholder 2"/>
          <p:cNvSpPr>
            <a:spLocks noGrp="1"/>
          </p:cNvSpPr>
          <p:nvPr>
            <p:ph type="body" idx="1"/>
          </p:nvPr>
        </p:nvSpPr>
        <p:spPr bwMode="auto"/>
        <p:txBody>
          <a:bodyPr/>
          <a:lstStyle/>
          <a:p>
            <a:pPr>
              <a:defRPr/>
            </a:pPr>
            <a:endParaRPr/>
          </a:p>
        </p:txBody>
      </p:sp>
      <p:sp>
        <p:nvSpPr>
          <p:cNvPr id="1377680732" name="Slide Number Placeholder 3"/>
          <p:cNvSpPr>
            <a:spLocks noGrp="1"/>
          </p:cNvSpPr>
          <p:nvPr>
            <p:ph type="sldNum" sz="quarter" idx="10"/>
          </p:nvPr>
        </p:nvSpPr>
        <p:spPr bwMode="auto"/>
        <p:txBody>
          <a:bodyPr/>
          <a:lstStyle/>
          <a:p>
            <a:pPr>
              <a:defRPr/>
            </a:pPr>
            <a:fld id="{1686AE6B-4A8F-15B3-329F-C64F5D627209}"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4055287" name="Slide Image Placeholder 1"/>
          <p:cNvSpPr>
            <a:spLocks noChangeAspect="1" noGrp="1" noRot="1"/>
          </p:cNvSpPr>
          <p:nvPr>
            <p:ph type="sldImg"/>
          </p:nvPr>
        </p:nvSpPr>
        <p:spPr bwMode="auto"/>
      </p:sp>
      <p:sp>
        <p:nvSpPr>
          <p:cNvPr id="1667179070" name="Notes Placeholder 2"/>
          <p:cNvSpPr>
            <a:spLocks noGrp="1"/>
          </p:cNvSpPr>
          <p:nvPr>
            <p:ph type="body" idx="1"/>
          </p:nvPr>
        </p:nvSpPr>
        <p:spPr bwMode="auto"/>
        <p:txBody>
          <a:bodyPr/>
          <a:lstStyle/>
          <a:p>
            <a:pPr>
              <a:defRPr/>
            </a:pPr>
            <a:endParaRPr/>
          </a:p>
        </p:txBody>
      </p:sp>
      <p:sp>
        <p:nvSpPr>
          <p:cNvPr id="1347462899" name="Slide Number Placeholder 3"/>
          <p:cNvSpPr>
            <a:spLocks noGrp="1"/>
          </p:cNvSpPr>
          <p:nvPr>
            <p:ph type="sldNum" sz="quarter" idx="10"/>
          </p:nvPr>
        </p:nvSpPr>
        <p:spPr bwMode="auto"/>
        <p:txBody>
          <a:bodyPr/>
          <a:lstStyle/>
          <a:p>
            <a:pPr>
              <a:defRPr/>
            </a:pPr>
            <a:fld id="{C33D175F-1177-A6E1-ABA9-BA19190E25C6}"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9169636" name="Slide Image Placeholder 1"/>
          <p:cNvSpPr>
            <a:spLocks noChangeAspect="1" noGrp="1" noRot="1"/>
          </p:cNvSpPr>
          <p:nvPr>
            <p:ph type="sldImg"/>
          </p:nvPr>
        </p:nvSpPr>
        <p:spPr bwMode="auto"/>
      </p:sp>
      <p:sp>
        <p:nvSpPr>
          <p:cNvPr id="228020089" name="Notes Placeholder 2"/>
          <p:cNvSpPr>
            <a:spLocks noGrp="1"/>
          </p:cNvSpPr>
          <p:nvPr>
            <p:ph type="body" idx="1"/>
          </p:nvPr>
        </p:nvSpPr>
        <p:spPr bwMode="auto"/>
        <p:txBody>
          <a:bodyPr/>
          <a:lstStyle/>
          <a:p>
            <a:pPr>
              <a:defRPr/>
            </a:pPr>
            <a:endParaRPr/>
          </a:p>
        </p:txBody>
      </p:sp>
      <p:sp>
        <p:nvSpPr>
          <p:cNvPr id="1546624401" name="Slide Number Placeholder 3"/>
          <p:cNvSpPr>
            <a:spLocks noGrp="1"/>
          </p:cNvSpPr>
          <p:nvPr>
            <p:ph type="sldNum" sz="quarter" idx="10"/>
          </p:nvPr>
        </p:nvSpPr>
        <p:spPr bwMode="auto"/>
        <p:txBody>
          <a:bodyPr/>
          <a:lstStyle/>
          <a:p>
            <a:pPr>
              <a:defRPr/>
            </a:pPr>
            <a:fld id="{DED9B925-8285-F9E3-AA1D-9480F9EB5EA9}"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4950018" name="Slide Image Placeholder 1"/>
          <p:cNvSpPr>
            <a:spLocks noChangeAspect="1" noGrp="1" noRot="1"/>
          </p:cNvSpPr>
          <p:nvPr>
            <p:ph type="sldImg"/>
          </p:nvPr>
        </p:nvSpPr>
        <p:spPr bwMode="auto"/>
      </p:sp>
      <p:sp>
        <p:nvSpPr>
          <p:cNvPr id="978490342" name="Notes Placeholder 2"/>
          <p:cNvSpPr>
            <a:spLocks noGrp="1"/>
          </p:cNvSpPr>
          <p:nvPr>
            <p:ph type="body" idx="1"/>
          </p:nvPr>
        </p:nvSpPr>
        <p:spPr bwMode="auto"/>
        <p:txBody>
          <a:bodyPr/>
          <a:lstStyle/>
          <a:p>
            <a:pPr>
              <a:defRPr/>
            </a:pPr>
            <a:endParaRPr/>
          </a:p>
        </p:txBody>
      </p:sp>
      <p:sp>
        <p:nvSpPr>
          <p:cNvPr id="2025691149" name="Slide Number Placeholder 3"/>
          <p:cNvSpPr>
            <a:spLocks noGrp="1"/>
          </p:cNvSpPr>
          <p:nvPr>
            <p:ph type="sldNum" sz="quarter" idx="10"/>
          </p:nvPr>
        </p:nvSpPr>
        <p:spPr bwMode="auto"/>
        <p:txBody>
          <a:bodyPr/>
          <a:lstStyle/>
          <a:p>
            <a:pPr>
              <a:defRPr/>
            </a:pPr>
            <a:fld id="{8DE57EAD-626A-B0CE-412A-B8456B221FE3}"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70284" name="Slide Image Placeholder 1"/>
          <p:cNvSpPr>
            <a:spLocks noChangeAspect="1" noGrp="1" noRot="1"/>
          </p:cNvSpPr>
          <p:nvPr>
            <p:ph type="sldImg"/>
          </p:nvPr>
        </p:nvSpPr>
        <p:spPr bwMode="auto"/>
      </p:sp>
      <p:sp>
        <p:nvSpPr>
          <p:cNvPr id="761100668" name="Notes Placeholder 2"/>
          <p:cNvSpPr>
            <a:spLocks noGrp="1"/>
          </p:cNvSpPr>
          <p:nvPr>
            <p:ph type="body" idx="1"/>
          </p:nvPr>
        </p:nvSpPr>
        <p:spPr bwMode="auto"/>
        <p:txBody>
          <a:bodyPr/>
          <a:lstStyle/>
          <a:p>
            <a:pPr>
              <a:defRPr/>
            </a:pPr>
            <a:endParaRPr/>
          </a:p>
        </p:txBody>
      </p:sp>
      <p:sp>
        <p:nvSpPr>
          <p:cNvPr id="480228923" name="Slide Number Placeholder 3"/>
          <p:cNvSpPr>
            <a:spLocks noGrp="1"/>
          </p:cNvSpPr>
          <p:nvPr>
            <p:ph type="sldNum" sz="quarter" idx="10"/>
          </p:nvPr>
        </p:nvSpPr>
        <p:spPr bwMode="auto"/>
        <p:txBody>
          <a:bodyPr/>
          <a:lstStyle/>
          <a:p>
            <a:pPr>
              <a:defRPr/>
            </a:pPr>
            <a:fld id="{8329793D-3822-096C-6CE4-DDCCC7123D37}"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and Object Slide">
    <p:spTree>
      <p:nvGrpSpPr>
        <p:cNvPr id="1" name=""/>
        <p:cNvGrpSpPr/>
        <p:nvPr/>
      </p:nvGrpSpPr>
      <p:grpSpPr bwMode="auto">
        <a:xfrm>
          <a:off x="0" y="0"/>
          <a:ext cx="0" cy="0"/>
          <a:chOff x="0" y="0"/>
          <a:chExt cx="0" cy="0"/>
        </a:xfrm>
      </p:grpSpPr>
      <p:sp>
        <p:nvSpPr>
          <p:cNvPr id="2036162395" name="Shape 1026"/>
          <p:cNvSpPr>
            <a:spLocks noChangeShapeType="1" noGrp="1"/>
          </p:cNvSpPr>
          <p:nvPr>
            <p:ph type="title" idx="0"/>
          </p:nvPr>
        </p:nvSpPr>
        <p:spPr bwMode="auto">
          <a:xfrm>
            <a:off x="762000" y="228600"/>
            <a:ext cx="7716837" cy="762000"/>
          </a:xfrm>
          <a:prstGeom prst="rect">
            <a:avLst/>
          </a:prstGeom>
          <a:noFill/>
        </p:spPr>
        <p:txBody>
          <a:bodyPr lIns="91440" tIns="45720" rIns="91440" bIns="45720" anchor="b"/>
          <a:lstStyle/>
          <a:p>
            <a:pPr marL="0" lvl="0" indent="0">
              <a:spcBef>
                <a:spcPts val="0"/>
              </a:spcBef>
              <a:buNone/>
              <a:defRPr/>
            </a:pPr>
            <a:r>
              <a:rPr lang="en-US"/>
              <a:t>Click to edit Master title style</a:t>
            </a:r>
            <a:endParaRPr/>
          </a:p>
        </p:txBody>
      </p:sp>
      <p:sp>
        <p:nvSpPr>
          <p:cNvPr id="1014691425" name="Shape 1027"/>
          <p:cNvSpPr>
            <a:spLocks noChangeShapeType="1" noGrp="1"/>
          </p:cNvSpPr>
          <p:nvPr>
            <p:ph idx="1"/>
          </p:nvPr>
        </p:nvSpPr>
        <p:spPr bwMode="auto">
          <a:xfrm>
            <a:off x="381000" y="1447800"/>
            <a:ext cx="8458200" cy="5105400"/>
          </a:xfrm>
          <a:prstGeom prst="rect">
            <a:avLst/>
          </a:prstGeom>
          <a:noFill/>
        </p:spPr>
        <p:txBody>
          <a:bodyPr lIns="91440" tIns="45720" rIns="91440" bIns="45720"/>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Click to edit Master text styles</a:t>
            </a:r>
            <a:endParaRPr/>
          </a:p>
          <a:p>
            <a:pPr marL="742950" lvl="1" indent="-285750">
              <a:spcBef>
                <a:spcPts val="0"/>
              </a:spcBef>
              <a:buClr>
                <a:srgbClr val="FF0000"/>
              </a:buClr>
              <a:buSzPct val="55000"/>
              <a:buFont typeface="Wingdings"/>
              <a:buChar char="n"/>
              <a:defRPr/>
            </a:pPr>
            <a:r>
              <a:rPr lang="en-US"/>
              <a:t>Second level</a:t>
            </a:r>
            <a:endParaRPr/>
          </a:p>
          <a:p>
            <a:pPr marL="1143000" lvl="2" indent="-228600">
              <a:spcBef>
                <a:spcPts val="0"/>
              </a:spcBef>
              <a:buClr>
                <a:srgbClr val="3333CC"/>
              </a:buClr>
              <a:buSzPct val="50000"/>
              <a:buFont typeface="Wingdings"/>
              <a:buChar char="n"/>
              <a:defRPr/>
            </a:pPr>
            <a:r>
              <a:rPr lang="en-US"/>
              <a:t>Third level</a:t>
            </a:r>
            <a:endParaRPr/>
          </a:p>
          <a:p>
            <a:pPr marL="1600200" lvl="3" indent="-228600">
              <a:spcBef>
                <a:spcPts val="0"/>
              </a:spcBef>
              <a:buClr>
                <a:srgbClr val="FFCF01"/>
              </a:buClr>
              <a:buSzPct val="55000"/>
              <a:buFont typeface="Wingdings"/>
              <a:buChar char="n"/>
              <a:defRPr/>
            </a:pPr>
            <a:r>
              <a:rPr lang="en-US"/>
              <a:t>Fourth level</a:t>
            </a:r>
            <a:endParaRPr/>
          </a:p>
          <a:p>
            <a:pPr marL="2057400" lvl="4" indent="-228600">
              <a:spcBef>
                <a:spcPts val="0"/>
              </a:spcBef>
              <a:buClr>
                <a:srgbClr val="00E4A8"/>
              </a:buClr>
              <a:buSzPct val="50000"/>
              <a:buFont typeface="Wingdings"/>
              <a:buChar char="n"/>
              <a:defRPr/>
            </a:pPr>
            <a:r>
              <a:rPr lang="en-US"/>
              <a:t>Fifth level</a:t>
            </a:r>
            <a:endParaRPr/>
          </a:p>
        </p:txBody>
      </p:sp>
      <p:sp>
        <p:nvSpPr>
          <p:cNvPr id="251028622" name="Shape 1028"/>
          <p:cNvSpPr>
            <a:spLocks noChangeShapeType="1" noGrp="1"/>
          </p:cNvSpPr>
          <p:nvPr>
            <p:ph type="dt" idx="2"/>
          </p:nvPr>
        </p:nvSpPr>
        <p:spPr bwMode="auto">
          <a:xfrm>
            <a:off x="0" y="6400800"/>
            <a:ext cx="1905000" cy="4572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ahoma"/>
              </a:defRPr>
            </a:lvl1pPr>
            <a:lvl2pPr marL="457200" indent="457200" algn="l" defTabSz="914400" rtl="0">
              <a:lnSpc>
                <a:spcPct val="100000"/>
              </a:lnSpc>
              <a:spcBef>
                <a:spcPts val="0"/>
              </a:spcBef>
              <a:spcAft>
                <a:spcPts val="0"/>
              </a:spcAft>
              <a:buNone/>
              <a:defRPr sz="1800" b="0" i="0">
                <a:solidFill>
                  <a:schemeClr val="dk1"/>
                </a:solidFill>
                <a:latin typeface="Tahoma"/>
              </a:defRPr>
            </a:lvl2pPr>
            <a:lvl3pPr marL="914400" indent="914400" algn="l" defTabSz="914400" rtl="0">
              <a:lnSpc>
                <a:spcPct val="100000"/>
              </a:lnSpc>
              <a:spcBef>
                <a:spcPts val="0"/>
              </a:spcBef>
              <a:spcAft>
                <a:spcPts val="0"/>
              </a:spcAft>
              <a:buNone/>
              <a:defRPr sz="1800" b="0" i="0">
                <a:solidFill>
                  <a:schemeClr val="dk1"/>
                </a:solidFill>
                <a:latin typeface="Tahoma"/>
              </a:defRPr>
            </a:lvl3pPr>
            <a:lvl4pPr marL="1371600" indent="1371600" algn="l" defTabSz="914400" rtl="0">
              <a:lnSpc>
                <a:spcPct val="100000"/>
              </a:lnSpc>
              <a:spcBef>
                <a:spcPts val="0"/>
              </a:spcBef>
              <a:spcAft>
                <a:spcPts val="0"/>
              </a:spcAft>
              <a:buNone/>
              <a:defRPr sz="1800" b="0" i="0">
                <a:solidFill>
                  <a:schemeClr val="dk1"/>
                </a:solidFill>
                <a:latin typeface="Tahoma"/>
              </a:defRPr>
            </a:lvl4pPr>
            <a:lvl5pPr marL="1828800" indent="1828800" algn="l" defTabSz="914400" rtl="0">
              <a:lnSpc>
                <a:spcPct val="100000"/>
              </a:lnSpc>
              <a:spcBef>
                <a:spcPts val="0"/>
              </a:spcBef>
              <a:spcAft>
                <a:spcPts val="0"/>
              </a:spcAft>
              <a:buNone/>
              <a:defRPr sz="1800" b="0" i="0">
                <a:solidFill>
                  <a:schemeClr val="dk1"/>
                </a:solidFill>
                <a:latin typeface="Tahoma"/>
              </a:defRPr>
            </a:lvl5pPr>
          </a:lstStyle>
          <a:p>
            <a:pPr marL="0" lvl="0" indent="0">
              <a:spcBef>
                <a:spcPts val="0"/>
              </a:spcBef>
              <a:buNone/>
              <a:defRPr/>
            </a:pPr>
            <a:endParaRPr lang="en-US" sz="1200"/>
          </a:p>
        </p:txBody>
      </p:sp>
      <p:sp>
        <p:nvSpPr>
          <p:cNvPr id="398930046" name="Shape 1029"/>
          <p:cNvSpPr>
            <a:spLocks noChangeShapeType="1" noGrp="1"/>
          </p:cNvSpPr>
          <p:nvPr>
            <p:ph type="ftr" idx="3"/>
          </p:nvPr>
        </p:nvSpPr>
        <p:spPr bwMode="auto">
          <a:xfrm>
            <a:off x="3276600" y="6477000"/>
            <a:ext cx="2895600" cy="3810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ahoma"/>
              </a:defRPr>
            </a:lvl1pPr>
            <a:lvl2pPr marL="457200" indent="457200" algn="l" defTabSz="914400" rtl="0">
              <a:lnSpc>
                <a:spcPct val="100000"/>
              </a:lnSpc>
              <a:spcBef>
                <a:spcPts val="0"/>
              </a:spcBef>
              <a:spcAft>
                <a:spcPts val="0"/>
              </a:spcAft>
              <a:buNone/>
              <a:defRPr sz="1800" b="0" i="0">
                <a:solidFill>
                  <a:schemeClr val="dk1"/>
                </a:solidFill>
                <a:latin typeface="Tahoma"/>
              </a:defRPr>
            </a:lvl2pPr>
            <a:lvl3pPr marL="914400" indent="914400" algn="l" defTabSz="914400" rtl="0">
              <a:lnSpc>
                <a:spcPct val="100000"/>
              </a:lnSpc>
              <a:spcBef>
                <a:spcPts val="0"/>
              </a:spcBef>
              <a:spcAft>
                <a:spcPts val="0"/>
              </a:spcAft>
              <a:buNone/>
              <a:defRPr sz="1800" b="0" i="0">
                <a:solidFill>
                  <a:schemeClr val="dk1"/>
                </a:solidFill>
                <a:latin typeface="Tahoma"/>
              </a:defRPr>
            </a:lvl3pPr>
            <a:lvl4pPr marL="1371600" indent="1371600" algn="l" defTabSz="914400" rtl="0">
              <a:lnSpc>
                <a:spcPct val="100000"/>
              </a:lnSpc>
              <a:spcBef>
                <a:spcPts val="0"/>
              </a:spcBef>
              <a:spcAft>
                <a:spcPts val="0"/>
              </a:spcAft>
              <a:buNone/>
              <a:defRPr sz="1800" b="0" i="0">
                <a:solidFill>
                  <a:schemeClr val="dk1"/>
                </a:solidFill>
                <a:latin typeface="Tahoma"/>
              </a:defRPr>
            </a:lvl4pPr>
            <a:lvl5pPr marL="1828800" indent="1828800" algn="l" defTabSz="914400" rtl="0">
              <a:lnSpc>
                <a:spcPct val="100000"/>
              </a:lnSpc>
              <a:spcBef>
                <a:spcPts val="0"/>
              </a:spcBef>
              <a:spcAft>
                <a:spcPts val="0"/>
              </a:spcAft>
              <a:buNone/>
              <a:defRPr sz="1800" b="0" i="0">
                <a:solidFill>
                  <a:schemeClr val="dk1"/>
                </a:solidFill>
                <a:latin typeface="Tahoma"/>
              </a:defRPr>
            </a:lvl5pPr>
          </a:lstStyle>
          <a:p>
            <a:pPr marL="0" lvl="0" indent="0" algn="ctr">
              <a:spcBef>
                <a:spcPts val="0"/>
              </a:spcBef>
              <a:buNone/>
              <a:defRPr/>
            </a:pPr>
            <a:r>
              <a:rPr sz="1200"/>
              <a:t>Data Mining: Concepts and Techniques</a:t>
            </a:r>
            <a:endParaRPr/>
          </a:p>
        </p:txBody>
      </p:sp>
      <p:sp>
        <p:nvSpPr>
          <p:cNvPr id="1274889200" name="Shape 1030"/>
          <p:cNvSpPr>
            <a:spLocks noChangeShapeType="1" noGrp="1"/>
          </p:cNvSpPr>
          <p:nvPr>
            <p:ph type="sldNum" idx="4"/>
          </p:nvPr>
        </p:nvSpPr>
        <p:spPr bwMode="auto">
          <a:xfrm>
            <a:off x="7239000" y="6400800"/>
            <a:ext cx="1905000" cy="4572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ahoma"/>
              </a:defRPr>
            </a:lvl1pPr>
            <a:lvl2pPr marL="457200" indent="457200" algn="l" defTabSz="914400" rtl="0">
              <a:lnSpc>
                <a:spcPct val="100000"/>
              </a:lnSpc>
              <a:spcBef>
                <a:spcPts val="0"/>
              </a:spcBef>
              <a:spcAft>
                <a:spcPts val="0"/>
              </a:spcAft>
              <a:buNone/>
              <a:defRPr sz="1800" b="0" i="0">
                <a:solidFill>
                  <a:schemeClr val="dk1"/>
                </a:solidFill>
                <a:latin typeface="Tahoma"/>
              </a:defRPr>
            </a:lvl2pPr>
            <a:lvl3pPr marL="914400" indent="914400" algn="l" defTabSz="914400" rtl="0">
              <a:lnSpc>
                <a:spcPct val="100000"/>
              </a:lnSpc>
              <a:spcBef>
                <a:spcPts val="0"/>
              </a:spcBef>
              <a:spcAft>
                <a:spcPts val="0"/>
              </a:spcAft>
              <a:buNone/>
              <a:defRPr sz="1800" b="0" i="0">
                <a:solidFill>
                  <a:schemeClr val="dk1"/>
                </a:solidFill>
                <a:latin typeface="Tahoma"/>
              </a:defRPr>
            </a:lvl3pPr>
            <a:lvl4pPr marL="1371600" indent="1371600" algn="l" defTabSz="914400" rtl="0">
              <a:lnSpc>
                <a:spcPct val="100000"/>
              </a:lnSpc>
              <a:spcBef>
                <a:spcPts val="0"/>
              </a:spcBef>
              <a:spcAft>
                <a:spcPts val="0"/>
              </a:spcAft>
              <a:buNone/>
              <a:defRPr sz="1800" b="0" i="0">
                <a:solidFill>
                  <a:schemeClr val="dk1"/>
                </a:solidFill>
                <a:latin typeface="Tahoma"/>
              </a:defRPr>
            </a:lvl4pPr>
            <a:lvl5pPr marL="1828800" indent="1828800" algn="l" defTabSz="914400" rtl="0">
              <a:lnSpc>
                <a:spcPct val="100000"/>
              </a:lnSpc>
              <a:spcBef>
                <a:spcPts val="0"/>
              </a:spcBef>
              <a:spcAft>
                <a:spcPts val="0"/>
              </a:spcAft>
              <a:buNone/>
              <a:defRPr sz="1800" b="0" i="0">
                <a:solidFill>
                  <a:schemeClr val="dk1"/>
                </a:solidFill>
                <a:latin typeface="Tahoma"/>
              </a:defRPr>
            </a:lvl5pPr>
          </a:lstStyle>
          <a:p>
            <a:pPr marL="0" lvl="0" indent="0" algn="r">
              <a:spcBef>
                <a:spcPts val="0"/>
              </a:spcBef>
              <a:buNone/>
              <a:defRPr/>
            </a:pPr>
            <a:fld id="{D038279B-FC19-497E-A7D1-5ADD9CAF016F}" type="slidenum">
              <a:rPr lang="en-US" sz="1400"/>
              <a:t>&lt;#&gt;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1_Blends">
    <p:bg>
      <p:bgPr shadeToTitle="0">
        <a:solidFill>
          <a:schemeClr val="lt1"/>
        </a:solidFill>
      </p:bgPr>
    </p:bg>
    <p:spTree>
      <p:nvGrpSpPr>
        <p:cNvPr id="1" name=""/>
        <p:cNvGrpSpPr/>
        <p:nvPr/>
      </p:nvGrpSpPr>
      <p:grpSpPr bwMode="auto">
        <a:xfrm>
          <a:off x="0" y="0"/>
          <a:ext cx="0" cy="0"/>
          <a:chOff x="0" y="0"/>
          <a:chExt cx="0" cy="0"/>
        </a:xfrm>
      </p:grpSpPr>
      <p:grpSp>
        <p:nvGrpSpPr>
          <p:cNvPr id="1122743733" name="Group 2"/>
          <p:cNvGrpSpPr/>
          <p:nvPr/>
        </p:nvGrpSpPr>
        <p:grpSpPr bwMode="auto">
          <a:xfrm>
            <a:off x="0" y="2438400"/>
            <a:ext cx="9009062" cy="1052512"/>
            <a:chOff x="0" y="1536"/>
            <a:chExt cx="5675" cy="663"/>
          </a:xfrm>
        </p:grpSpPr>
        <p:grpSp>
          <p:nvGrpSpPr>
            <p:cNvPr id="2057" name="Group 3"/>
            <p:cNvGrpSpPr/>
            <p:nvPr/>
          </p:nvGrpSpPr>
          <p:grpSpPr bwMode="auto">
            <a:xfrm>
              <a:off x="185" y="1604"/>
              <a:ext cx="449" cy="299"/>
              <a:chOff x="720" y="336"/>
              <a:chExt cx="624" cy="432"/>
            </a:xfrm>
          </p:grpSpPr>
          <p:sp>
            <p:nvSpPr>
              <p:cNvPr id="2064" name="Rectangle 4"/>
              <p:cNvSpPr>
                <a:spLocks noChangeShapeType="1"/>
              </p:cNvSpPr>
              <p:nvPr/>
            </p:nvSpPr>
            <p:spPr bwMode="auto">
              <a:xfrm>
                <a:off x="720" y="336"/>
                <a:ext cx="384" cy="432"/>
              </a:xfrm>
              <a:prstGeom prst="rect">
                <a:avLst/>
              </a:prstGeom>
              <a:solidFill>
                <a:schemeClr val="folHlink"/>
              </a:solidFill>
            </p:spPr>
            <p:txBody>
              <a:bodyPr wrap="none" anchor="ctr" anchorCtr="0"/>
              <a:lstStyle/>
              <a:p>
                <a:pPr>
                  <a:defRPr/>
                </a:pPr>
                <a:endParaRPr sz="1400"/>
              </a:p>
            </p:txBody>
          </p:sp>
          <p:sp>
            <p:nvSpPr>
              <p:cNvPr id="2065" name="Rectangle 5"/>
              <p:cNvSpPr>
                <a:spLocks noChangeShapeType="1"/>
              </p:cNvSpPr>
              <p:nvPr/>
            </p:nvSpPr>
            <p:spPr bwMode="auto">
              <a:xfrm>
                <a:off x="1056" y="336"/>
                <a:ext cx="288" cy="432"/>
              </a:xfrm>
              <a:prstGeom prst="rect">
                <a:avLst/>
              </a:prstGeom>
              <a:gradFill>
                <a:gsLst>
                  <a:gs pos="0">
                    <a:schemeClr val="folHlink"/>
                  </a:gs>
                  <a:gs pos="100000">
                    <a:schemeClr val="lt1"/>
                  </a:gs>
                </a:gsLst>
                <a:lin ang="0" scaled="1"/>
              </a:gradFill>
            </p:spPr>
            <p:txBody>
              <a:bodyPr wrap="none" anchor="ctr" anchorCtr="0"/>
              <a:lstStyle/>
              <a:p>
                <a:pPr>
                  <a:defRPr/>
                </a:pPr>
                <a:endParaRPr sz="1400"/>
              </a:p>
            </p:txBody>
          </p:sp>
        </p:grpSp>
        <p:grpSp>
          <p:nvGrpSpPr>
            <p:cNvPr id="2058" name="Group 6"/>
            <p:cNvGrpSpPr/>
            <p:nvPr/>
          </p:nvGrpSpPr>
          <p:grpSpPr bwMode="auto">
            <a:xfrm>
              <a:off x="263" y="1870"/>
              <a:ext cx="466" cy="299"/>
              <a:chOff x="912" y="2640"/>
              <a:chExt cx="672" cy="432"/>
            </a:xfrm>
          </p:grpSpPr>
          <p:sp>
            <p:nvSpPr>
              <p:cNvPr id="2062" name="Rectangle 7"/>
              <p:cNvSpPr>
                <a:spLocks noChangeShapeType="1"/>
              </p:cNvSpPr>
              <p:nvPr/>
            </p:nvSpPr>
            <p:spPr bwMode="auto">
              <a:xfrm>
                <a:off x="912" y="2640"/>
                <a:ext cx="384" cy="432"/>
              </a:xfrm>
              <a:prstGeom prst="rect">
                <a:avLst/>
              </a:prstGeom>
              <a:solidFill>
                <a:schemeClr val="accent2"/>
              </a:solidFill>
            </p:spPr>
            <p:txBody>
              <a:bodyPr wrap="none" anchor="ctr" anchorCtr="0"/>
              <a:lstStyle/>
              <a:p>
                <a:pPr>
                  <a:defRPr/>
                </a:pPr>
                <a:endParaRPr sz="1400"/>
              </a:p>
            </p:txBody>
          </p:sp>
          <p:sp>
            <p:nvSpPr>
              <p:cNvPr id="2063" name="Rectangle 8"/>
              <p:cNvSpPr>
                <a:spLocks noChangeShapeType="1"/>
              </p:cNvSpPr>
              <p:nvPr/>
            </p:nvSpPr>
            <p:spPr bwMode="auto">
              <a:xfrm>
                <a:off x="1249" y="2640"/>
                <a:ext cx="334" cy="432"/>
              </a:xfrm>
              <a:prstGeom prst="rect">
                <a:avLst/>
              </a:prstGeom>
              <a:gradFill>
                <a:gsLst>
                  <a:gs pos="0">
                    <a:schemeClr val="accent2"/>
                  </a:gs>
                  <a:gs pos="100000">
                    <a:schemeClr val="lt1"/>
                  </a:gs>
                </a:gsLst>
                <a:lin ang="0" scaled="1"/>
              </a:gradFill>
            </p:spPr>
            <p:txBody>
              <a:bodyPr wrap="none" anchor="ctr" anchorCtr="0"/>
              <a:lstStyle/>
              <a:p>
                <a:pPr>
                  <a:defRPr/>
                </a:pPr>
                <a:endParaRPr sz="1400"/>
              </a:p>
            </p:txBody>
          </p:sp>
        </p:grpSp>
        <p:sp>
          <p:nvSpPr>
            <p:cNvPr id="2059" name="Rectangle 9"/>
            <p:cNvSpPr>
              <a:spLocks noChangeShapeType="1"/>
            </p:cNvSpPr>
            <p:nvPr/>
          </p:nvSpPr>
          <p:spPr bwMode="auto">
            <a:xfrm>
              <a:off x="0" y="1824"/>
              <a:ext cx="353" cy="266"/>
            </a:xfrm>
            <a:prstGeom prst="rect">
              <a:avLst/>
            </a:prstGeom>
            <a:gradFill>
              <a:gsLst>
                <a:gs pos="0">
                  <a:schemeClr val="lt1"/>
                </a:gs>
                <a:gs pos="100000">
                  <a:schemeClr val="hlink"/>
                </a:gs>
              </a:gsLst>
              <a:lin ang="18900000" scaled="1"/>
            </a:gradFill>
          </p:spPr>
          <p:txBody>
            <a:bodyPr wrap="none" anchor="ctr" anchorCtr="0"/>
            <a:lstStyle/>
            <a:p>
              <a:pPr>
                <a:defRPr/>
              </a:pPr>
              <a:endParaRPr sz="1400"/>
            </a:p>
          </p:txBody>
        </p:sp>
        <p:sp>
          <p:nvSpPr>
            <p:cNvPr id="2060" name="Rectangle 10"/>
            <p:cNvSpPr>
              <a:spLocks noChangeShapeType="1"/>
            </p:cNvSpPr>
            <p:nvPr/>
          </p:nvSpPr>
          <p:spPr bwMode="auto">
            <a:xfrm>
              <a:off x="400" y="1536"/>
              <a:ext cx="20" cy="663"/>
            </a:xfrm>
            <a:prstGeom prst="rect">
              <a:avLst/>
            </a:prstGeom>
            <a:solidFill>
              <a:schemeClr val="lt2"/>
            </a:solidFill>
          </p:spPr>
          <p:txBody>
            <a:bodyPr wrap="none" anchor="ctr" anchorCtr="0"/>
            <a:lstStyle/>
            <a:p>
              <a:pPr>
                <a:defRPr/>
              </a:pPr>
              <a:endParaRPr sz="1400"/>
            </a:p>
          </p:txBody>
        </p:sp>
        <p:sp>
          <p:nvSpPr>
            <p:cNvPr id="2061" name="Rectangle 11"/>
            <p:cNvSpPr>
              <a:spLocks noChangeShapeType="1"/>
            </p:cNvSpPr>
            <p:nvPr/>
          </p:nvSpPr>
          <p:spPr bwMode="auto">
            <a:xfrm flipV="1">
              <a:off x="199" y="2054"/>
              <a:ext cx="5476" cy="35"/>
            </a:xfrm>
            <a:prstGeom prst="rect">
              <a:avLst/>
            </a:prstGeom>
            <a:gradFill>
              <a:gsLst>
                <a:gs pos="0">
                  <a:schemeClr val="lt2"/>
                </a:gs>
                <a:gs pos="100000">
                  <a:schemeClr val="lt1"/>
                </a:gs>
              </a:gsLst>
              <a:lin ang="0" scaled="1"/>
            </a:gradFill>
          </p:spPr>
          <p:txBody>
            <a:bodyPr wrap="none" anchor="ctr" anchorCtr="0"/>
            <a:lstStyle/>
            <a:p>
              <a:pPr>
                <a:defRPr/>
              </a:pPr>
              <a:endParaRPr sz="1400"/>
            </a:p>
          </p:txBody>
        </p:sp>
      </p:grpSp>
      <p:sp>
        <p:nvSpPr>
          <p:cNvPr id="764576818" name="Rectangle 11"/>
          <p:cNvSpPr>
            <a:spLocks noChangeShapeType="1" noGrp="1"/>
          </p:cNvSpPr>
          <p:nvPr>
            <p:ph type="sldNum"/>
          </p:nvPr>
        </p:nvSpPr>
        <p:spPr bwMode="auto">
          <a:xfrm>
            <a:off x="8694737" y="6553200"/>
            <a:ext cx="449262" cy="304800"/>
          </a:xfrm>
          <a:prstGeom prst="rect">
            <a:avLst/>
          </a:prstGeom>
          <a:noFill/>
        </p:spPr>
        <p:txBody>
          <a:bodyPr wrap="none">
            <a:spAutoFit/>
          </a:bodyPr>
          <a:lstStyle/>
          <a:p>
            <a:pPr marL="0" lvl="0" indent="0">
              <a:spcBef>
                <a:spcPts val="0"/>
              </a:spcBef>
              <a:buNone/>
              <a:defRPr/>
            </a:pPr>
            <a:fld id="{D038279B-FC19-497E-A7D1-5ADD9CAF016F}" type="slidenum">
              <a:rPr lang="en-US" sz="1400">
                <a:solidFill>
                  <a:schemeClr val="lt2"/>
                </a:solidFill>
              </a:rPr>
              <a:t>*</a:t>
            </a:fld>
            <a:endParaRPr/>
          </a:p>
        </p:txBody>
      </p:sp>
      <p:sp>
        <p:nvSpPr>
          <p:cNvPr id="2033791059" name="Rectangle 9"/>
          <p:cNvSpPr>
            <a:spLocks noChangeShapeType="1" noGrp="1"/>
          </p:cNvSpPr>
          <p:nvPr>
            <p:ph type="title" idx="0"/>
          </p:nvPr>
        </p:nvSpPr>
        <p:spPr bwMode="auto">
          <a:xfrm>
            <a:off x="762000" y="228600"/>
            <a:ext cx="7716837" cy="762000"/>
          </a:xfrm>
          <a:prstGeom prst="rect">
            <a:avLst/>
          </a:prstGeom>
          <a:noFill/>
        </p:spPr>
        <p:txBody>
          <a:bodyPr lIns="91440" tIns="45720" rIns="91440" bIns="45720" anchor="b"/>
          <a:lstStyle/>
          <a:p>
            <a:pPr marL="0" lvl="0" indent="0">
              <a:spcBef>
                <a:spcPts val="0"/>
              </a:spcBef>
              <a:buNone/>
              <a:defRPr/>
            </a:pPr>
            <a:r>
              <a:rPr lang="en-US"/>
              <a:t>Click to edit Master title style</a:t>
            </a:r>
            <a:endParaRPr/>
          </a:p>
        </p:txBody>
      </p:sp>
      <p:sp>
        <p:nvSpPr>
          <p:cNvPr id="870084824" name="Rectangle 10"/>
          <p:cNvSpPr>
            <a:spLocks noChangeShapeType="1" noGrp="1"/>
          </p:cNvSpPr>
          <p:nvPr>
            <p:ph type="body" idx="1"/>
          </p:nvPr>
        </p:nvSpPr>
        <p:spPr bwMode="auto">
          <a:xfrm>
            <a:off x="381000" y="1447800"/>
            <a:ext cx="8458200" cy="5105400"/>
          </a:xfrm>
          <a:prstGeom prst="rect">
            <a:avLst/>
          </a:prstGeom>
          <a:noFill/>
        </p:spPr>
        <p:txBody>
          <a:bodyPr lIns="91440" tIns="45720" rIns="91440" bIns="45720"/>
          <a:lstStyle/>
          <a:p>
            <a:pPr marL="342900" lvl="0" indent="-342900">
              <a:spcBef>
                <a:spcPts val="0"/>
              </a:spcBef>
              <a:buClr>
                <a:srgbClr val="3333CC"/>
              </a:buClr>
              <a:buSzPct val="60000"/>
              <a:buFont typeface="Wingdings"/>
              <a:buChar char="n"/>
              <a:defRPr/>
            </a:pPr>
            <a:r>
              <a:rPr lang="en-US"/>
              <a:t>Click to edit Master text styles</a:t>
            </a:r>
            <a:endParaRPr/>
          </a:p>
          <a:p>
            <a:pPr marL="742950" lvl="1" indent="-285750">
              <a:spcBef>
                <a:spcPts val="0"/>
              </a:spcBef>
              <a:buClr>
                <a:srgbClr val="FF0000"/>
              </a:buClr>
              <a:buSzPct val="55000"/>
              <a:buFont typeface="Wingdings"/>
              <a:buChar char="n"/>
              <a:defRPr/>
            </a:pPr>
            <a:r>
              <a:rPr lang="en-US"/>
              <a:t>Second level</a:t>
            </a:r>
            <a:endParaRPr/>
          </a:p>
          <a:p>
            <a:pPr marL="1143000" lvl="2" indent="-228600">
              <a:spcBef>
                <a:spcPts val="0"/>
              </a:spcBef>
              <a:buClr>
                <a:srgbClr val="3333CC"/>
              </a:buClr>
              <a:buSzPct val="50000"/>
              <a:buFont typeface="Wingdings"/>
              <a:buChar char="n"/>
              <a:defRPr/>
            </a:pPr>
            <a:r>
              <a:rPr lang="en-US"/>
              <a:t>Third level</a:t>
            </a:r>
            <a:endParaRPr/>
          </a:p>
          <a:p>
            <a:pPr marL="1600200" lvl="3" indent="-228600">
              <a:spcBef>
                <a:spcPts val="0"/>
              </a:spcBef>
              <a:buClr>
                <a:srgbClr val="FFCF01"/>
              </a:buClr>
              <a:buSzPct val="55000"/>
              <a:buFont typeface="Wingdings"/>
              <a:buChar char="n"/>
              <a:defRPr/>
            </a:pPr>
            <a:r>
              <a:rPr lang="en-US"/>
              <a:t>Fourth level</a:t>
            </a:r>
            <a:endParaRPr/>
          </a:p>
          <a:p>
            <a:pPr marL="2057400" lvl="4" indent="-228600">
              <a:spcBef>
                <a:spcPts val="0"/>
              </a:spcBef>
              <a:buClr>
                <a:srgbClr val="00E4A8"/>
              </a:buClr>
              <a:buSzPct val="50000"/>
              <a:buFont typeface="Wingdings"/>
              <a:buChar char="n"/>
              <a:defRPr/>
            </a:pPr>
            <a:r>
              <a:rPr lang="en-US"/>
              <a:t>Fifth level</a:t>
            </a:r>
            <a:endParaRPr/>
          </a:p>
        </p:txBody>
      </p:sp>
      <p:sp>
        <p:nvSpPr>
          <p:cNvPr id="547624965" name="Date Placeholder 14"/>
          <p:cNvSpPr>
            <a:spLocks noChangeShapeType="1" noGrp="1"/>
          </p:cNvSpPr>
          <p:nvPr>
            <p:ph type="dt" idx="2"/>
          </p:nvPr>
        </p:nvSpPr>
        <p:spPr bwMode="auto">
          <a:xfrm>
            <a:off x="990600" y="6248400"/>
            <a:ext cx="1905000" cy="457200"/>
          </a:xfrm>
          <a:prstGeom prst="rect">
            <a:avLst/>
          </a:prstGeom>
          <a:noFill/>
        </p:spPr>
        <p:txBody>
          <a:bodyPr lIns="91440" tIns="45720" rIns="91440" bIns="45720" anchor="b"/>
          <a:lstStyle/>
          <a:p>
            <a:pPr marL="0" lvl="0" indent="0">
              <a:spcBef>
                <a:spcPts val="0"/>
              </a:spcBef>
              <a:buNone/>
              <a:defRPr/>
            </a:pPr>
            <a:r>
              <a:rPr sz="1400">
                <a:solidFill>
                  <a:schemeClr val="lt2"/>
                </a:solidFill>
              </a:rPr>
              <a:t>*</a:t>
            </a:r>
            <a:endParaRPr/>
          </a:p>
        </p:txBody>
      </p:sp>
      <p:sp>
        <p:nvSpPr>
          <p:cNvPr id="192978087" name="Footer Placeholder 15"/>
          <p:cNvSpPr>
            <a:spLocks noChangeShapeType="1" noGrp="1"/>
          </p:cNvSpPr>
          <p:nvPr>
            <p:ph type="ftr" idx="3"/>
          </p:nvPr>
        </p:nvSpPr>
        <p:spPr bwMode="auto">
          <a:xfrm>
            <a:off x="3429000" y="6248400"/>
            <a:ext cx="2895600" cy="457200"/>
          </a:xfrm>
          <a:prstGeom prst="rect">
            <a:avLst/>
          </a:prstGeom>
          <a:noFill/>
        </p:spPr>
        <p:txBody>
          <a:bodyPr lIns="91440" tIns="45720" rIns="91440" bIns="45720" anchor="b"/>
          <a:lstStyle/>
          <a:p>
            <a:pPr marL="0" lvl="0" indent="0" algn="ctr">
              <a:spcBef>
                <a:spcPts val="0"/>
              </a:spcBef>
              <a:buNone/>
              <a:defRPr/>
            </a:pPr>
            <a:r>
              <a:rPr sz="1400">
                <a:solidFill>
                  <a:schemeClr val="lt2"/>
                </a:solidFill>
              </a:rPr>
              <a:t>Data Mining: Concepts and Techniques</a:t>
            </a:r>
            <a:endParaRPr/>
          </a:p>
        </p:txBody>
      </p:sp>
      <p:sp>
        <p:nvSpPr>
          <p:cNvPr id="1399827675" name="Slide Number Placeholder 16"/>
          <p:cNvSpPr>
            <a:spLocks noChangeShapeType="1" noGrp="1"/>
          </p:cNvSpPr>
          <p:nvPr>
            <p:ph type="sldNum" idx="4"/>
          </p:nvPr>
        </p:nvSpPr>
        <p:spPr bwMode="auto">
          <a:xfrm>
            <a:off x="6858000" y="6248400"/>
            <a:ext cx="1905000" cy="4572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chemeClr val="lt2"/>
                </a:solidFill>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
        <p:nvSpPr>
          <p:cNvPr id="1129349190" name="Shape 2051"/>
          <p:cNvSpPr>
            <a:spLocks noChangeShapeType="1" noGrp="1"/>
          </p:cNvSpPr>
          <p:nvPr>
            <p:ph type="sldNum"/>
          </p:nvPr>
        </p:nvSpPr>
        <p:spPr bwMode="auto">
          <a:xfrm>
            <a:off x="8694737" y="6553200"/>
            <a:ext cx="449262" cy="304800"/>
          </a:xfrm>
          <a:prstGeom prst="rect">
            <a:avLst/>
          </a:prstGeom>
          <a:noFill/>
        </p:spPr>
        <p:txBody>
          <a:bodyPr wrap="none">
            <a:spAutoFit/>
          </a:bodyPr>
          <a:lstStyle/>
          <a:p>
            <a:pPr marL="0" lvl="0" indent="0">
              <a:spcBef>
                <a:spcPts val="0"/>
              </a:spcBef>
              <a:buNone/>
              <a:defRPr/>
            </a:pPr>
            <a:fld id="{D038279B-FC19-497E-A7D1-5ADD9CAF016F}" type="slidenum">
              <a:rPr lang="en-US" sz="1400">
                <a:solidFill>
                  <a:schemeClr val="lt2"/>
                </a:solidFill>
              </a:rPr>
              <a:t>&lt;#&gt;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900357905" name="Rectangle 9"/>
          <p:cNvSpPr>
            <a:spLocks noChangeShapeType="1" noGrp="1"/>
          </p:cNvSpPr>
          <p:nvPr>
            <p:ph type="title" idx="0"/>
          </p:nvPr>
        </p:nvSpPr>
        <p:spPr bwMode="auto">
          <a:xfrm>
            <a:off x="762000" y="228600"/>
            <a:ext cx="7716837" cy="762000"/>
          </a:xfrm>
          <a:prstGeom prst="rect">
            <a:avLst/>
          </a:prstGeom>
          <a:noFill/>
        </p:spPr>
        <p:txBody>
          <a:bodyPr lIns="91440" tIns="45720" rIns="91440" bIns="45720" anchor="b"/>
          <a:lstStyle/>
          <a:p>
            <a:pPr marL="0" lvl="0" indent="0">
              <a:spcBef>
                <a:spcPts val="0"/>
              </a:spcBef>
              <a:buNone/>
              <a:defRPr/>
            </a:pPr>
            <a:r>
              <a:rPr lang="en-US"/>
              <a:t>Click to edit Master title style</a:t>
            </a:r>
            <a:endParaRPr/>
          </a:p>
        </p:txBody>
      </p:sp>
      <p:sp>
        <p:nvSpPr>
          <p:cNvPr id="402344809" name="Rectangle 10"/>
          <p:cNvSpPr>
            <a:spLocks noChangeShapeType="1" noGrp="1"/>
          </p:cNvSpPr>
          <p:nvPr>
            <p:ph type="body" idx="1"/>
          </p:nvPr>
        </p:nvSpPr>
        <p:spPr bwMode="auto">
          <a:xfrm>
            <a:off x="381000" y="1447800"/>
            <a:ext cx="8458200" cy="5105400"/>
          </a:xfrm>
          <a:prstGeom prst="rect">
            <a:avLst/>
          </a:prstGeom>
          <a:noFill/>
        </p:spPr>
        <p:txBody>
          <a:bodyPr lIns="91440" tIns="45720" rIns="91440" bIns="45720"/>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Click to edit Master text styles</a:t>
            </a:r>
            <a:endParaRPr/>
          </a:p>
          <a:p>
            <a:pPr marL="742950" lvl="1" indent="-285750">
              <a:spcBef>
                <a:spcPts val="0"/>
              </a:spcBef>
              <a:buClr>
                <a:srgbClr val="FF0000"/>
              </a:buClr>
              <a:buSzPct val="55000"/>
              <a:buFont typeface="Wingdings"/>
              <a:buChar char="n"/>
              <a:defRPr/>
            </a:pPr>
            <a:r>
              <a:rPr lang="en-US"/>
              <a:t>Second level</a:t>
            </a:r>
            <a:endParaRPr/>
          </a:p>
          <a:p>
            <a:pPr marL="1143000" lvl="2" indent="-228600">
              <a:spcBef>
                <a:spcPts val="0"/>
              </a:spcBef>
              <a:buClr>
                <a:srgbClr val="3333CC"/>
              </a:buClr>
              <a:buSzPct val="50000"/>
              <a:buFont typeface="Wingdings"/>
              <a:buChar char="n"/>
              <a:defRPr/>
            </a:pPr>
            <a:r>
              <a:rPr lang="en-US"/>
              <a:t>Third level</a:t>
            </a:r>
            <a:endParaRPr/>
          </a:p>
          <a:p>
            <a:pPr marL="1600200" lvl="3" indent="-228600">
              <a:spcBef>
                <a:spcPts val="0"/>
              </a:spcBef>
              <a:buClr>
                <a:srgbClr val="FFCF01"/>
              </a:buClr>
              <a:buSzPct val="55000"/>
              <a:buFont typeface="Wingdings"/>
              <a:buChar char="n"/>
              <a:defRPr/>
            </a:pPr>
            <a:r>
              <a:rPr lang="en-US"/>
              <a:t>Fourth level</a:t>
            </a:r>
            <a:endParaRPr/>
          </a:p>
          <a:p>
            <a:pPr marL="2057400" lvl="4" indent="-228600">
              <a:spcBef>
                <a:spcPts val="0"/>
              </a:spcBef>
              <a:buClr>
                <a:srgbClr val="00E4A8"/>
              </a:buClr>
              <a:buSzPct val="50000"/>
              <a:buFont typeface="Wingdings"/>
              <a:buChar char="n"/>
              <a:defRPr/>
            </a:pPr>
            <a:r>
              <a:rPr lang="en-US"/>
              <a:t>Fifth level</a:t>
            </a:r>
            <a:endParaRPr/>
          </a:p>
        </p:txBody>
      </p:sp>
      <p:sp>
        <p:nvSpPr>
          <p:cNvPr id="164853904" name="Rectangle 11"/>
          <p:cNvSpPr>
            <a:spLocks noChangeShapeType="1" noGrp="1"/>
          </p:cNvSpPr>
          <p:nvPr>
            <p:ph type="dt" idx="2"/>
          </p:nvPr>
        </p:nvSpPr>
        <p:spPr bwMode="auto">
          <a:xfrm>
            <a:off x="0" y="6400800"/>
            <a:ext cx="1905000" cy="4572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ahoma"/>
              </a:defRPr>
            </a:lvl1pPr>
            <a:lvl2pPr marL="457200" indent="457200" algn="l" defTabSz="914400" rtl="0">
              <a:lnSpc>
                <a:spcPct val="100000"/>
              </a:lnSpc>
              <a:spcBef>
                <a:spcPts val="0"/>
              </a:spcBef>
              <a:spcAft>
                <a:spcPts val="0"/>
              </a:spcAft>
              <a:buNone/>
              <a:defRPr sz="1800" b="0" i="0">
                <a:solidFill>
                  <a:schemeClr val="dk1"/>
                </a:solidFill>
                <a:latin typeface="Tahoma"/>
              </a:defRPr>
            </a:lvl2pPr>
            <a:lvl3pPr marL="914400" indent="914400" algn="l" defTabSz="914400" rtl="0">
              <a:lnSpc>
                <a:spcPct val="100000"/>
              </a:lnSpc>
              <a:spcBef>
                <a:spcPts val="0"/>
              </a:spcBef>
              <a:spcAft>
                <a:spcPts val="0"/>
              </a:spcAft>
              <a:buNone/>
              <a:defRPr sz="1800" b="0" i="0">
                <a:solidFill>
                  <a:schemeClr val="dk1"/>
                </a:solidFill>
                <a:latin typeface="Tahoma"/>
              </a:defRPr>
            </a:lvl3pPr>
            <a:lvl4pPr marL="1371600" indent="1371600" algn="l" defTabSz="914400" rtl="0">
              <a:lnSpc>
                <a:spcPct val="100000"/>
              </a:lnSpc>
              <a:spcBef>
                <a:spcPts val="0"/>
              </a:spcBef>
              <a:spcAft>
                <a:spcPts val="0"/>
              </a:spcAft>
              <a:buNone/>
              <a:defRPr sz="1800" b="0" i="0">
                <a:solidFill>
                  <a:schemeClr val="dk1"/>
                </a:solidFill>
                <a:latin typeface="Tahoma"/>
              </a:defRPr>
            </a:lvl4pPr>
            <a:lvl5pPr marL="1828800" indent="1828800" algn="l" defTabSz="914400" rtl="0">
              <a:lnSpc>
                <a:spcPct val="100000"/>
              </a:lnSpc>
              <a:spcBef>
                <a:spcPts val="0"/>
              </a:spcBef>
              <a:spcAft>
                <a:spcPts val="0"/>
              </a:spcAft>
              <a:buNone/>
              <a:defRPr sz="1800" b="0" i="0">
                <a:solidFill>
                  <a:schemeClr val="dk1"/>
                </a:solidFill>
                <a:latin typeface="Tahoma"/>
              </a:defRPr>
            </a:lvl5pPr>
          </a:lstStyle>
          <a:p>
            <a:pPr marL="0" lvl="0" indent="0">
              <a:spcBef>
                <a:spcPts val="0"/>
              </a:spcBef>
              <a:buNone/>
              <a:defRPr/>
            </a:pPr>
            <a:r>
              <a:rPr sz="1200"/>
              <a:t>*</a:t>
            </a:r>
            <a:endParaRPr/>
          </a:p>
        </p:txBody>
      </p:sp>
      <p:sp>
        <p:nvSpPr>
          <p:cNvPr id="1182905154" name="Rectangle 12"/>
          <p:cNvSpPr>
            <a:spLocks noChangeShapeType="1" noGrp="1"/>
          </p:cNvSpPr>
          <p:nvPr>
            <p:ph type="ftr" idx="3"/>
          </p:nvPr>
        </p:nvSpPr>
        <p:spPr bwMode="auto">
          <a:xfrm>
            <a:off x="3276600" y="6477000"/>
            <a:ext cx="2895600" cy="3810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ahoma"/>
              </a:defRPr>
            </a:lvl1pPr>
            <a:lvl2pPr marL="457200" indent="457200" algn="l" defTabSz="914400" rtl="0">
              <a:lnSpc>
                <a:spcPct val="100000"/>
              </a:lnSpc>
              <a:spcBef>
                <a:spcPts val="0"/>
              </a:spcBef>
              <a:spcAft>
                <a:spcPts val="0"/>
              </a:spcAft>
              <a:buNone/>
              <a:defRPr sz="1800" b="0" i="0">
                <a:solidFill>
                  <a:schemeClr val="dk1"/>
                </a:solidFill>
                <a:latin typeface="Tahoma"/>
              </a:defRPr>
            </a:lvl2pPr>
            <a:lvl3pPr marL="914400" indent="914400" algn="l" defTabSz="914400" rtl="0">
              <a:lnSpc>
                <a:spcPct val="100000"/>
              </a:lnSpc>
              <a:spcBef>
                <a:spcPts val="0"/>
              </a:spcBef>
              <a:spcAft>
                <a:spcPts val="0"/>
              </a:spcAft>
              <a:buNone/>
              <a:defRPr sz="1800" b="0" i="0">
                <a:solidFill>
                  <a:schemeClr val="dk1"/>
                </a:solidFill>
                <a:latin typeface="Tahoma"/>
              </a:defRPr>
            </a:lvl3pPr>
            <a:lvl4pPr marL="1371600" indent="1371600" algn="l" defTabSz="914400" rtl="0">
              <a:lnSpc>
                <a:spcPct val="100000"/>
              </a:lnSpc>
              <a:spcBef>
                <a:spcPts val="0"/>
              </a:spcBef>
              <a:spcAft>
                <a:spcPts val="0"/>
              </a:spcAft>
              <a:buNone/>
              <a:defRPr sz="1800" b="0" i="0">
                <a:solidFill>
                  <a:schemeClr val="dk1"/>
                </a:solidFill>
                <a:latin typeface="Tahoma"/>
              </a:defRPr>
            </a:lvl4pPr>
            <a:lvl5pPr marL="1828800" indent="1828800" algn="l" defTabSz="914400" rtl="0">
              <a:lnSpc>
                <a:spcPct val="100000"/>
              </a:lnSpc>
              <a:spcBef>
                <a:spcPts val="0"/>
              </a:spcBef>
              <a:spcAft>
                <a:spcPts val="0"/>
              </a:spcAft>
              <a:buNone/>
              <a:defRPr sz="1800" b="0" i="0">
                <a:solidFill>
                  <a:schemeClr val="dk1"/>
                </a:solidFill>
                <a:latin typeface="Tahoma"/>
              </a:defRPr>
            </a:lvl5pPr>
          </a:lstStyle>
          <a:p>
            <a:pPr marL="0" lvl="0" indent="0" algn="ctr">
              <a:spcBef>
                <a:spcPts val="0"/>
              </a:spcBef>
              <a:buNone/>
              <a:defRPr/>
            </a:pPr>
            <a:r>
              <a:rPr sz="1200"/>
              <a:t>Data Mining: Concepts and Techniques</a:t>
            </a:r>
            <a:endParaRPr/>
          </a:p>
        </p:txBody>
      </p:sp>
      <p:sp>
        <p:nvSpPr>
          <p:cNvPr id="120872893" name="Rectangle 13"/>
          <p:cNvSpPr>
            <a:spLocks noChangeShapeType="1" noGrp="1"/>
          </p:cNvSpPr>
          <p:nvPr>
            <p:ph type="sldNum" idx="4"/>
          </p:nvPr>
        </p:nvSpPr>
        <p:spPr bwMode="auto">
          <a:xfrm>
            <a:off x="7239000" y="6400800"/>
            <a:ext cx="1905000" cy="4572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Tahoma"/>
              </a:defRPr>
            </a:lvl1pPr>
            <a:lvl2pPr marL="457200" indent="457200" algn="l" defTabSz="914400" rtl="0">
              <a:lnSpc>
                <a:spcPct val="100000"/>
              </a:lnSpc>
              <a:spcBef>
                <a:spcPts val="0"/>
              </a:spcBef>
              <a:spcAft>
                <a:spcPts val="0"/>
              </a:spcAft>
              <a:buNone/>
              <a:defRPr sz="1800" b="0" i="0">
                <a:solidFill>
                  <a:schemeClr val="dk1"/>
                </a:solidFill>
                <a:latin typeface="Tahoma"/>
              </a:defRPr>
            </a:lvl2pPr>
            <a:lvl3pPr marL="914400" indent="914400" algn="l" defTabSz="914400" rtl="0">
              <a:lnSpc>
                <a:spcPct val="100000"/>
              </a:lnSpc>
              <a:spcBef>
                <a:spcPts val="0"/>
              </a:spcBef>
              <a:spcAft>
                <a:spcPts val="0"/>
              </a:spcAft>
              <a:buNone/>
              <a:defRPr sz="1800" b="0" i="0">
                <a:solidFill>
                  <a:schemeClr val="dk1"/>
                </a:solidFill>
                <a:latin typeface="Tahoma"/>
              </a:defRPr>
            </a:lvl3pPr>
            <a:lvl4pPr marL="1371600" indent="1371600" algn="l" defTabSz="914400" rtl="0">
              <a:lnSpc>
                <a:spcPct val="100000"/>
              </a:lnSpc>
              <a:spcBef>
                <a:spcPts val="0"/>
              </a:spcBef>
              <a:spcAft>
                <a:spcPts val="0"/>
              </a:spcAft>
              <a:buNone/>
              <a:defRPr sz="1800" b="0" i="0">
                <a:solidFill>
                  <a:schemeClr val="dk1"/>
                </a:solidFill>
                <a:latin typeface="Tahoma"/>
              </a:defRPr>
            </a:lvl4pPr>
            <a:lvl5pPr marL="1828800" indent="1828800" algn="l" defTabSz="914400" rtl="0">
              <a:lnSpc>
                <a:spcPct val="100000"/>
              </a:lnSpc>
              <a:spcBef>
                <a:spcPts val="0"/>
              </a:spcBef>
              <a:spcAft>
                <a:spcPts val="0"/>
              </a:spcAft>
              <a:buNone/>
              <a:defRPr sz="1800" b="0" i="0">
                <a:solidFill>
                  <a:schemeClr val="dk1"/>
                </a:solidFill>
                <a:latin typeface="Tahoma"/>
              </a:defRPr>
            </a:lvl5pPr>
          </a:lstStyle>
          <a:p>
            <a:pPr marL="0" lvl="0" indent="0" algn="r">
              <a:spcBef>
                <a:spcPts val="0"/>
              </a:spcBef>
              <a:buNone/>
              <a:defRPr/>
            </a:pPr>
            <a:fld id="{D038279B-FC19-497E-A7D1-5ADD9CAF016F}" type="slidenum">
              <a:rPr lang="en-US" sz="140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marL="0" indent="0" algn="ctr" defTabSz="914400" rtl="0">
        <a:lnSpc>
          <a:spcPct val="100000"/>
        </a:lnSpc>
        <a:spcBef>
          <a:spcPts val="0"/>
        </a:spcBef>
        <a:spcAft>
          <a:spcPts val="0"/>
        </a:spcAft>
        <a:buNone/>
        <a:defRPr lang="en-US" sz="3600" b="1" i="0">
          <a:solidFill>
            <a:schemeClr val="dk2"/>
          </a:solidFill>
          <a:latin typeface="Tahoma"/>
        </a:defRPr>
      </a:lvl1pPr>
      <a:lvl2pPr marL="0" indent="0" algn="ctr" defTabSz="914400" rtl="0">
        <a:lnSpc>
          <a:spcPct val="100000"/>
        </a:lnSpc>
        <a:spcBef>
          <a:spcPts val="0"/>
        </a:spcBef>
        <a:spcAft>
          <a:spcPts val="0"/>
        </a:spcAft>
        <a:buNone/>
        <a:defRPr lang="en-US" sz="3600" b="1" i="0">
          <a:solidFill>
            <a:schemeClr val="dk2"/>
          </a:solidFill>
          <a:latin typeface="Tahoma"/>
        </a:defRPr>
      </a:lvl2pPr>
      <a:lvl3pPr marL="0" indent="0" algn="ctr" defTabSz="914400" rtl="0">
        <a:lnSpc>
          <a:spcPct val="100000"/>
        </a:lnSpc>
        <a:spcBef>
          <a:spcPts val="0"/>
        </a:spcBef>
        <a:spcAft>
          <a:spcPts val="0"/>
        </a:spcAft>
        <a:buNone/>
        <a:defRPr lang="en-US" sz="3600" b="1" i="0">
          <a:solidFill>
            <a:schemeClr val="dk2"/>
          </a:solidFill>
          <a:latin typeface="Tahoma"/>
        </a:defRPr>
      </a:lvl3pPr>
      <a:lvl4pPr marL="0" indent="0" algn="ctr" defTabSz="914400" rtl="0">
        <a:lnSpc>
          <a:spcPct val="100000"/>
        </a:lnSpc>
        <a:spcBef>
          <a:spcPts val="0"/>
        </a:spcBef>
        <a:spcAft>
          <a:spcPts val="0"/>
        </a:spcAft>
        <a:buNone/>
        <a:defRPr lang="en-US" sz="3600" b="1" i="0">
          <a:solidFill>
            <a:schemeClr val="dk2"/>
          </a:solidFill>
          <a:latin typeface="Tahoma"/>
        </a:defRPr>
      </a:lvl4pPr>
      <a:lvl5pPr marL="0" indent="0" algn="ctr" defTabSz="914400" rtl="0">
        <a:lnSpc>
          <a:spcPct val="100000"/>
        </a:lnSpc>
        <a:spcBef>
          <a:spcPts val="0"/>
        </a:spcBef>
        <a:spcAft>
          <a:spcPts val="0"/>
        </a:spcAft>
        <a:buNone/>
        <a:defRPr lang="en-US" sz="3600" b="1" i="0">
          <a:solidFill>
            <a:schemeClr val="dk2"/>
          </a:solidFill>
          <a:latin typeface="Tahoma"/>
        </a:defRPr>
      </a:lvl5pPr>
      <a:lvl6pPr>
        <a:defRPr lang="en-US" sz="1800"/>
      </a:lvl6pPr>
      <a:lvl7pPr>
        <a:defRPr lang="en-US" sz="1800"/>
      </a:lvl7pPr>
      <a:lvl8pPr>
        <a:defRPr lang="en-US" sz="1800"/>
      </a:lvl8pPr>
      <a:lvl9pPr>
        <a:defRPr lang="en-US" sz="1800"/>
      </a:lvl9pPr>
    </p:titleStyle>
    <p:bodyStyle>
      <a:lvl1pPr marL="342900" indent="0" algn="l" defTabSz="914400" rtl="0">
        <a:lnSpc>
          <a:spcPct val="80000"/>
        </a:lnSpc>
        <a:spcBef>
          <a:spcPts val="0"/>
        </a:spcBef>
        <a:spcAft>
          <a:spcPts val="0"/>
        </a:spcAft>
        <a:buClr>
          <a:srgbClr val="3333CC"/>
        </a:buClr>
        <a:buSzPct val="60000"/>
        <a:buFont typeface="Wingdings"/>
        <a:buChar char="n"/>
        <a:defRPr lang="en-US"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Font typeface="Wingdings"/>
        <a:buChar char="n"/>
        <a:defRPr lang="en-US"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Font typeface="Wingdings"/>
        <a:buChar char="n"/>
        <a:defRPr lang="en-US"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Font typeface="Wingdings"/>
        <a:buChar char="n"/>
        <a:defRPr lang="en-US"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Font typeface="Wingdings"/>
        <a:buChar char="n"/>
        <a:defRPr lang="en-US" sz="2000" b="0" i="0">
          <a:solidFill>
            <a:schemeClr val="dk1"/>
          </a:solidFill>
          <a:latin typeface="Tahoma"/>
        </a:defRPr>
      </a:lvl5pPr>
      <a:lvl6pPr>
        <a:defRPr lang="en-US" sz="1800"/>
      </a:lvl6pPr>
      <a:lvl7pPr>
        <a:defRPr lang="en-US" sz="1800"/>
      </a:lvl7pPr>
      <a:lvl8pPr>
        <a:defRPr lang="en-US" sz="1800"/>
      </a:lvl8pPr>
      <a:lvl9pPr>
        <a:defRPr lang="en-US" sz="1800"/>
      </a:lvl9pPr>
    </p:bodyStyle>
    <p:otherStyle>
      <a:lvl1pPr marL="0" indent="0" algn="l" defTabSz="914400" rtl="0">
        <a:lnSpc>
          <a:spcPct val="100000"/>
        </a:lnSpc>
        <a:spcBef>
          <a:spcPts val="0"/>
        </a:spcBef>
        <a:spcAft>
          <a:spcPts val="0"/>
        </a:spcAft>
        <a:buNone/>
        <a:defRPr lang="en-US" sz="2800" b="0" i="0">
          <a:solidFill>
            <a:schemeClr val="dk1"/>
          </a:solidFill>
          <a:latin typeface="Tahoma"/>
        </a:defRPr>
      </a:lvl1pPr>
      <a:lvl2pPr marL="457200" indent="457200" algn="l" defTabSz="914400" rtl="0">
        <a:lnSpc>
          <a:spcPct val="100000"/>
        </a:lnSpc>
        <a:spcBef>
          <a:spcPts val="0"/>
        </a:spcBef>
        <a:spcAft>
          <a:spcPts val="0"/>
        </a:spcAft>
        <a:buNone/>
        <a:defRPr lang="en-US" sz="2800" b="0" i="0">
          <a:solidFill>
            <a:schemeClr val="dk1"/>
          </a:solidFill>
          <a:latin typeface="Tahoma"/>
        </a:defRPr>
      </a:lvl2pPr>
      <a:lvl3pPr marL="914400" indent="914400" algn="l" defTabSz="914400" rtl="0">
        <a:lnSpc>
          <a:spcPct val="100000"/>
        </a:lnSpc>
        <a:spcBef>
          <a:spcPts val="0"/>
        </a:spcBef>
        <a:spcAft>
          <a:spcPts val="0"/>
        </a:spcAft>
        <a:buNone/>
        <a:defRPr lang="en-US" sz="2800" b="0" i="0">
          <a:solidFill>
            <a:schemeClr val="dk1"/>
          </a:solidFill>
          <a:latin typeface="Tahoma"/>
        </a:defRPr>
      </a:lvl3pPr>
      <a:lvl4pPr marL="1371600" indent="1371600" algn="l" defTabSz="914400" rtl="0">
        <a:lnSpc>
          <a:spcPct val="100000"/>
        </a:lnSpc>
        <a:spcBef>
          <a:spcPts val="0"/>
        </a:spcBef>
        <a:spcAft>
          <a:spcPts val="0"/>
        </a:spcAft>
        <a:buNone/>
        <a:defRPr lang="en-US" sz="2800" b="0" i="0">
          <a:solidFill>
            <a:schemeClr val="dk1"/>
          </a:solidFill>
          <a:latin typeface="Tahoma"/>
        </a:defRPr>
      </a:lvl4pPr>
      <a:lvl5pPr marL="1828800" indent="1828800" algn="l" defTabSz="914400" rtl="0">
        <a:lnSpc>
          <a:spcPct val="100000"/>
        </a:lnSpc>
        <a:spcBef>
          <a:spcPts val="0"/>
        </a:spcBef>
        <a:spcAft>
          <a:spcPts val="0"/>
        </a:spcAft>
        <a:buNone/>
        <a:defRPr lang="en-US" sz="2800" b="0" i="0">
          <a:solidFill>
            <a:schemeClr val="dk1"/>
          </a:solidFill>
          <a:latin typeface="Tahoma"/>
        </a:defRPr>
      </a:lvl5pPr>
      <a:lvl6pPr>
        <a:defRPr lang="en-US" sz="1800"/>
      </a:lvl6pPr>
      <a:lvl7pPr>
        <a:defRPr lang="en-US" sz="1800"/>
      </a:lvl7pPr>
      <a:lvl8pPr>
        <a:defRPr lang="en-US" sz="1800"/>
      </a:lvl8pPr>
      <a:lvl9pPr>
        <a:defRPr lang="en-US" sz="1800"/>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hyperlink" Target="https://en.wikipedia.org/wiki/Electromagnetic_radiation" TargetMode="External"/><Relationship Id="rId5" Type="http://schemas.openxmlformats.org/officeDocument/2006/relationships/hyperlink" Target="https://en.wikipedia.org/wiki/Wavelength" TargetMode="External"/><Relationship Id="rId6" Type="http://schemas.openxmlformats.org/officeDocument/2006/relationships/hyperlink" Target="https://en.wikipedia.org/wiki/Visible_light" TargetMode="External"/><Relationship Id="rId7" Type="http://schemas.openxmlformats.org/officeDocument/2006/relationships/hyperlink" Target="https://en.wikipedia.org/wiki/X-ray" TargetMode="External"/><Relationship Id="rId8" Type="http://schemas.openxmlformats.org/officeDocument/2006/relationships/hyperlink" Target="https://en.wikipedia.org/wiki/Light"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2904946"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120392894"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
        <p:nvSpPr>
          <p:cNvPr id="651808128" name="Rectangle 2"/>
          <p:cNvSpPr>
            <a:spLocks noChangeShapeType="1" noGrp="1"/>
          </p:cNvSpPr>
          <p:nvPr>
            <p:ph type="title"/>
          </p:nvPr>
        </p:nvSpPr>
        <p:spPr bwMode="auto">
          <a:xfrm>
            <a:off x="419100" y="609600"/>
            <a:ext cx="8077200" cy="27432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sz="4800"/>
              <a:t>Optical Fiber</a:t>
            </a:r>
            <a:br>
              <a:rPr lang="en-US" sz="4800"/>
            </a:br>
            <a:r>
              <a:rPr lang="en-US" sz="4800"/>
              <a:t>Communications</a:t>
            </a:r>
            <a:br>
              <a:rPr lang="en-US" sz="4800"/>
            </a:br>
            <a:r>
              <a:rPr lang="en-US" sz="4400"/>
              <a:t> </a:t>
            </a:r>
            <a:br>
              <a:rPr lang="en-US" sz="2400">
                <a:latin typeface="Berlin Sans FB Demi"/>
              </a:rPr>
            </a:br>
            <a:r>
              <a:rPr lang="en-US" sz="2400">
                <a:latin typeface="Berlin Sans FB Demi"/>
              </a:rPr>
              <a:t>— </a:t>
            </a:r>
            <a:r>
              <a:rPr lang="en-US" sz="2400"/>
              <a:t>chapter03</a:t>
            </a:r>
            <a:r>
              <a:rPr lang="en-US" sz="2400">
                <a:latin typeface="Berlin Sans FB Demi"/>
              </a:rPr>
              <a:t>—</a:t>
            </a:r>
            <a:br>
              <a:rPr lang="en-US" sz="2400">
                <a:latin typeface="Berlin Sans FB Demi"/>
              </a:rPr>
            </a:br>
            <a:r>
              <a:rPr lang="en-US" sz="2400"/>
              <a:t>Transmission characteristics of</a:t>
            </a:r>
            <a:br>
              <a:rPr lang="en-US" sz="2400"/>
            </a:br>
            <a:r>
              <a:rPr lang="en-US" sz="2400"/>
              <a:t>optical fibers</a:t>
            </a:r>
            <a:endParaRPr/>
          </a:p>
        </p:txBody>
      </p:sp>
      <p:sp>
        <p:nvSpPr>
          <p:cNvPr id="1166831837" name="Rectangle 3"/>
          <p:cNvSpPr>
            <a:spLocks noChangeShapeType="1" noGrp="1"/>
          </p:cNvSpPr>
          <p:nvPr>
            <p:ph type="body"/>
          </p:nvPr>
        </p:nvSpPr>
        <p:spPr bwMode="auto">
          <a:xfrm>
            <a:off x="304800" y="4114800"/>
            <a:ext cx="8305800" cy="2438400"/>
          </a:xfrm>
          <a:prstGeom prst="rect">
            <a:avLst/>
          </a:prstGeom>
        </p:spPr>
        <p:txBody>
          <a:bodyPr lIns="91440" tIns="45720" rIns="91440" bIns="45720" anchor="t"/>
          <a:lstStyle/>
          <a:p>
            <a:pPr>
              <a:defRPr/>
            </a:pP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8471629"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Attenuation</a:t>
            </a:r>
            <a:endParaRPr/>
          </a:p>
        </p:txBody>
      </p:sp>
      <p:sp>
        <p:nvSpPr>
          <p:cNvPr id="1393960089" name="Content Placeholder 2"/>
          <p:cNvSpPr>
            <a:spLocks noChangeShapeType="1" noGrp="1"/>
          </p:cNvSpPr>
          <p:nvPr>
            <p:ph type="obj"/>
          </p:nvPr>
        </p:nvSpPr>
        <p:spPr bwMode="auto">
          <a:xfrm>
            <a:off x="380999" y="1447799"/>
            <a:ext cx="8731909" cy="4456535"/>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a:t>The attenuation or transmission loss of optical </a:t>
            </a:r>
            <a:endParaRPr/>
          </a:p>
          <a:p>
            <a:pPr marL="0" lvl="0" indent="0">
              <a:spcBef>
                <a:spcPts val="0"/>
              </a:spcBef>
              <a:buClr>
                <a:srgbClr val="3333CC"/>
              </a:buClr>
              <a:buSzPct val="60000"/>
              <a:buFont typeface="Wingdings"/>
              <a:buNone/>
              <a:defRPr/>
            </a:pPr>
            <a:r>
              <a:rPr/>
              <a:t>fibers has proved to be one of the most important</a:t>
            </a:r>
            <a:endParaRPr/>
          </a:p>
          <a:p>
            <a:pPr marL="0" lvl="0" indent="0">
              <a:spcBef>
                <a:spcPts val="0"/>
              </a:spcBef>
              <a:buClr>
                <a:srgbClr val="3333CC"/>
              </a:buClr>
              <a:buSzPct val="60000"/>
              <a:buFont typeface="Wingdings"/>
              <a:buNone/>
              <a:defRPr/>
            </a:pPr>
            <a:r>
              <a:rPr/>
              <a:t> factors in bringing about their wide acceptance in</a:t>
            </a:r>
            <a:endParaRPr/>
          </a:p>
          <a:p>
            <a:pPr marL="0" lvl="0" indent="0">
              <a:spcBef>
                <a:spcPts val="0"/>
              </a:spcBef>
              <a:buClr>
                <a:srgbClr val="3333CC"/>
              </a:buClr>
              <a:buSzPct val="60000"/>
              <a:buFont typeface="Wingdings"/>
              <a:buNone/>
              <a:defRPr/>
            </a:pPr>
            <a:r>
              <a:rPr/>
              <a:t> telecommunications. </a:t>
            </a:r>
            <a:endParaRPr/>
          </a:p>
          <a:p>
            <a:pPr marL="342900" lvl="0" indent="-342900">
              <a:spcBef>
                <a:spcPts val="0"/>
              </a:spcBef>
              <a:buClr>
                <a:srgbClr val="3333CC"/>
              </a:buClr>
              <a:buSzPct val="60000"/>
              <a:buFont typeface="Wingdings"/>
              <a:buChar char="n"/>
              <a:defRPr/>
            </a:pPr>
            <a:r>
              <a:rPr/>
              <a:t>As channel </a:t>
            </a:r>
            <a:r>
              <a:rPr>
                <a:solidFill>
                  <a:srgbClr val="FF0000"/>
                </a:solidFill>
              </a:rPr>
              <a:t>attenuation largely determined the </a:t>
            </a:r>
            <a:endParaRPr>
              <a:solidFill>
                <a:srgbClr val="FF0000"/>
              </a:solidFill>
            </a:endParaRPr>
          </a:p>
          <a:p>
            <a:pPr marL="0" lvl="0" indent="0">
              <a:spcBef>
                <a:spcPts val="0"/>
              </a:spcBef>
              <a:buClr>
                <a:srgbClr val="3333CC"/>
              </a:buClr>
              <a:buSzPct val="60000"/>
              <a:buFont typeface="Wingdings"/>
              <a:buNone/>
              <a:defRPr/>
            </a:pPr>
            <a:r>
              <a:rPr>
                <a:solidFill>
                  <a:srgbClr val="FF0000"/>
                </a:solidFill>
              </a:rPr>
              <a:t>maximum transmission distance </a:t>
            </a:r>
            <a:r>
              <a:rPr/>
              <a:t>prior to signal </a:t>
            </a:r>
            <a:endParaRPr/>
          </a:p>
          <a:p>
            <a:pPr marL="0" lvl="0" indent="0">
              <a:spcBef>
                <a:spcPts val="0"/>
              </a:spcBef>
              <a:buClr>
                <a:srgbClr val="3333CC"/>
              </a:buClr>
              <a:buSzPct val="60000"/>
              <a:buFont typeface="Wingdings"/>
              <a:buNone/>
              <a:defRPr/>
            </a:pPr>
            <a:r>
              <a:rPr/>
              <a:t>restoration, </a:t>
            </a:r>
            <a:endParaRPr/>
          </a:p>
          <a:p>
            <a:pPr marL="742950" lvl="1" indent="-285750">
              <a:spcBef>
                <a:spcPts val="0"/>
              </a:spcBef>
              <a:buClr>
                <a:srgbClr val="FF0000"/>
              </a:buClr>
              <a:buSzPct val="55000"/>
              <a:buFont typeface="Wingdings"/>
              <a:buChar char="n"/>
              <a:defRPr/>
            </a:pPr>
            <a:r>
              <a:rPr b="0" i="0" u="none"/>
              <a:t>optical fiber communications became especially </a:t>
            </a:r>
            <a:endParaRPr b="0" i="0" u="none"/>
          </a:p>
          <a:p>
            <a:pPr marL="457200" lvl="1" indent="0">
              <a:spcBef>
                <a:spcPts val="0"/>
              </a:spcBef>
              <a:buClr>
                <a:srgbClr val="FF0000"/>
              </a:buClr>
              <a:buSzPct val="55000"/>
              <a:buFont typeface="Wingdings"/>
              <a:buNone/>
              <a:defRPr/>
            </a:pPr>
            <a:r>
              <a:rPr b="0" i="0" u="none"/>
              <a:t>attractive when the transmission losses of fibers were </a:t>
            </a:r>
            <a:endParaRPr b="0" i="0" u="none"/>
          </a:p>
          <a:p>
            <a:pPr marL="457200" lvl="1" indent="0">
              <a:spcBef>
                <a:spcPts val="0"/>
              </a:spcBef>
              <a:buClr>
                <a:srgbClr val="FF0000"/>
              </a:buClr>
              <a:buSzPct val="55000"/>
              <a:buFont typeface="Wingdings"/>
              <a:buNone/>
              <a:defRPr/>
            </a:pPr>
            <a:r>
              <a:rPr b="0" i="0" u="none"/>
              <a:t>reduced below those of the competing metallic conductors</a:t>
            </a:r>
            <a:endParaRPr b="0" i="0" u="none"/>
          </a:p>
          <a:p>
            <a:pPr marL="457200" lvl="1" indent="0">
              <a:spcBef>
                <a:spcPts val="0"/>
              </a:spcBef>
              <a:buClr>
                <a:srgbClr val="FF0000"/>
              </a:buClr>
              <a:buSzPct val="55000"/>
              <a:buFont typeface="Wingdings"/>
              <a:buNone/>
              <a:defRPr/>
            </a:pPr>
            <a:r>
              <a:rPr b="0" i="0" u="none"/>
              <a:t> (less than 5 dB km−1)</a:t>
            </a:r>
            <a:endParaRPr/>
          </a:p>
        </p:txBody>
      </p:sp>
      <p:sp>
        <p:nvSpPr>
          <p:cNvPr id="880147950"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44803947"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93960089">
                                            <p:txEl>
                                              <p:pRg st="0" end="170"/>
                                            </p:txEl>
                                          </p:spTgt>
                                        </p:tgtEl>
                                        <p:attrNameLst>
                                          <p:attrName>style.visibility</p:attrName>
                                        </p:attrNameLst>
                                      </p:cBhvr>
                                      <p:to>
                                        <p:strVal val="visible"/>
                                      </p:to>
                                    </p:set>
                                    <p:anim calcmode="lin" valueType="num">
                                      <p:cBhvr additive="base">
                                        <p:cTn id="7" dur="500" fill="hold"/>
                                        <p:tgtEl>
                                          <p:spTgt spid="1393960089">
                                            <p:txEl>
                                              <p:pRg st="0" end="17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3960089">
                                            <p:txEl>
                                              <p:pRg st="0" end="17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93960089">
                                            <p:txEl>
                                              <p:pRg st="170" end="276"/>
                                            </p:txEl>
                                          </p:spTgt>
                                        </p:tgtEl>
                                        <p:attrNameLst>
                                          <p:attrName>style.visibility</p:attrName>
                                        </p:attrNameLst>
                                      </p:cBhvr>
                                      <p:to>
                                        <p:strVal val="visible"/>
                                      </p:to>
                                    </p:set>
                                    <p:anim calcmode="lin" valueType="num">
                                      <p:cBhvr additive="base">
                                        <p:cTn id="13" dur="500" fill="hold"/>
                                        <p:tgtEl>
                                          <p:spTgt spid="1393960089">
                                            <p:txEl>
                                              <p:pRg st="170" end="27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93960089">
                                            <p:txEl>
                                              <p:pRg st="170" end="276"/>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93960089">
                                            <p:txEl>
                                              <p:pRg st="276" end="457"/>
                                            </p:txEl>
                                          </p:spTgt>
                                        </p:tgtEl>
                                        <p:attrNameLst>
                                          <p:attrName>style.visibility</p:attrName>
                                        </p:attrNameLst>
                                      </p:cBhvr>
                                      <p:to>
                                        <p:strVal val="visible"/>
                                      </p:to>
                                    </p:set>
                                    <p:anim calcmode="lin" valueType="num">
                                      <p:cBhvr additive="base">
                                        <p:cTn id="19" dur="500" fill="hold"/>
                                        <p:tgtEl>
                                          <p:spTgt spid="1393960089">
                                            <p:txEl>
                                              <p:pRg st="276" end="45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93960089">
                                            <p:txEl>
                                              <p:pRg st="276" end="45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9723917"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Attenuation</a:t>
            </a:r>
            <a:endParaRPr/>
          </a:p>
        </p:txBody>
      </p:sp>
      <p:sp>
        <p:nvSpPr>
          <p:cNvPr id="2113285232" name="Content Placeholder 2"/>
          <p:cNvSpPr>
            <a:spLocks noChangeShapeType="1" noGrp="1"/>
          </p:cNvSpPr>
          <p:nvPr>
            <p:ph type="obj"/>
          </p:nvPr>
        </p:nvSpPr>
        <p:spPr bwMode="auto">
          <a:xfrm flipH="0" flipV="0">
            <a:off x="380999" y="1447799"/>
            <a:ext cx="8867975" cy="3420215"/>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Signal attenuation within optical fibers, as with </a:t>
            </a:r>
            <a:endParaRPr lang="en-US"/>
          </a:p>
          <a:p>
            <a:pPr marL="0" lvl="0" indent="0">
              <a:spcBef>
                <a:spcPts val="0"/>
              </a:spcBef>
              <a:buClr>
                <a:srgbClr val="3333CC"/>
              </a:buClr>
              <a:buSzPct val="60000"/>
              <a:buFont typeface="Wingdings"/>
              <a:buNone/>
              <a:defRPr/>
            </a:pPr>
            <a:r>
              <a:rPr lang="en-US"/>
              <a:t>metallic conductors, is usually expressed in the </a:t>
            </a:r>
            <a:endParaRPr lang="en-US"/>
          </a:p>
          <a:p>
            <a:pPr marL="0" lvl="0" indent="0">
              <a:spcBef>
                <a:spcPts val="0"/>
              </a:spcBef>
              <a:buClr>
                <a:srgbClr val="3333CC"/>
              </a:buClr>
              <a:buSzPct val="60000"/>
              <a:buFont typeface="Wingdings"/>
              <a:buNone/>
              <a:defRPr/>
            </a:pPr>
            <a:r>
              <a:rPr lang="en-US">
                <a:solidFill>
                  <a:srgbClr val="FF0000"/>
                </a:solidFill>
              </a:rPr>
              <a:t>logarithmic unit of the decibel</a:t>
            </a:r>
            <a:r>
              <a:rPr lang="en-US"/>
              <a:t>. </a:t>
            </a:r>
            <a:endParaRPr/>
          </a:p>
          <a:p>
            <a:pPr marL="342900" lvl="0" indent="-342900">
              <a:spcBef>
                <a:spcPts val="0"/>
              </a:spcBef>
              <a:buClr>
                <a:srgbClr val="3333CC"/>
              </a:buClr>
              <a:buSzPct val="60000"/>
              <a:buFont typeface="Wingdings"/>
              <a:buChar char="n"/>
              <a:defRPr/>
            </a:pPr>
            <a:r>
              <a:rPr lang="en-US"/>
              <a:t>The decibel, which is used for comparing two power</a:t>
            </a:r>
            <a:endParaRPr lang="en-US"/>
          </a:p>
          <a:p>
            <a:pPr marL="0" lvl="0" indent="0">
              <a:spcBef>
                <a:spcPts val="0"/>
              </a:spcBef>
              <a:buClr>
                <a:srgbClr val="3333CC"/>
              </a:buClr>
              <a:buSzPct val="60000"/>
              <a:buFont typeface="Wingdings"/>
              <a:buNone/>
              <a:defRPr/>
            </a:pPr>
            <a:r>
              <a:rPr lang="en-US"/>
              <a:t> levels, may be defined for a particular optical </a:t>
            </a:r>
            <a:endParaRPr lang="en-US"/>
          </a:p>
          <a:p>
            <a:pPr marL="0" lvl="0" indent="0">
              <a:spcBef>
                <a:spcPts val="0"/>
              </a:spcBef>
              <a:buClr>
                <a:srgbClr val="3333CC"/>
              </a:buClr>
              <a:buSzPct val="60000"/>
              <a:buFont typeface="Wingdings"/>
              <a:buNone/>
              <a:defRPr/>
            </a:pPr>
            <a:r>
              <a:rPr lang="en-US"/>
              <a:t>wavelength as the </a:t>
            </a:r>
            <a:r>
              <a:rPr lang="en-US">
                <a:solidFill>
                  <a:srgbClr val="FF0000"/>
                </a:solidFill>
              </a:rPr>
              <a:t>ratio of the input (transmitted) </a:t>
            </a:r>
            <a:endParaRPr lang="en-US">
              <a:solidFill>
                <a:srgbClr val="FF0000"/>
              </a:solidFill>
            </a:endParaRPr>
          </a:p>
          <a:p>
            <a:pPr marL="0" lvl="0" indent="0">
              <a:spcBef>
                <a:spcPts val="0"/>
              </a:spcBef>
              <a:buClr>
                <a:srgbClr val="3333CC"/>
              </a:buClr>
              <a:buSzPct val="60000"/>
              <a:buFont typeface="Wingdings"/>
              <a:buNone/>
              <a:defRPr/>
            </a:pPr>
            <a:r>
              <a:rPr lang="en-US">
                <a:solidFill>
                  <a:srgbClr val="FF0000"/>
                </a:solidFill>
              </a:rPr>
              <a:t>optical power </a:t>
            </a:r>
            <a:r>
              <a:rPr lang="en-US" b="0" i="1" u="none">
                <a:solidFill>
                  <a:srgbClr val="FF0000"/>
                </a:solidFill>
              </a:rPr>
              <a:t>P</a:t>
            </a:r>
            <a:r>
              <a:rPr lang="en-US" b="0" i="1" u="none" baseline="-25000">
                <a:solidFill>
                  <a:srgbClr val="FF0000"/>
                </a:solidFill>
              </a:rPr>
              <a:t>i </a:t>
            </a:r>
            <a:r>
              <a:rPr lang="en-US" b="0" i="1" u="none">
                <a:solidFill>
                  <a:srgbClr val="FF0000"/>
                </a:solidFill>
              </a:rPr>
              <a:t>into a fiber to the output (received) </a:t>
            </a:r>
            <a:endParaRPr lang="en-US" b="0" i="1" u="none">
              <a:solidFill>
                <a:srgbClr val="FF0000"/>
              </a:solidFill>
            </a:endParaRPr>
          </a:p>
          <a:p>
            <a:pPr marL="0" lvl="0" indent="0">
              <a:spcBef>
                <a:spcPts val="0"/>
              </a:spcBef>
              <a:buClr>
                <a:srgbClr val="3333CC"/>
              </a:buClr>
              <a:buSzPct val="60000"/>
              <a:buFont typeface="Wingdings"/>
              <a:buNone/>
              <a:defRPr/>
            </a:pPr>
            <a:r>
              <a:rPr lang="en-US" b="0" i="1" u="none">
                <a:solidFill>
                  <a:srgbClr val="FF0000"/>
                </a:solidFill>
              </a:rPr>
              <a:t>optical power P</a:t>
            </a:r>
            <a:r>
              <a:rPr lang="en-US" b="0" i="1" u="none" baseline="-25000">
                <a:solidFill>
                  <a:srgbClr val="FF0000"/>
                </a:solidFill>
              </a:rPr>
              <a:t>o</a:t>
            </a:r>
            <a:r>
              <a:rPr lang="en-US" b="0" i="1" u="none"/>
              <a:t> </a:t>
            </a:r>
            <a:r>
              <a:rPr lang="en-US"/>
              <a:t>from the fiber as:</a:t>
            </a:r>
            <a:endParaRPr/>
          </a:p>
        </p:txBody>
      </p:sp>
      <p:sp>
        <p:nvSpPr>
          <p:cNvPr id="768053976"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433488997"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482959879" name="Picture 2"/>
          <p:cNvPicPr>
            <a:picLocks noChangeAspect="1" noGrp="1"/>
          </p:cNvPicPr>
          <p:nvPr/>
        </p:nvPicPr>
        <p:blipFill rotWithShape="1">
          <a:blip r:embed="rId3"/>
          <a:stretch/>
        </p:blipFill>
        <p:spPr bwMode="auto">
          <a:xfrm>
            <a:off x="2309283" y="5595055"/>
            <a:ext cx="4343400" cy="5715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13285232">
                                            <p:txEl>
                                              <p:pRg st="0" end="133"/>
                                            </p:txEl>
                                          </p:spTgt>
                                        </p:tgtEl>
                                        <p:attrNameLst>
                                          <p:attrName>style.visibility</p:attrName>
                                        </p:attrNameLst>
                                      </p:cBhvr>
                                      <p:to>
                                        <p:strVal val="visible"/>
                                      </p:to>
                                    </p:set>
                                    <p:anim calcmode="lin" valueType="num">
                                      <p:cBhvr additive="base">
                                        <p:cTn id="7" dur="500" fill="hold"/>
                                        <p:tgtEl>
                                          <p:spTgt spid="2113285232">
                                            <p:txEl>
                                              <p:pRg st="0" end="13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13285232">
                                            <p:txEl>
                                              <p:pRg st="0" end="133"/>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13285232">
                                            <p:txEl>
                                              <p:pRg st="133" end="374"/>
                                            </p:txEl>
                                          </p:spTgt>
                                        </p:tgtEl>
                                        <p:attrNameLst>
                                          <p:attrName>style.visibility</p:attrName>
                                        </p:attrNameLst>
                                      </p:cBhvr>
                                      <p:to>
                                        <p:strVal val="visible"/>
                                      </p:to>
                                    </p:set>
                                    <p:anim calcmode="lin" valueType="num">
                                      <p:cBhvr additive="base">
                                        <p:cTn id="13" dur="500" fill="hold"/>
                                        <p:tgtEl>
                                          <p:spTgt spid="2113285232">
                                            <p:txEl>
                                              <p:pRg st="133" end="37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13285232">
                                            <p:txEl>
                                              <p:pRg st="133" end="37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66525"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Attenuation</a:t>
            </a:r>
            <a:endParaRPr/>
          </a:p>
        </p:txBody>
      </p:sp>
      <p:sp>
        <p:nvSpPr>
          <p:cNvPr id="214613796" name="Content Placeholder 2"/>
          <p:cNvSpPr>
            <a:spLocks noChangeShapeType="1" noGrp="1"/>
          </p:cNvSpPr>
          <p:nvPr>
            <p:ph type="obj"/>
          </p:nvPr>
        </p:nvSpPr>
        <p:spPr bwMode="auto">
          <a:xfrm>
            <a:off x="380999" y="1447799"/>
            <a:ext cx="8293732" cy="2993495"/>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This logarithmic unit has the advantage that the </a:t>
            </a:r>
            <a:endParaRPr lang="en-US"/>
          </a:p>
          <a:p>
            <a:pPr marL="0" lvl="0" indent="0">
              <a:spcBef>
                <a:spcPts val="0"/>
              </a:spcBef>
              <a:buClr>
                <a:srgbClr val="3333CC"/>
              </a:buClr>
              <a:buSzPct val="60000"/>
              <a:buFont typeface="Wingdings"/>
              <a:buNone/>
              <a:defRPr/>
            </a:pPr>
            <a:r>
              <a:rPr lang="en-US"/>
              <a:t>operations of multiplication and division reduce to </a:t>
            </a:r>
            <a:endParaRPr lang="en-US"/>
          </a:p>
          <a:p>
            <a:pPr marL="0" lvl="0" indent="0">
              <a:spcBef>
                <a:spcPts val="0"/>
              </a:spcBef>
              <a:buClr>
                <a:srgbClr val="3333CC"/>
              </a:buClr>
              <a:buSzPct val="60000"/>
              <a:buFont typeface="Wingdings"/>
              <a:buNone/>
              <a:defRPr/>
            </a:pPr>
            <a:r>
              <a:rPr lang="en-US"/>
              <a:t>addition and subtraction, while powers and roots </a:t>
            </a:r>
            <a:endParaRPr lang="en-US"/>
          </a:p>
          <a:p>
            <a:pPr marL="0" lvl="0" indent="0">
              <a:spcBef>
                <a:spcPts val="0"/>
              </a:spcBef>
              <a:buClr>
                <a:srgbClr val="3333CC"/>
              </a:buClr>
              <a:buSzPct val="60000"/>
              <a:buFont typeface="Wingdings"/>
              <a:buNone/>
              <a:defRPr/>
            </a:pPr>
            <a:r>
              <a:rPr lang="en-US"/>
              <a:t>reduce to multiplication and division. </a:t>
            </a:r>
            <a:endParaRPr lang="en-US"/>
          </a:p>
          <a:p>
            <a:pPr marL="342900" lvl="0" indent="-342900">
              <a:spcBef>
                <a:spcPts val="0"/>
              </a:spcBef>
              <a:buClr>
                <a:srgbClr val="3333CC"/>
              </a:buClr>
              <a:buSzPct val="60000"/>
              <a:buFont typeface="Wingdings"/>
              <a:buChar char="n"/>
              <a:defRPr/>
            </a:pPr>
            <a:r>
              <a:rPr lang="en-US"/>
              <a:t>However, addition and subtraction require a </a:t>
            </a:r>
            <a:endParaRPr lang="en-US"/>
          </a:p>
          <a:p>
            <a:pPr marL="0" lvl="0" indent="0">
              <a:spcBef>
                <a:spcPts val="0"/>
              </a:spcBef>
              <a:buClr>
                <a:srgbClr val="3333CC"/>
              </a:buClr>
              <a:buSzPct val="60000"/>
              <a:buFont typeface="Wingdings"/>
              <a:buNone/>
              <a:defRPr/>
            </a:pPr>
            <a:r>
              <a:rPr lang="en-US"/>
              <a:t>conversion </a:t>
            </a:r>
            <a:r>
              <a:rPr lang="en-US">
                <a:solidFill>
                  <a:srgbClr val="FF0000"/>
                </a:solidFill>
              </a:rPr>
              <a:t>to numerical values </a:t>
            </a:r>
            <a:r>
              <a:rPr lang="en-US"/>
              <a:t>which may be </a:t>
            </a:r>
            <a:endParaRPr lang="en-US"/>
          </a:p>
          <a:p>
            <a:pPr marL="0" lvl="0" indent="0">
              <a:spcBef>
                <a:spcPts val="0"/>
              </a:spcBef>
              <a:buClr>
                <a:srgbClr val="3333CC"/>
              </a:buClr>
              <a:buSzPct val="60000"/>
              <a:buFont typeface="Wingdings"/>
              <a:buNone/>
              <a:defRPr/>
            </a:pPr>
            <a:r>
              <a:rPr lang="en-US"/>
              <a:t>obtained using the relationship:</a:t>
            </a:r>
            <a:endParaRPr/>
          </a:p>
        </p:txBody>
      </p:sp>
      <p:sp>
        <p:nvSpPr>
          <p:cNvPr id="1958500990"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2035814180"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281321777" name="Picture 2"/>
          <p:cNvPicPr>
            <a:picLocks noChangeAspect="1" noGrp="1"/>
          </p:cNvPicPr>
          <p:nvPr/>
        </p:nvPicPr>
        <p:blipFill rotWithShape="1">
          <a:blip r:embed="rId3"/>
          <a:stretch/>
        </p:blipFill>
        <p:spPr bwMode="auto">
          <a:xfrm>
            <a:off x="2894894" y="5149144"/>
            <a:ext cx="3048000" cy="6858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4613796">
                                            <p:txEl>
                                              <p:pRg st="0" end="190"/>
                                            </p:txEl>
                                          </p:spTgt>
                                        </p:tgtEl>
                                        <p:attrNameLst>
                                          <p:attrName>style.visibility</p:attrName>
                                        </p:attrNameLst>
                                      </p:cBhvr>
                                      <p:to>
                                        <p:strVal val="visible"/>
                                      </p:to>
                                    </p:set>
                                    <p:anim calcmode="lin" valueType="num">
                                      <p:cBhvr additive="base">
                                        <p:cTn id="7" dur="500" fill="hold"/>
                                        <p:tgtEl>
                                          <p:spTgt spid="214613796">
                                            <p:txEl>
                                              <p:pRg st="0" end="19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4613796">
                                            <p:txEl>
                                              <p:pRg st="0" end="19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4613796">
                                            <p:txEl>
                                              <p:pRg st="190" end="311"/>
                                            </p:txEl>
                                          </p:spTgt>
                                        </p:tgtEl>
                                        <p:attrNameLst>
                                          <p:attrName>style.visibility</p:attrName>
                                        </p:attrNameLst>
                                      </p:cBhvr>
                                      <p:to>
                                        <p:strVal val="visible"/>
                                      </p:to>
                                    </p:set>
                                    <p:anim calcmode="lin" valueType="num">
                                      <p:cBhvr additive="base">
                                        <p:cTn id="13" dur="500" fill="hold"/>
                                        <p:tgtEl>
                                          <p:spTgt spid="214613796">
                                            <p:txEl>
                                              <p:pRg st="190" end="31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4613796">
                                            <p:txEl>
                                              <p:pRg st="190" end="3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8553456"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Attenuation</a:t>
            </a:r>
            <a:endParaRPr/>
          </a:p>
        </p:txBody>
      </p:sp>
      <p:sp>
        <p:nvSpPr>
          <p:cNvPr id="33979255" name="Content Placeholder 2"/>
          <p:cNvSpPr>
            <a:spLocks noChangeShapeType="1" noGrp="1"/>
          </p:cNvSpPr>
          <p:nvPr>
            <p:ph type="obj"/>
          </p:nvPr>
        </p:nvSpPr>
        <p:spPr bwMode="auto">
          <a:xfrm>
            <a:off x="457200" y="1600200"/>
            <a:ext cx="8519284" cy="3237335"/>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a:t>In optical fiber communications the attenuation is </a:t>
            </a:r>
            <a:endParaRPr/>
          </a:p>
          <a:p>
            <a:pPr marL="0" lvl="0" indent="0">
              <a:spcBef>
                <a:spcPts val="0"/>
              </a:spcBef>
              <a:buClr>
                <a:srgbClr val="3333CC"/>
              </a:buClr>
              <a:buSzPct val="60000"/>
              <a:buFont typeface="Wingdings"/>
              <a:buNone/>
              <a:defRPr/>
            </a:pPr>
            <a:r>
              <a:rPr/>
              <a:t>usually expressed in decibels per unit length </a:t>
            </a:r>
            <a:endParaRPr/>
          </a:p>
          <a:p>
            <a:pPr marL="0" lvl="0" indent="0">
              <a:spcBef>
                <a:spcPts val="0"/>
              </a:spcBef>
              <a:buClr>
                <a:srgbClr val="3333CC"/>
              </a:buClr>
              <a:buSzPct val="60000"/>
              <a:buFont typeface="Wingdings"/>
              <a:buNone/>
              <a:defRPr/>
            </a:pPr>
            <a:r>
              <a:rPr/>
              <a:t>(i.e. dB km−1) following:</a:t>
            </a:r>
            <a:endParaRPr/>
          </a:p>
          <a:p>
            <a:pPr marL="342900" lvl="0" indent="-342900">
              <a:spcBef>
                <a:spcPts val="0"/>
              </a:spcBef>
              <a:buClr>
                <a:srgbClr val="3333CC"/>
              </a:buClr>
              <a:buSzPct val="60000"/>
              <a:buFont typeface="Wingdings"/>
              <a:buChar char="n"/>
              <a:defRPr/>
            </a:pPr>
            <a:endParaRPr lang="en-US"/>
          </a:p>
          <a:p>
            <a:pPr marL="342900" lvl="0" indent="-342900">
              <a:spcBef>
                <a:spcPts val="0"/>
              </a:spcBef>
              <a:buClr>
                <a:srgbClr val="3333CC"/>
              </a:buClr>
              <a:buSzPct val="60000"/>
              <a:buFont typeface="Wingdings"/>
              <a:buChar char="n"/>
              <a:defRPr/>
            </a:pPr>
            <a:endParaRPr lang="en-US"/>
          </a:p>
          <a:p>
            <a:pPr marL="742950" lvl="1" indent="-285750">
              <a:spcBef>
                <a:spcPts val="0"/>
              </a:spcBef>
              <a:buClr>
                <a:srgbClr val="FF0000"/>
              </a:buClr>
              <a:buSzPct val="55000"/>
              <a:buFont typeface="Wingdings"/>
              <a:buChar char="n"/>
              <a:defRPr/>
            </a:pPr>
            <a:r>
              <a:rPr b="0" i="0" u="none"/>
              <a:t>where α</a:t>
            </a:r>
            <a:r>
              <a:rPr b="0" i="0" u="none" baseline="-25000"/>
              <a:t>dB</a:t>
            </a:r>
            <a:r>
              <a:rPr b="0" i="0" u="none"/>
              <a:t> is the signal attenuation per unit length in </a:t>
            </a:r>
            <a:endParaRPr b="0" i="0" u="none"/>
          </a:p>
          <a:p>
            <a:pPr marL="457200" lvl="1" indent="0">
              <a:spcBef>
                <a:spcPts val="0"/>
              </a:spcBef>
              <a:buClr>
                <a:srgbClr val="FF0000"/>
              </a:buClr>
              <a:buSzPct val="55000"/>
              <a:buFont typeface="Wingdings"/>
              <a:buNone/>
              <a:defRPr/>
            </a:pPr>
            <a:r>
              <a:rPr b="0" i="0" u="none"/>
              <a:t>decibels which is also referred to as the fiber loss </a:t>
            </a:r>
            <a:endParaRPr b="0" i="0" u="none"/>
          </a:p>
          <a:p>
            <a:pPr marL="457200" lvl="1" indent="0">
              <a:spcBef>
                <a:spcPts val="0"/>
              </a:spcBef>
              <a:buClr>
                <a:srgbClr val="FF0000"/>
              </a:buClr>
              <a:buSzPct val="55000"/>
              <a:buFont typeface="Wingdings"/>
              <a:buNone/>
              <a:defRPr/>
            </a:pPr>
            <a:r>
              <a:rPr b="0" i="0" u="none"/>
              <a:t>parameter and </a:t>
            </a:r>
            <a:r>
              <a:rPr b="0" i="1" u="none"/>
              <a:t>L is the fiber length.</a:t>
            </a:r>
            <a:endParaRPr/>
          </a:p>
        </p:txBody>
      </p:sp>
      <p:sp>
        <p:nvSpPr>
          <p:cNvPr id="788662089"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50098552"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169907416" name="Picture 2"/>
          <p:cNvPicPr>
            <a:picLocks noChangeAspect="1" noGrp="1"/>
          </p:cNvPicPr>
          <p:nvPr/>
        </p:nvPicPr>
        <p:blipFill rotWithShape="1">
          <a:blip r:embed="rId3"/>
          <a:stretch/>
        </p:blipFill>
        <p:spPr bwMode="auto">
          <a:xfrm>
            <a:off x="3429000" y="2580692"/>
            <a:ext cx="1762125" cy="63817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3979255">
                                            <p:txEl>
                                              <p:pRg st="0" end="123"/>
                                            </p:txEl>
                                          </p:spTgt>
                                        </p:tgtEl>
                                        <p:attrNameLst>
                                          <p:attrName>style.visibility</p:attrName>
                                        </p:attrNameLst>
                                      </p:cBhvr>
                                      <p:to>
                                        <p:strVal val="visible"/>
                                      </p:to>
                                    </p:set>
                                    <p:anim calcmode="lin" valueType="num">
                                      <p:cBhvr additive="base">
                                        <p:cTn id="7" dur="500" fill="hold"/>
                                        <p:tgtEl>
                                          <p:spTgt spid="33979255">
                                            <p:txEl>
                                              <p:pRg st="0" end="12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979255">
                                            <p:txEl>
                                              <p:pRg st="0" end="123"/>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3979255">
                                            <p:txEl>
                                              <p:pRg st="125" end="270"/>
                                            </p:txEl>
                                          </p:spTgt>
                                        </p:tgtEl>
                                        <p:attrNameLst>
                                          <p:attrName>style.visibility</p:attrName>
                                        </p:attrNameLst>
                                      </p:cBhvr>
                                      <p:to>
                                        <p:strVal val="visible"/>
                                      </p:to>
                                    </p:set>
                                    <p:anim calcmode="lin" valueType="num">
                                      <p:cBhvr additive="base">
                                        <p:cTn id="13" dur="500" fill="hold"/>
                                        <p:tgtEl>
                                          <p:spTgt spid="33979255">
                                            <p:txEl>
                                              <p:pRg st="125" end="27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3979255">
                                            <p:txEl>
                                              <p:pRg st="125" end="27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1144851"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Attenuation</a:t>
            </a:r>
            <a:endParaRPr/>
          </a:p>
        </p:txBody>
      </p:sp>
      <p:sp>
        <p:nvSpPr>
          <p:cNvPr id="713389536" name="Content Placeholder 2"/>
          <p:cNvSpPr>
            <a:spLocks noChangeShapeType="1" noGrp="1"/>
          </p:cNvSpPr>
          <p:nvPr>
            <p:ph type="obj"/>
          </p:nvPr>
        </p:nvSpPr>
        <p:spPr bwMode="auto">
          <a:xfrm>
            <a:off x="457200" y="1600200"/>
            <a:ext cx="8363529" cy="2627735"/>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a:t>A number of mechanisms are responsible for the </a:t>
            </a:r>
            <a:endParaRPr/>
          </a:p>
          <a:p>
            <a:pPr marL="0" lvl="0" indent="0">
              <a:spcBef>
                <a:spcPts val="0"/>
              </a:spcBef>
              <a:buClr>
                <a:srgbClr val="3333CC"/>
              </a:buClr>
              <a:buSzPct val="60000"/>
              <a:buFont typeface="Wingdings"/>
              <a:buNone/>
              <a:defRPr/>
            </a:pPr>
            <a:r>
              <a:rPr/>
              <a:t>signal attenuation within optical fibers. </a:t>
            </a:r>
            <a:endParaRPr/>
          </a:p>
          <a:p>
            <a:pPr marL="0" lvl="0" indent="0">
              <a:spcBef>
                <a:spcPts val="0"/>
              </a:spcBef>
              <a:buClr>
                <a:srgbClr val="3333CC"/>
              </a:buClr>
              <a:buSzPct val="60000"/>
              <a:buFont typeface="Wingdings"/>
              <a:buNone/>
              <a:defRPr/>
            </a:pPr>
            <a:endParaRPr/>
          </a:p>
          <a:p>
            <a:pPr marL="342900" lvl="0" indent="-342900">
              <a:spcBef>
                <a:spcPts val="0"/>
              </a:spcBef>
              <a:buClr>
                <a:srgbClr val="3333CC"/>
              </a:buClr>
              <a:buSzPct val="60000"/>
              <a:buFont typeface="Wingdings"/>
              <a:buChar char="n"/>
              <a:defRPr/>
            </a:pPr>
            <a:r>
              <a:rPr/>
              <a:t>These mechanisms are influenced by </a:t>
            </a:r>
            <a:endParaRPr/>
          </a:p>
          <a:p>
            <a:pPr marL="742950" lvl="1" indent="-285750">
              <a:spcBef>
                <a:spcPts val="0"/>
              </a:spcBef>
              <a:buClr>
                <a:srgbClr val="FF0000"/>
              </a:buClr>
              <a:buSzPct val="55000"/>
              <a:buFont typeface="Wingdings"/>
              <a:buChar char="n"/>
              <a:defRPr/>
            </a:pPr>
            <a:r>
              <a:rPr b="0" i="0" u="none"/>
              <a:t>the material </a:t>
            </a:r>
            <a:r>
              <a:rPr b="0" i="0" u="none"/>
              <a:t>composition , </a:t>
            </a:r>
            <a:endParaRPr lang="en-US"/>
          </a:p>
          <a:p>
            <a:pPr marL="742950" lvl="1" indent="-285750">
              <a:spcBef>
                <a:spcPts val="0"/>
              </a:spcBef>
              <a:buClr>
                <a:srgbClr val="FF0000"/>
              </a:buClr>
              <a:buSzPct val="55000"/>
              <a:buFont typeface="Wingdings"/>
              <a:buChar char="n"/>
              <a:defRPr/>
            </a:pPr>
            <a:r>
              <a:rPr b="0" i="0" u="none"/>
              <a:t>the preparation and</a:t>
            </a:r>
            <a:endParaRPr/>
          </a:p>
          <a:p>
            <a:pPr marL="742950" lvl="1" indent="-285750">
              <a:spcBef>
                <a:spcPts val="0"/>
              </a:spcBef>
              <a:buClr>
                <a:srgbClr val="FF0000"/>
              </a:buClr>
              <a:buSzPct val="55000"/>
              <a:buFont typeface="Wingdings"/>
              <a:buChar char="n"/>
              <a:defRPr/>
            </a:pPr>
            <a:r>
              <a:rPr b="0" i="0" u="none"/>
              <a:t>purification technique, and </a:t>
            </a:r>
            <a:endParaRPr/>
          </a:p>
          <a:p>
            <a:pPr marL="742950" lvl="1" indent="-285750">
              <a:spcBef>
                <a:spcPts val="0"/>
              </a:spcBef>
              <a:buClr>
                <a:srgbClr val="FF0000"/>
              </a:buClr>
              <a:buSzPct val="55000"/>
              <a:buFont typeface="Wingdings"/>
              <a:buChar char="n"/>
              <a:defRPr/>
            </a:pPr>
            <a:r>
              <a:rPr b="0" i="0" u="none"/>
              <a:t>the waveguide structure. </a:t>
            </a:r>
            <a:endParaRPr/>
          </a:p>
        </p:txBody>
      </p:sp>
      <p:sp>
        <p:nvSpPr>
          <p:cNvPr id="2087247397"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690632312"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13389536">
                                            <p:txEl>
                                              <p:pRg st="0" end="90"/>
                                            </p:txEl>
                                          </p:spTgt>
                                        </p:tgtEl>
                                        <p:attrNameLst>
                                          <p:attrName>style.visibility</p:attrName>
                                        </p:attrNameLst>
                                      </p:cBhvr>
                                      <p:to>
                                        <p:strVal val="visible"/>
                                      </p:to>
                                    </p:set>
                                    <p:anim calcmode="lin" valueType="num">
                                      <p:cBhvr additive="base">
                                        <p:cTn id="7" dur="500" fill="hold"/>
                                        <p:tgtEl>
                                          <p:spTgt spid="713389536">
                                            <p:txEl>
                                              <p:pRg st="0" end="9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3389536">
                                            <p:txEl>
                                              <p:pRg st="0" end="9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13389536">
                                            <p:txEl>
                                              <p:pRg st="90" end="126"/>
                                            </p:txEl>
                                          </p:spTgt>
                                        </p:tgtEl>
                                        <p:attrNameLst>
                                          <p:attrName>style.visibility</p:attrName>
                                        </p:attrNameLst>
                                      </p:cBhvr>
                                      <p:to>
                                        <p:strVal val="visible"/>
                                      </p:to>
                                    </p:set>
                                    <p:anim calcmode="lin" valueType="num">
                                      <p:cBhvr additive="base">
                                        <p:cTn id="13" dur="500" fill="hold"/>
                                        <p:tgtEl>
                                          <p:spTgt spid="713389536">
                                            <p:txEl>
                                              <p:pRg st="90" end="12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3389536">
                                            <p:txEl>
                                              <p:pRg st="90" end="126"/>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13389536">
                                            <p:txEl>
                                              <p:pRg st="126" end="154"/>
                                            </p:txEl>
                                          </p:spTgt>
                                        </p:tgtEl>
                                        <p:attrNameLst>
                                          <p:attrName>style.visibility</p:attrName>
                                        </p:attrNameLst>
                                      </p:cBhvr>
                                      <p:to>
                                        <p:strVal val="visible"/>
                                      </p:to>
                                    </p:set>
                                    <p:anim calcmode="lin" valueType="num">
                                      <p:cBhvr additive="base">
                                        <p:cTn id="19" dur="500" fill="hold"/>
                                        <p:tgtEl>
                                          <p:spTgt spid="713389536">
                                            <p:txEl>
                                              <p:pRg st="126" end="15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3389536">
                                            <p:txEl>
                                              <p:pRg st="126" end="15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13389536">
                                            <p:txEl>
                                              <p:pRg st="154" end="174"/>
                                            </p:txEl>
                                          </p:spTgt>
                                        </p:tgtEl>
                                        <p:attrNameLst>
                                          <p:attrName>style.visibility</p:attrName>
                                        </p:attrNameLst>
                                      </p:cBhvr>
                                      <p:to>
                                        <p:strVal val="visible"/>
                                      </p:to>
                                    </p:set>
                                    <p:anim calcmode="lin" valueType="num">
                                      <p:cBhvr additive="base">
                                        <p:cTn id="25" dur="500" fill="hold"/>
                                        <p:tgtEl>
                                          <p:spTgt spid="713389536">
                                            <p:txEl>
                                              <p:pRg st="154" end="17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3389536">
                                            <p:txEl>
                                              <p:pRg st="154" end="17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13389536">
                                            <p:txEl>
                                              <p:pRg st="174" end="203"/>
                                            </p:txEl>
                                          </p:spTgt>
                                        </p:tgtEl>
                                        <p:attrNameLst>
                                          <p:attrName>style.visibility</p:attrName>
                                        </p:attrNameLst>
                                      </p:cBhvr>
                                      <p:to>
                                        <p:strVal val="visible"/>
                                      </p:to>
                                    </p:set>
                                    <p:anim calcmode="lin" valueType="num">
                                      <p:cBhvr additive="base">
                                        <p:cTn id="31" dur="500" fill="hold"/>
                                        <p:tgtEl>
                                          <p:spTgt spid="713389536">
                                            <p:txEl>
                                              <p:pRg st="174" end="20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3389536">
                                            <p:txEl>
                                              <p:pRg st="174" end="20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713389536">
                                            <p:txEl>
                                              <p:pRg st="203" end="229"/>
                                            </p:txEl>
                                          </p:spTgt>
                                        </p:tgtEl>
                                        <p:attrNameLst>
                                          <p:attrName>style.visibility</p:attrName>
                                        </p:attrNameLst>
                                      </p:cBhvr>
                                      <p:to>
                                        <p:strVal val="visible"/>
                                      </p:to>
                                    </p:set>
                                    <p:anim calcmode="lin" valueType="num">
                                      <p:cBhvr additive="base">
                                        <p:cTn id="37" dur="500" fill="hold"/>
                                        <p:tgtEl>
                                          <p:spTgt spid="713389536">
                                            <p:txEl>
                                              <p:pRg st="203" end="229"/>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13389536">
                                            <p:txEl>
                                              <p:pRg st="203" end="22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3836340"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Attenuation</a:t>
            </a:r>
            <a:endParaRPr/>
          </a:p>
        </p:txBody>
      </p:sp>
      <p:sp>
        <p:nvSpPr>
          <p:cNvPr id="1504750965" name="Content Placeholder 2"/>
          <p:cNvSpPr>
            <a:spLocks noChangeShapeType="1" noGrp="1"/>
          </p:cNvSpPr>
          <p:nvPr>
            <p:ph type="obj"/>
          </p:nvPr>
        </p:nvSpPr>
        <p:spPr bwMode="auto">
          <a:xfrm>
            <a:off x="457200" y="1600200"/>
            <a:ext cx="8093713" cy="3883104"/>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They may be categorized within several major </a:t>
            </a:r>
            <a:endParaRPr lang="en-US"/>
          </a:p>
          <a:p>
            <a:pPr marL="0" lvl="0" indent="0">
              <a:spcBef>
                <a:spcPts val="0"/>
              </a:spcBef>
              <a:buClr>
                <a:srgbClr val="3333CC"/>
              </a:buClr>
              <a:buSzPct val="60000"/>
              <a:buFont typeface="Wingdings"/>
              <a:buNone/>
              <a:defRPr/>
            </a:pPr>
            <a:r>
              <a:rPr lang="en-US"/>
              <a:t>areas which include </a:t>
            </a:r>
            <a:endParaRPr/>
          </a:p>
          <a:p>
            <a:pPr marL="742950" lvl="1" indent="-285750">
              <a:spcBef>
                <a:spcPts val="0"/>
              </a:spcBef>
              <a:buClr>
                <a:srgbClr val="FF0000"/>
              </a:buClr>
              <a:buSzPct val="55000"/>
              <a:buFont typeface="Wingdings"/>
              <a:buChar char="n"/>
              <a:defRPr/>
            </a:pPr>
            <a:r>
              <a:rPr lang="en-US"/>
              <a:t>material absorption, </a:t>
            </a:r>
            <a:endParaRPr/>
          </a:p>
          <a:p>
            <a:pPr marL="742950" lvl="1" indent="-285750">
              <a:spcBef>
                <a:spcPts val="0"/>
              </a:spcBef>
              <a:buClr>
                <a:srgbClr val="FF0000"/>
              </a:buClr>
              <a:buSzPct val="55000"/>
              <a:buFont typeface="Wingdings"/>
              <a:buChar char="n"/>
              <a:defRPr/>
            </a:pPr>
            <a:r>
              <a:rPr lang="en-US"/>
              <a:t>material scattering (linear and nonlinear scattering), </a:t>
            </a:r>
            <a:endParaRPr/>
          </a:p>
          <a:p>
            <a:pPr marL="742950" lvl="1" indent="-285750">
              <a:spcBef>
                <a:spcPts val="0"/>
              </a:spcBef>
              <a:buClr>
                <a:srgbClr val="FF0000"/>
              </a:buClr>
              <a:buSzPct val="55000"/>
              <a:buFont typeface="Wingdings"/>
              <a:buChar char="n"/>
              <a:defRPr/>
            </a:pPr>
            <a:r>
              <a:rPr lang="en-US"/>
              <a:t>curve and microbending losses, </a:t>
            </a:r>
            <a:endParaRPr/>
          </a:p>
          <a:p>
            <a:pPr marL="742950" lvl="1" indent="-285750">
              <a:spcBef>
                <a:spcPts val="0"/>
              </a:spcBef>
              <a:buClr>
                <a:srgbClr val="FF0000"/>
              </a:buClr>
              <a:buSzPct val="55000"/>
              <a:buFont typeface="Wingdings"/>
              <a:buChar char="n"/>
              <a:defRPr/>
            </a:pPr>
            <a:r>
              <a:rPr lang="en-US"/>
              <a:t>mode coupling radiation losses and </a:t>
            </a:r>
            <a:endParaRPr/>
          </a:p>
          <a:p>
            <a:pPr marL="742950" lvl="1" indent="-285750">
              <a:spcBef>
                <a:spcPts val="0"/>
              </a:spcBef>
              <a:buClr>
                <a:srgbClr val="FF0000"/>
              </a:buClr>
              <a:buSzPct val="55000"/>
              <a:buFont typeface="Wingdings"/>
              <a:buChar char="n"/>
              <a:defRPr/>
            </a:pPr>
            <a:r>
              <a:rPr lang="en-US"/>
              <a:t>Losses due to leaky modes.</a:t>
            </a:r>
            <a:endParaRPr/>
          </a:p>
          <a:p>
            <a:pPr marL="342900" lvl="0" indent="-342900">
              <a:spcBef>
                <a:spcPts val="0"/>
              </a:spcBef>
              <a:buClr>
                <a:srgbClr val="3333CC"/>
              </a:buClr>
              <a:buSzPct val="60000"/>
              <a:buFont typeface="Wingdings"/>
              <a:buChar char="n"/>
              <a:defRPr/>
            </a:pPr>
            <a:r>
              <a:rPr lang="bn-BD"/>
              <a:t>There are also losses at connectors and splices </a:t>
            </a:r>
            <a:endParaRPr lang="bn-BD"/>
          </a:p>
          <a:p>
            <a:pPr marL="0" lvl="0" indent="0">
              <a:spcBef>
                <a:spcPts val="0"/>
              </a:spcBef>
              <a:buClr>
                <a:srgbClr val="3333CC"/>
              </a:buClr>
              <a:buSzPct val="60000"/>
              <a:buFont typeface="Wingdings"/>
              <a:buNone/>
              <a:defRPr/>
            </a:pPr>
            <a:r>
              <a:rPr lang="bn-BD"/>
              <a:t>(সংযুক্ত করান), as illustrated in Example 3.1. </a:t>
            </a:r>
            <a:endParaRPr/>
          </a:p>
        </p:txBody>
      </p:sp>
      <p:sp>
        <p:nvSpPr>
          <p:cNvPr id="2016016228"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642262888"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04750965">
                                            <p:txEl>
                                              <p:pRg st="0" end="66"/>
                                            </p:txEl>
                                          </p:spTgt>
                                        </p:tgtEl>
                                        <p:attrNameLst>
                                          <p:attrName>style.visibility</p:attrName>
                                        </p:attrNameLst>
                                      </p:cBhvr>
                                      <p:to>
                                        <p:strVal val="visible"/>
                                      </p:to>
                                    </p:set>
                                    <p:anim calcmode="lin" valueType="num">
                                      <p:cBhvr additive="base">
                                        <p:cTn id="7" dur="500" fill="hold"/>
                                        <p:tgtEl>
                                          <p:spTgt spid="1504750965">
                                            <p:txEl>
                                              <p:pRg st="0" end="6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04750965">
                                            <p:txEl>
                                              <p:pRg st="0" end="66"/>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04750965">
                                            <p:txEl>
                                              <p:pRg st="66" end="88"/>
                                            </p:txEl>
                                          </p:spTgt>
                                        </p:tgtEl>
                                        <p:attrNameLst>
                                          <p:attrName>style.visibility</p:attrName>
                                        </p:attrNameLst>
                                      </p:cBhvr>
                                      <p:to>
                                        <p:strVal val="visible"/>
                                      </p:to>
                                    </p:set>
                                    <p:anim calcmode="lin" valueType="num">
                                      <p:cBhvr additive="base">
                                        <p:cTn id="13" dur="500" fill="hold"/>
                                        <p:tgtEl>
                                          <p:spTgt spid="1504750965">
                                            <p:txEl>
                                              <p:pRg st="66" end="88"/>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04750965">
                                            <p:txEl>
                                              <p:pRg st="66" end="88"/>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04750965">
                                            <p:txEl>
                                              <p:pRg st="88" end="144"/>
                                            </p:txEl>
                                          </p:spTgt>
                                        </p:tgtEl>
                                        <p:attrNameLst>
                                          <p:attrName>style.visibility</p:attrName>
                                        </p:attrNameLst>
                                      </p:cBhvr>
                                      <p:to>
                                        <p:strVal val="visible"/>
                                      </p:to>
                                    </p:set>
                                    <p:anim calcmode="lin" valueType="num">
                                      <p:cBhvr additive="base">
                                        <p:cTn id="19" dur="500" fill="hold"/>
                                        <p:tgtEl>
                                          <p:spTgt spid="1504750965">
                                            <p:txEl>
                                              <p:pRg st="88" end="14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04750965">
                                            <p:txEl>
                                              <p:pRg st="88" end="14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04750965">
                                            <p:txEl>
                                              <p:pRg st="144" end="176"/>
                                            </p:txEl>
                                          </p:spTgt>
                                        </p:tgtEl>
                                        <p:attrNameLst>
                                          <p:attrName>style.visibility</p:attrName>
                                        </p:attrNameLst>
                                      </p:cBhvr>
                                      <p:to>
                                        <p:strVal val="visible"/>
                                      </p:to>
                                    </p:set>
                                    <p:anim calcmode="lin" valueType="num">
                                      <p:cBhvr additive="base">
                                        <p:cTn id="25" dur="500" fill="hold"/>
                                        <p:tgtEl>
                                          <p:spTgt spid="1504750965">
                                            <p:txEl>
                                              <p:pRg st="144" end="17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04750965">
                                            <p:txEl>
                                              <p:pRg st="144" end="176"/>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504750965">
                                            <p:txEl>
                                              <p:pRg st="176" end="212"/>
                                            </p:txEl>
                                          </p:spTgt>
                                        </p:tgtEl>
                                        <p:attrNameLst>
                                          <p:attrName>style.visibility</p:attrName>
                                        </p:attrNameLst>
                                      </p:cBhvr>
                                      <p:to>
                                        <p:strVal val="visible"/>
                                      </p:to>
                                    </p:set>
                                    <p:anim calcmode="lin" valueType="num">
                                      <p:cBhvr additive="base">
                                        <p:cTn id="31" dur="500" fill="hold"/>
                                        <p:tgtEl>
                                          <p:spTgt spid="1504750965">
                                            <p:txEl>
                                              <p:pRg st="176" end="21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04750965">
                                            <p:txEl>
                                              <p:pRg st="176" end="212"/>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504750965">
                                            <p:txEl>
                                              <p:pRg st="212" end="239"/>
                                            </p:txEl>
                                          </p:spTgt>
                                        </p:tgtEl>
                                        <p:attrNameLst>
                                          <p:attrName>style.visibility</p:attrName>
                                        </p:attrNameLst>
                                      </p:cBhvr>
                                      <p:to>
                                        <p:strVal val="visible"/>
                                      </p:to>
                                    </p:set>
                                    <p:anim calcmode="lin" valueType="num">
                                      <p:cBhvr additive="base">
                                        <p:cTn id="37" dur="500" fill="hold"/>
                                        <p:tgtEl>
                                          <p:spTgt spid="1504750965">
                                            <p:txEl>
                                              <p:pRg st="212" end="239"/>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04750965">
                                            <p:txEl>
                                              <p:pRg st="212" end="239"/>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504750965">
                                            <p:txEl>
                                              <p:pRg st="239" end="335"/>
                                            </p:txEl>
                                          </p:spTgt>
                                        </p:tgtEl>
                                        <p:attrNameLst>
                                          <p:attrName>style.visibility</p:attrName>
                                        </p:attrNameLst>
                                      </p:cBhvr>
                                      <p:to>
                                        <p:strVal val="visible"/>
                                      </p:to>
                                    </p:set>
                                    <p:anim calcmode="lin" valueType="num">
                                      <p:cBhvr additive="base">
                                        <p:cTn id="43" dur="500" fill="hold"/>
                                        <p:tgtEl>
                                          <p:spTgt spid="1504750965">
                                            <p:txEl>
                                              <p:pRg st="239" end="33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04750965">
                                            <p:txEl>
                                              <p:pRg st="239" end="33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0041151"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p>
            <a:pPr>
              <a:defRPr/>
            </a:pPr>
            <a:endParaRPr sz="1400"/>
          </a:p>
        </p:txBody>
      </p:sp>
      <p:sp>
        <p:nvSpPr>
          <p:cNvPr id="2101989187" name="Content Placeholder 2"/>
          <p:cNvSpPr>
            <a:spLocks noChangeShapeType="1" noGrp="1"/>
          </p:cNvSpPr>
          <p:nvPr>
            <p:ph type="obj"/>
          </p:nvPr>
        </p:nvSpPr>
        <p:spPr bwMode="auto">
          <a:xfrm>
            <a:off x="381000" y="1447800"/>
            <a:ext cx="8458200" cy="5105400"/>
          </a:xfrm>
          <a:prstGeom prst="rect">
            <a:avLst/>
          </a:prstGeom>
        </p:spPr>
        <p:txBody>
          <a:bodyPr lIns="91440" tIns="45720" rIns="91440" bIns="45720" anchor="t"/>
          <a:lstStyle/>
          <a:p>
            <a:pPr>
              <a:defRPr/>
            </a:pPr>
            <a:endParaRPr sz="1400"/>
          </a:p>
        </p:txBody>
      </p:sp>
      <p:sp>
        <p:nvSpPr>
          <p:cNvPr id="236107422"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897621383"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367543952"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254893359" name="Picture 6"/>
          <p:cNvPicPr>
            <a:picLocks noChangeAspect="1" noGrp="1"/>
          </p:cNvPicPr>
          <p:nvPr/>
        </p:nvPicPr>
        <p:blipFill rotWithShape="1">
          <a:blip r:embed="rId3"/>
          <a:stretch/>
        </p:blipFill>
        <p:spPr bwMode="auto">
          <a:xfrm>
            <a:off x="0" y="-152400"/>
            <a:ext cx="9144000" cy="7010399"/>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0520131"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p>
            <a:pPr>
              <a:defRPr/>
            </a:pPr>
            <a:endParaRPr sz="1400"/>
          </a:p>
        </p:txBody>
      </p:sp>
      <p:sp>
        <p:nvSpPr>
          <p:cNvPr id="488313375" name="Content Placeholder 2"/>
          <p:cNvSpPr>
            <a:spLocks noChangeShapeType="1" noGrp="1"/>
          </p:cNvSpPr>
          <p:nvPr>
            <p:ph type="obj"/>
          </p:nvPr>
        </p:nvSpPr>
        <p:spPr bwMode="auto">
          <a:xfrm>
            <a:off x="381000" y="1447800"/>
            <a:ext cx="8458200" cy="5105400"/>
          </a:xfrm>
          <a:prstGeom prst="rect">
            <a:avLst/>
          </a:prstGeom>
        </p:spPr>
        <p:txBody>
          <a:bodyPr lIns="91440" tIns="45720" rIns="91440" bIns="45720" anchor="t"/>
          <a:lstStyle/>
          <a:p>
            <a:pPr>
              <a:defRPr/>
            </a:pPr>
            <a:endParaRPr sz="1400"/>
          </a:p>
        </p:txBody>
      </p:sp>
      <p:sp>
        <p:nvSpPr>
          <p:cNvPr id="1673840334"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931460161"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156652595"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103930527" name="Picture 6"/>
          <p:cNvPicPr>
            <a:picLocks noChangeAspect="1" noGrp="1"/>
          </p:cNvPicPr>
          <p:nvPr/>
        </p:nvPicPr>
        <p:blipFill rotWithShape="1">
          <a:blip r:embed="rId3"/>
          <a:stretch/>
        </p:blipFill>
        <p:spPr bwMode="auto">
          <a:xfrm>
            <a:off x="344487" y="230187"/>
            <a:ext cx="8478837" cy="512445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7788796" name="Title 1"/>
          <p:cNvSpPr>
            <a:spLocks noChangeShapeType="1" noGrp="1"/>
          </p:cNvSpPr>
          <p:nvPr>
            <p:ph type="title"/>
          </p:nvPr>
        </p:nvSpPr>
        <p:spPr bwMode="auto">
          <a:xfrm>
            <a:off x="144640" y="-624839"/>
            <a:ext cx="8550277" cy="1615799"/>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a:br>
            <a:r>
              <a:rPr lang="en-US" sz="3200"/>
              <a:t>Material absorption losses in silica glass </a:t>
            </a:r>
            <a:br>
              <a:rPr lang="en-US" sz="3200"/>
            </a:br>
            <a:r>
              <a:rPr lang="en-US" sz="3200"/>
              <a:t>fibers</a:t>
            </a:r>
            <a:endParaRPr/>
          </a:p>
        </p:txBody>
      </p:sp>
      <p:sp>
        <p:nvSpPr>
          <p:cNvPr id="449918390" name="Content Placeholder 2"/>
          <p:cNvSpPr>
            <a:spLocks noChangeShapeType="1" noGrp="1"/>
          </p:cNvSpPr>
          <p:nvPr>
            <p:ph type="obj"/>
          </p:nvPr>
        </p:nvSpPr>
        <p:spPr bwMode="auto">
          <a:xfrm flipH="0" flipV="0">
            <a:off x="380999" y="1447799"/>
            <a:ext cx="8763719" cy="3281768"/>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a:t>Material absorption is a loss mechanism </a:t>
            </a:r>
            <a:r>
              <a:rPr>
                <a:solidFill>
                  <a:srgbClr val="FF0000"/>
                </a:solidFill>
              </a:rPr>
              <a:t>related to the material composition and the fabrication process </a:t>
            </a:r>
            <a:r>
              <a:rPr lang="bn-IN"/>
              <a:t>for the fiber, which results in the dissipation(অপচয়) of some of the transmitted optical power as heat in the waveguide. </a:t>
            </a:r>
            <a:endParaRPr/>
          </a:p>
          <a:p>
            <a:pPr marL="342900" lvl="0" indent="-342900">
              <a:spcBef>
                <a:spcPts val="0"/>
              </a:spcBef>
              <a:buClr>
                <a:srgbClr val="3333CC"/>
              </a:buClr>
              <a:buSzPct val="60000"/>
              <a:buFont typeface="Wingdings"/>
              <a:buChar char="n"/>
              <a:defRPr/>
            </a:pPr>
            <a:r>
              <a:rPr lang="bn-IN"/>
              <a:t>The absorption of the light may be </a:t>
            </a:r>
            <a:endParaRPr/>
          </a:p>
          <a:p>
            <a:pPr marL="742950" lvl="1" indent="-285750">
              <a:spcBef>
                <a:spcPts val="0"/>
              </a:spcBef>
              <a:buClr>
                <a:srgbClr val="FF0000"/>
              </a:buClr>
              <a:buSzPct val="55000"/>
              <a:buFont typeface="Wingdings"/>
              <a:buChar char="n"/>
              <a:defRPr/>
            </a:pPr>
            <a:r>
              <a:rPr b="0" i="0" u="none"/>
              <a:t>intrinsic (</a:t>
            </a:r>
            <a:r>
              <a:rPr b="0" i="0" u="none">
                <a:solidFill>
                  <a:srgbClr val="FF0000"/>
                </a:solidFill>
              </a:rPr>
              <a:t>caused by the interaction with one or more of the major components of the glass</a:t>
            </a:r>
            <a:r>
              <a:rPr b="0" i="0" u="none"/>
              <a:t>) or</a:t>
            </a:r>
            <a:endParaRPr/>
          </a:p>
          <a:p>
            <a:pPr marL="742950" lvl="1" indent="-285750">
              <a:spcBef>
                <a:spcPts val="0"/>
              </a:spcBef>
              <a:buClr>
                <a:srgbClr val="FF0000"/>
              </a:buClr>
              <a:buSzPct val="55000"/>
              <a:buFont typeface="Wingdings"/>
              <a:buChar char="n"/>
              <a:defRPr/>
            </a:pPr>
            <a:r>
              <a:rPr b="0" i="0" u="none"/>
              <a:t>extrinsic (caused by impurities within the glass).</a:t>
            </a:r>
            <a:endParaRPr/>
          </a:p>
        </p:txBody>
      </p:sp>
      <p:sp>
        <p:nvSpPr>
          <p:cNvPr id="38037802"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521574732"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49918390">
                                            <p:txEl>
                                              <p:pRg st="0" end="227"/>
                                            </p:txEl>
                                          </p:spTgt>
                                        </p:tgtEl>
                                        <p:attrNameLst>
                                          <p:attrName>style.visibility</p:attrName>
                                        </p:attrNameLst>
                                      </p:cBhvr>
                                      <p:to>
                                        <p:strVal val="visible"/>
                                      </p:to>
                                    </p:set>
                                    <p:anim calcmode="lin" valueType="num">
                                      <p:cBhvr additive="base">
                                        <p:cTn id="7" dur="500" fill="hold"/>
                                        <p:tgtEl>
                                          <p:spTgt spid="449918390">
                                            <p:txEl>
                                              <p:pRg st="0" end="22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9918390">
                                            <p:txEl>
                                              <p:pRg st="0" end="227"/>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49918390">
                                            <p:txEl>
                                              <p:pRg st="227" end="263"/>
                                            </p:txEl>
                                          </p:spTgt>
                                        </p:tgtEl>
                                        <p:attrNameLst>
                                          <p:attrName>style.visibility</p:attrName>
                                        </p:attrNameLst>
                                      </p:cBhvr>
                                      <p:to>
                                        <p:strVal val="visible"/>
                                      </p:to>
                                    </p:set>
                                    <p:anim calcmode="lin" valueType="num">
                                      <p:cBhvr additive="base">
                                        <p:cTn id="13" dur="500" fill="hold"/>
                                        <p:tgtEl>
                                          <p:spTgt spid="449918390">
                                            <p:txEl>
                                              <p:pRg st="227" end="26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9918390">
                                            <p:txEl>
                                              <p:pRg st="227" end="26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49918390">
                                            <p:txEl>
                                              <p:pRg st="263" end="358"/>
                                            </p:txEl>
                                          </p:spTgt>
                                        </p:tgtEl>
                                        <p:attrNameLst>
                                          <p:attrName>style.visibility</p:attrName>
                                        </p:attrNameLst>
                                      </p:cBhvr>
                                      <p:to>
                                        <p:strVal val="visible"/>
                                      </p:to>
                                    </p:set>
                                    <p:anim calcmode="lin" valueType="num">
                                      <p:cBhvr additive="base">
                                        <p:cTn id="19" dur="500" fill="hold"/>
                                        <p:tgtEl>
                                          <p:spTgt spid="449918390">
                                            <p:txEl>
                                              <p:pRg st="263" end="35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9918390">
                                            <p:txEl>
                                              <p:pRg st="263" end="358"/>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49918390">
                                            <p:txEl>
                                              <p:pRg st="358" end="409"/>
                                            </p:txEl>
                                          </p:spTgt>
                                        </p:tgtEl>
                                        <p:attrNameLst>
                                          <p:attrName>style.visibility</p:attrName>
                                        </p:attrNameLst>
                                      </p:cBhvr>
                                      <p:to>
                                        <p:strVal val="visible"/>
                                      </p:to>
                                    </p:set>
                                    <p:anim calcmode="lin" valueType="num">
                                      <p:cBhvr additive="base">
                                        <p:cTn id="25" dur="500" fill="hold"/>
                                        <p:tgtEl>
                                          <p:spTgt spid="449918390">
                                            <p:txEl>
                                              <p:pRg st="358" end="40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9918390">
                                            <p:txEl>
                                              <p:pRg st="358" end="40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2313192" name="Title 1"/>
          <p:cNvSpPr>
            <a:spLocks noChangeShapeType="1" noGrp="1"/>
          </p:cNvSpPr>
          <p:nvPr>
            <p:ph type="title"/>
          </p:nvPr>
        </p:nvSpPr>
        <p:spPr bwMode="auto">
          <a:xfrm>
            <a:off x="0" y="228600"/>
            <a:ext cx="8839200"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sz="2800"/>
            </a:br>
            <a:br>
              <a:rPr lang="en-US" sz="2800"/>
            </a:br>
            <a:br>
              <a:rPr lang="en-US" sz="2800"/>
            </a:br>
            <a:r>
              <a:rPr lang="en-US" sz="2400"/>
              <a:t> </a:t>
            </a:r>
            <a:r>
              <a:rPr lang="en-US" sz="2000"/>
              <a:t>The attenuation spectra for the intrinsic loss mechanisms in pure</a:t>
            </a:r>
            <a:br>
              <a:rPr lang="en-US" sz="2000"/>
            </a:br>
            <a:r>
              <a:rPr lang="en-US" sz="2000"/>
              <a:t>GeO2–SiO2 gla</a:t>
            </a:r>
            <a:r>
              <a:rPr lang="en-US" sz="2400"/>
              <a:t>ss</a:t>
            </a:r>
            <a:endParaRPr/>
          </a:p>
        </p:txBody>
      </p:sp>
      <p:sp>
        <p:nvSpPr>
          <p:cNvPr id="1094882085" name="Content Placeholder 2"/>
          <p:cNvSpPr>
            <a:spLocks noChangeShapeType="1" noGrp="1"/>
          </p:cNvSpPr>
          <p:nvPr>
            <p:ph type="obj"/>
          </p:nvPr>
        </p:nvSpPr>
        <p:spPr bwMode="auto">
          <a:xfrm>
            <a:off x="381000" y="1447800"/>
            <a:ext cx="914400" cy="5105400"/>
          </a:xfrm>
          <a:prstGeom prst="rect">
            <a:avLst/>
          </a:prstGeom>
        </p:spPr>
        <p:txBody>
          <a:bodyPr lIns="91440" tIns="45720" rIns="91440" bIns="45720" anchor="t"/>
          <a:lstStyle/>
          <a:p>
            <a:pPr>
              <a:defRPr/>
            </a:pPr>
            <a:endParaRPr sz="1400"/>
          </a:p>
        </p:txBody>
      </p:sp>
      <p:sp>
        <p:nvSpPr>
          <p:cNvPr id="1450080827"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824433391"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391199520" name="Picture 3"/>
          <p:cNvPicPr>
            <a:picLocks noChangeAspect="1" noGrp="1"/>
          </p:cNvPicPr>
          <p:nvPr/>
        </p:nvPicPr>
        <p:blipFill rotWithShape="1">
          <a:blip r:embed="rId3"/>
          <a:stretch/>
        </p:blipFill>
        <p:spPr bwMode="auto">
          <a:xfrm flipH="0" flipV="0">
            <a:off x="1904999" y="1981199"/>
            <a:ext cx="7186083" cy="5027788"/>
          </a:xfrm>
          <a:prstGeom prst="rect">
            <a:avLst/>
          </a:prstGeom>
          <a:noFill/>
        </p:spPr>
      </p:pic>
      <p:sp>
        <p:nvSpPr>
          <p:cNvPr id="56648450" name="Rectangle 6"/>
          <p:cNvSpPr>
            <a:spLocks noChangeShapeType="1" noGrp="1"/>
          </p:cNvSpPr>
          <p:nvPr/>
        </p:nvSpPr>
        <p:spPr bwMode="auto">
          <a:xfrm>
            <a:off x="511527" y="1566068"/>
            <a:ext cx="1981200" cy="1323974"/>
          </a:xfrm>
          <a:prstGeom prst="rect">
            <a:avLst/>
          </a:prstGeom>
          <a:noFill/>
        </p:spPr>
        <p:txBody>
          <a:bodyPr lIns="91440" tIns="45720" rIns="91440" bIns="45720">
            <a:spAutoFit/>
          </a:bodyPr>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r>
              <a:rPr lang="en-US" sz="1600" b="1" i="0" u="none"/>
              <a:t>The electronvolt is a unit of energy equal to approximately 1.6×10</a:t>
            </a:r>
            <a:r>
              <a:rPr lang="en-US" sz="1600" b="1" i="0" u="none" baseline="30000"/>
              <a:t>−19</a:t>
            </a:r>
            <a:r>
              <a:rPr lang="en-US" sz="1600" b="1" i="0" u="none"/>
              <a:t> joules</a:t>
            </a:r>
            <a:endParaRPr/>
          </a:p>
        </p:txBody>
      </p:sp>
      <p:sp>
        <p:nvSpPr>
          <p:cNvPr id="1238263370" name="Rectangle 7"/>
          <p:cNvSpPr>
            <a:spLocks noChangeShapeType="1" noGrp="1"/>
          </p:cNvSpPr>
          <p:nvPr/>
        </p:nvSpPr>
        <p:spPr bwMode="auto">
          <a:xfrm>
            <a:off x="76199" y="3181348"/>
            <a:ext cx="1905000" cy="2308225"/>
          </a:xfrm>
          <a:prstGeom prst="rect">
            <a:avLst/>
          </a:prstGeom>
          <a:noFill/>
        </p:spPr>
        <p:txBody>
          <a:bodyPr lIns="91440" tIns="45720" rIns="91440" bIns="45720">
            <a:spAutoFit/>
          </a:bodyPr>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r>
              <a:rPr lang="en-US" sz="1600" b="1" i="0" u="none"/>
              <a:t>Ultraviolet</a:t>
            </a:r>
            <a:r>
              <a:rPr lang="en-US" sz="1600"/>
              <a:t> (</a:t>
            </a:r>
            <a:r>
              <a:rPr lang="en-US" sz="1600" b="1" i="0" u="none"/>
              <a:t>UV</a:t>
            </a:r>
            <a:r>
              <a:rPr lang="en-US" sz="1600"/>
              <a:t>) is an </a:t>
            </a:r>
            <a:r>
              <a:rPr lang="en-US" sz="1600" u="sng">
                <a:solidFill>
                  <a:schemeClr val="hlink"/>
                </a:solidFill>
                <a:hlinkClick r:id="rId4" tooltip=""/>
              </a:rPr>
              <a:t>electromanetic radiation</a:t>
            </a:r>
            <a:r>
              <a:rPr lang="en-US" sz="1600"/>
              <a:t> with a </a:t>
            </a:r>
            <a:r>
              <a:rPr lang="en-US" sz="1600" u="sng">
                <a:solidFill>
                  <a:schemeClr val="hlink"/>
                </a:solidFill>
                <a:hlinkClick r:id="rId5" tooltip=""/>
              </a:rPr>
              <a:t>wavelength</a:t>
            </a:r>
            <a:r>
              <a:rPr lang="en-US" sz="1600"/>
              <a:t> from 10 nm to 400 nm, shorter than that of </a:t>
            </a:r>
            <a:r>
              <a:rPr lang="en-US" sz="1600" u="sng">
                <a:solidFill>
                  <a:schemeClr val="hlink"/>
                </a:solidFill>
                <a:hlinkClick r:id="rId6" tooltip=""/>
              </a:rPr>
              <a:t>visible light</a:t>
            </a:r>
            <a:r>
              <a:rPr lang="en-US" sz="1600"/>
              <a:t> but longer than </a:t>
            </a:r>
            <a:r>
              <a:rPr lang="en-US" sz="1600" u="sng">
                <a:solidFill>
                  <a:schemeClr val="hlink"/>
                </a:solidFill>
                <a:hlinkClick r:id="rId7" tooltip=""/>
              </a:rPr>
              <a:t>X-rays</a:t>
            </a:r>
            <a:endParaRPr/>
          </a:p>
        </p:txBody>
      </p:sp>
      <p:sp>
        <p:nvSpPr>
          <p:cNvPr id="1345014175" name="Rectangle 8"/>
          <p:cNvSpPr>
            <a:spLocks noChangeShapeType="1" noGrp="1"/>
          </p:cNvSpPr>
          <p:nvPr/>
        </p:nvSpPr>
        <p:spPr bwMode="auto">
          <a:xfrm>
            <a:off x="3786716" y="1150938"/>
            <a:ext cx="4267200" cy="830262"/>
          </a:xfrm>
          <a:prstGeom prst="rect">
            <a:avLst/>
          </a:prstGeom>
          <a:noFill/>
        </p:spPr>
        <p:txBody>
          <a:bodyPr lIns="91440" tIns="45720" rIns="91440" bIns="45720">
            <a:spAutoFit/>
          </a:bodyPr>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r>
              <a:rPr lang="en-US" sz="1600" b="1" i="0" u="none"/>
              <a:t>Infrared radiation</a:t>
            </a:r>
            <a:r>
              <a:rPr lang="en-US" sz="1600"/>
              <a:t>, or simply </a:t>
            </a:r>
            <a:r>
              <a:rPr lang="en-US" sz="1600" b="1" i="0" u="none"/>
              <a:t>infrared</a:t>
            </a:r>
            <a:r>
              <a:rPr lang="en-US" sz="1600"/>
              <a:t> or </a:t>
            </a:r>
            <a:r>
              <a:rPr lang="en-US" sz="1600" b="1" i="0" u="none"/>
              <a:t>IR</a:t>
            </a:r>
            <a:r>
              <a:rPr lang="en-US" sz="1600"/>
              <a:t>, is </a:t>
            </a:r>
            <a:r>
              <a:rPr lang="en-US" sz="1600" u="sng">
                <a:solidFill>
                  <a:schemeClr val="hlink"/>
                </a:solidFill>
                <a:hlinkClick r:id="rId4" tooltip=""/>
              </a:rPr>
              <a:t>electromagnetic radiation</a:t>
            </a:r>
            <a:r>
              <a:rPr lang="en-US" sz="1600"/>
              <a:t> (EMR) with longer </a:t>
            </a:r>
            <a:r>
              <a:rPr lang="en-US" sz="1600" u="sng">
                <a:solidFill>
                  <a:schemeClr val="hlink"/>
                </a:solidFill>
                <a:hlinkClick r:id="rId5" tooltip=""/>
              </a:rPr>
              <a:t>wavelengths</a:t>
            </a:r>
            <a:r>
              <a:rPr lang="en-US" sz="1600"/>
              <a:t> than those of </a:t>
            </a:r>
            <a:r>
              <a:rPr lang="en-US" sz="1600" u="sng">
                <a:solidFill>
                  <a:schemeClr val="hlink"/>
                </a:solidFill>
                <a:hlinkClick r:id="rId8" tooltip=""/>
              </a:rPr>
              <a:t>visible light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nodePh="1">
                                  <p:stCondLst>
                                    <p:cond delay="0"/>
                                  </p:stCondLst>
                                  <p:endCondLst>
                                    <p:cond evt="begin" delay="0"/>
                                  </p:endCondLst>
                                  <p:childTnLst>
                                    <p:set>
                                      <p:cBhvr>
                                        <p:cTn id="6" dur="1" fill="hold">
                                          <p:stCondLst>
                                            <p:cond delay="0"/>
                                          </p:stCondLst>
                                        </p:cTn>
                                        <p:tgtEl>
                                          <p:spTgt spid="1094882085">
                                            <p:txEl>
                                              <p:pRg st="0" end="1"/>
                                            </p:txEl>
                                          </p:spTgt>
                                        </p:tgtEl>
                                        <p:attrNameLst>
                                          <p:attrName>style.visibility</p:attrName>
                                        </p:attrNameLst>
                                      </p:cBhvr>
                                      <p:to>
                                        <p:strVal val="visible"/>
                                      </p:to>
                                    </p:set>
                                    <p:anim calcmode="lin" valueType="num">
                                      <p:cBhvr additive="base">
                                        <p:cTn id="7" dur="500" fill="hold"/>
                                        <p:tgtEl>
                                          <p:spTgt spid="1094882085">
                                            <p:txEl>
                                              <p:pRg st="0"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94882085">
                                            <p:txEl>
                                              <p:pRg st="0"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648450"/>
                                        </p:tgtEl>
                                        <p:attrNameLst>
                                          <p:attrName>style.visibility</p:attrName>
                                        </p:attrNameLst>
                                      </p:cBhvr>
                                      <p:to>
                                        <p:strVal val="visible"/>
                                      </p:to>
                                    </p:set>
                                    <p:anim calcmode="lin" valueType="num">
                                      <p:cBhvr additive="base">
                                        <p:cTn id="13" dur="500" fill="hold"/>
                                        <p:tgtEl>
                                          <p:spTgt spid="56648450"/>
                                        </p:tgtEl>
                                        <p:attrNameLst>
                                          <p:attrName>ppt_x</p:attrName>
                                        </p:attrNameLst>
                                      </p:cBhvr>
                                      <p:tavLst>
                                        <p:tav tm="0">
                                          <p:val>
                                            <p:strVal val="0-#ppt_w/2"/>
                                          </p:val>
                                        </p:tav>
                                        <p:tav tm="100000">
                                          <p:val>
                                            <p:strVal val="#ppt_x"/>
                                          </p:val>
                                        </p:tav>
                                      </p:tavLst>
                                    </p:anim>
                                    <p:anim calcmode="lin" valueType="num">
                                      <p:cBhvr additive="base">
                                        <p:cTn id="14" dur="500" fill="hold"/>
                                        <p:tgtEl>
                                          <p:spTgt spid="5664845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38263370"/>
                                        </p:tgtEl>
                                        <p:attrNameLst>
                                          <p:attrName>style.visibility</p:attrName>
                                        </p:attrNameLst>
                                      </p:cBhvr>
                                      <p:to>
                                        <p:strVal val="visible"/>
                                      </p:to>
                                    </p:set>
                                    <p:anim calcmode="lin" valueType="num">
                                      <p:cBhvr additive="base">
                                        <p:cTn id="19" dur="500" fill="hold"/>
                                        <p:tgtEl>
                                          <p:spTgt spid="1238263370"/>
                                        </p:tgtEl>
                                        <p:attrNameLst>
                                          <p:attrName>ppt_x</p:attrName>
                                        </p:attrNameLst>
                                      </p:cBhvr>
                                      <p:tavLst>
                                        <p:tav tm="0">
                                          <p:val>
                                            <p:strVal val="#ppt_x"/>
                                          </p:val>
                                        </p:tav>
                                        <p:tav tm="100000">
                                          <p:val>
                                            <p:strVal val="#ppt_x"/>
                                          </p:val>
                                        </p:tav>
                                      </p:tavLst>
                                    </p:anim>
                                    <p:anim calcmode="lin" valueType="num">
                                      <p:cBhvr additive="base">
                                        <p:cTn id="20" dur="500" fill="hold"/>
                                        <p:tgtEl>
                                          <p:spTgt spid="123826337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45014175"/>
                                        </p:tgtEl>
                                        <p:attrNameLst>
                                          <p:attrName>style.visibility</p:attrName>
                                        </p:attrNameLst>
                                      </p:cBhvr>
                                      <p:to>
                                        <p:strVal val="visible"/>
                                      </p:to>
                                    </p:set>
                                    <p:anim calcmode="lin" valueType="num">
                                      <p:cBhvr additive="base">
                                        <p:cTn id="25" dur="500" fill="hold"/>
                                        <p:tgtEl>
                                          <p:spTgt spid="1345014175"/>
                                        </p:tgtEl>
                                        <p:attrNameLst>
                                          <p:attrName>ppt_x</p:attrName>
                                        </p:attrNameLst>
                                      </p:cBhvr>
                                      <p:tavLst>
                                        <p:tav tm="0">
                                          <p:val>
                                            <p:strVal val="1+#ppt_w/2"/>
                                          </p:val>
                                        </p:tav>
                                        <p:tav tm="100000">
                                          <p:val>
                                            <p:strVal val="#ppt_x"/>
                                          </p:val>
                                        </p:tav>
                                      </p:tavLst>
                                    </p:anim>
                                    <p:anim calcmode="lin" valueType="num">
                                      <p:cBhvr additive="base">
                                        <p:cTn id="26" dur="500" fill="hold"/>
                                        <p:tgtEl>
                                          <p:spTgt spid="13450141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48450" grpId="0" uiExpand="1" build="whole" animBg="0" autoUpdateAnimBg="0" rev="0" advAuto="0"/>
      <p:bldP spid="1238263370" grpId="0" uiExpand="1" build="whole" animBg="0" autoUpdateAnimBg="0" rev="0" advAuto="0"/>
      <p:bldP spid="1345014175" grpId="0" uiExpand="1" build="whole" animBg="0" autoUpdateAnimBg="0" rev="0" advAuto="0"/>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0702915" name="Title 1"/>
          <p:cNvSpPr>
            <a:spLocks noChangeShapeType="1" noGrp="1"/>
          </p:cNvSpPr>
          <p:nvPr>
            <p:ph type="title"/>
          </p:nvPr>
        </p:nvSpPr>
        <p:spPr bwMode="auto">
          <a:xfrm>
            <a:off x="0" y="228600"/>
            <a:ext cx="8839200"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a:br>
            <a:r>
              <a:rPr lang="en-US" sz="3200"/>
              <a:t> Extrinsic absorption</a:t>
            </a:r>
            <a:endParaRPr/>
          </a:p>
        </p:txBody>
      </p:sp>
      <p:sp>
        <p:nvSpPr>
          <p:cNvPr id="259274524" name="Content Placeholder 2"/>
          <p:cNvSpPr>
            <a:spLocks noChangeShapeType="1" noGrp="1"/>
          </p:cNvSpPr>
          <p:nvPr>
            <p:ph type="obj"/>
          </p:nvPr>
        </p:nvSpPr>
        <p:spPr bwMode="auto">
          <a:xfrm>
            <a:off x="380999" y="1447799"/>
            <a:ext cx="8805249" cy="1713335"/>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In practical optical, fibers prepared by conventional </a:t>
            </a:r>
            <a:endParaRPr lang="en-US"/>
          </a:p>
          <a:p>
            <a:pPr marL="0" lvl="0" indent="0">
              <a:spcBef>
                <a:spcPts val="0"/>
              </a:spcBef>
              <a:buClr>
                <a:srgbClr val="3333CC"/>
              </a:buClr>
              <a:buSzPct val="60000"/>
              <a:buFont typeface="Wingdings"/>
              <a:buNone/>
              <a:defRPr/>
            </a:pPr>
            <a:r>
              <a:rPr lang="en-US"/>
              <a:t>melting techniques</a:t>
            </a:r>
            <a:endParaRPr/>
          </a:p>
          <a:p>
            <a:pPr marL="342900" lvl="0" indent="-342900">
              <a:spcBef>
                <a:spcPts val="0"/>
              </a:spcBef>
              <a:buClr>
                <a:srgbClr val="3333CC"/>
              </a:buClr>
              <a:buSzPct val="60000"/>
              <a:buFont typeface="Wingdings"/>
              <a:buChar char="n"/>
              <a:defRPr/>
            </a:pPr>
            <a:r>
              <a:rPr lang="en-US"/>
              <a:t>A major source of signal attenuation is extrinsic </a:t>
            </a:r>
            <a:endParaRPr lang="en-US"/>
          </a:p>
          <a:p>
            <a:pPr marL="0" lvl="0" indent="0">
              <a:spcBef>
                <a:spcPts val="0"/>
              </a:spcBef>
              <a:buClr>
                <a:srgbClr val="3333CC"/>
              </a:buClr>
              <a:buSzPct val="60000"/>
              <a:buFont typeface="Wingdings"/>
              <a:buNone/>
              <a:defRPr/>
            </a:pPr>
            <a:r>
              <a:rPr lang="en-US"/>
              <a:t>absorption from </a:t>
            </a:r>
            <a:r>
              <a:rPr lang="en-US">
                <a:solidFill>
                  <a:srgbClr val="FF0000"/>
                </a:solidFill>
              </a:rPr>
              <a:t>transition metal element impurities. </a:t>
            </a:r>
            <a:endParaRPr/>
          </a:p>
        </p:txBody>
      </p:sp>
      <p:sp>
        <p:nvSpPr>
          <p:cNvPr id="379295262"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58206166"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59274524">
                                            <p:txEl>
                                              <p:pRg st="0" end="73"/>
                                            </p:txEl>
                                          </p:spTgt>
                                        </p:tgtEl>
                                        <p:attrNameLst>
                                          <p:attrName>style.visibility</p:attrName>
                                        </p:attrNameLst>
                                      </p:cBhvr>
                                      <p:to>
                                        <p:strVal val="visible"/>
                                      </p:to>
                                    </p:set>
                                    <p:anim calcmode="lin" valueType="num">
                                      <p:cBhvr additive="base">
                                        <p:cTn id="7" dur="500" fill="hold"/>
                                        <p:tgtEl>
                                          <p:spTgt spid="259274524">
                                            <p:txEl>
                                              <p:pRg st="0" end="7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9274524">
                                            <p:txEl>
                                              <p:pRg st="0" end="73"/>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9274524">
                                            <p:txEl>
                                              <p:pRg st="73" end="177"/>
                                            </p:txEl>
                                          </p:spTgt>
                                        </p:tgtEl>
                                        <p:attrNameLst>
                                          <p:attrName>style.visibility</p:attrName>
                                        </p:attrNameLst>
                                      </p:cBhvr>
                                      <p:to>
                                        <p:strVal val="visible"/>
                                      </p:to>
                                    </p:set>
                                    <p:anim calcmode="lin" valueType="num">
                                      <p:cBhvr additive="base">
                                        <p:cTn id="13" dur="500" fill="hold"/>
                                        <p:tgtEl>
                                          <p:spTgt spid="259274524">
                                            <p:txEl>
                                              <p:pRg st="73" end="17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9274524">
                                            <p:txEl>
                                              <p:pRg st="73" end="17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014898" name="Title 1"/>
          <p:cNvSpPr>
            <a:spLocks noChangeShapeType="1" noGrp="1"/>
          </p:cNvSpPr>
          <p:nvPr>
            <p:ph type="title"/>
          </p:nvPr>
        </p:nvSpPr>
        <p:spPr bwMode="auto">
          <a:xfrm>
            <a:off x="-44463" y="-363599"/>
            <a:ext cx="9311646" cy="1432919"/>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sz="2200"/>
            </a:br>
            <a:r>
              <a:rPr lang="en-US" sz="2200"/>
              <a:t>Absorption losses caused by some of the more common metallic </a:t>
            </a:r>
            <a:br>
              <a:rPr lang="en-US" sz="2200"/>
            </a:br>
            <a:r>
              <a:rPr lang="en-US" sz="2200"/>
              <a:t>icon impurities in glasses, together with the absorption peak </a:t>
            </a:r>
            <a:br>
              <a:rPr lang="en-US" sz="2200"/>
            </a:br>
            <a:r>
              <a:rPr lang="en-US" sz="2200"/>
              <a:t>wavelength</a:t>
            </a:r>
            <a:endParaRPr/>
          </a:p>
        </p:txBody>
      </p:sp>
      <p:sp>
        <p:nvSpPr>
          <p:cNvPr id="1783591608"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532498214"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
        <p:nvSpPr>
          <p:cNvPr id="189965598" name="Content Placeholder 5"/>
          <p:cNvSpPr>
            <a:spLocks noChangeShapeType="1" noGrp="1"/>
          </p:cNvSpPr>
          <p:nvPr>
            <p:ph type="obj"/>
          </p:nvPr>
        </p:nvSpPr>
        <p:spPr bwMode="auto">
          <a:xfrm flipH="0" flipV="0">
            <a:off x="0" y="1447799"/>
            <a:ext cx="9144720" cy="2457047"/>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It may be noted that certain of these impurities, namely </a:t>
            </a:r>
            <a:r>
              <a:rPr lang="en-US">
                <a:solidFill>
                  <a:srgbClr val="FF0000"/>
                </a:solidFill>
              </a:rPr>
              <a:t>chromium and copper, in their worst valence </a:t>
            </a:r>
            <a:r>
              <a:rPr lang="en-US"/>
              <a:t>state can cause attenuation in excess of </a:t>
            </a:r>
            <a:r>
              <a:rPr lang="en-US">
                <a:solidFill>
                  <a:srgbClr val="FF0000"/>
                </a:solidFill>
              </a:rPr>
              <a:t>1 dB km−1 in the near-infrared region</a:t>
            </a:r>
            <a:endParaRPr/>
          </a:p>
          <a:p>
            <a:pPr marL="342900" lvl="0" indent="-342900">
              <a:spcBef>
                <a:spcPts val="0"/>
              </a:spcBef>
              <a:buClr>
                <a:srgbClr val="3333CC"/>
              </a:buClr>
              <a:buSzPct val="60000"/>
              <a:buFont typeface="Wingdings"/>
              <a:buChar char="n"/>
              <a:defRPr/>
            </a:pPr>
            <a:r>
              <a:rPr lang="en-US" sz="2400" b="1" i="0" u="none"/>
              <a:t>Valence</a:t>
            </a:r>
            <a:r>
              <a:rPr lang="en-US" sz="2400"/>
              <a:t> is generally understood to be </a:t>
            </a:r>
            <a:r>
              <a:rPr lang="en-US" sz="2400" b="1" i="0" u="none"/>
              <a:t>the number of chemical bonds that each atom of a given chemical element typically forms</a:t>
            </a:r>
            <a:r>
              <a:rPr lang="en-US"/>
              <a:t>.</a:t>
            </a:r>
            <a:endParaRPr/>
          </a:p>
        </p:txBody>
      </p:sp>
      <p:pic>
        <p:nvPicPr>
          <p:cNvPr id="714651639" name="Picture 2"/>
          <p:cNvPicPr>
            <a:picLocks noChangeAspect="1" noGrp="1"/>
          </p:cNvPicPr>
          <p:nvPr/>
        </p:nvPicPr>
        <p:blipFill rotWithShape="1">
          <a:blip r:embed="rId3"/>
          <a:stretch/>
        </p:blipFill>
        <p:spPr bwMode="auto">
          <a:xfrm flipH="0" flipV="0">
            <a:off x="4042127" y="4004027"/>
            <a:ext cx="4572000" cy="2942166"/>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9965598">
                                            <p:txEl>
                                              <p:pRg st="0" end="180"/>
                                            </p:txEl>
                                          </p:spTgt>
                                        </p:tgtEl>
                                        <p:attrNameLst>
                                          <p:attrName>style.visibility</p:attrName>
                                        </p:attrNameLst>
                                      </p:cBhvr>
                                      <p:to>
                                        <p:strVal val="visible"/>
                                      </p:to>
                                    </p:set>
                                    <p:anim calcmode="lin" valueType="num">
                                      <p:cBhvr additive="base">
                                        <p:cTn id="7" dur="500" fill="hold"/>
                                        <p:tgtEl>
                                          <p:spTgt spid="189965598">
                                            <p:txEl>
                                              <p:pRg st="0" end="18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965598">
                                            <p:txEl>
                                              <p:pRg st="0" end="18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9965598">
                                            <p:txEl>
                                              <p:pRg st="180" end="307"/>
                                            </p:txEl>
                                          </p:spTgt>
                                        </p:tgtEl>
                                        <p:attrNameLst>
                                          <p:attrName>style.visibility</p:attrName>
                                        </p:attrNameLst>
                                      </p:cBhvr>
                                      <p:to>
                                        <p:strVal val="visible"/>
                                      </p:to>
                                    </p:set>
                                    <p:anim calcmode="lin" valueType="num">
                                      <p:cBhvr additive="base">
                                        <p:cTn id="13" dur="500" fill="hold"/>
                                        <p:tgtEl>
                                          <p:spTgt spid="189965598">
                                            <p:txEl>
                                              <p:pRg st="180" end="30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9965598">
                                            <p:txEl>
                                              <p:pRg st="180" end="30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1920660" name="Title 1"/>
          <p:cNvSpPr>
            <a:spLocks noChangeShapeType="1" noGrp="1"/>
          </p:cNvSpPr>
          <p:nvPr>
            <p:ph type="title"/>
          </p:nvPr>
        </p:nvSpPr>
        <p:spPr bwMode="auto">
          <a:xfrm>
            <a:off x="0" y="228600"/>
            <a:ext cx="8839200"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a:br>
            <a:r>
              <a:rPr lang="en-US" sz="3200"/>
              <a:t> Extrinsic absorption</a:t>
            </a:r>
            <a:endParaRPr/>
          </a:p>
        </p:txBody>
      </p:sp>
      <p:sp>
        <p:nvSpPr>
          <p:cNvPr id="2134333950" name="Content Placeholder 2"/>
          <p:cNvSpPr>
            <a:spLocks noChangeShapeType="1" noGrp="1"/>
          </p:cNvSpPr>
          <p:nvPr>
            <p:ph type="obj"/>
          </p:nvPr>
        </p:nvSpPr>
        <p:spPr bwMode="auto">
          <a:xfrm>
            <a:off x="380999" y="1219199"/>
            <a:ext cx="8970047" cy="3041856"/>
          </a:xfrm>
          <a:prstGeom prst="rect">
            <a:avLst/>
          </a:prstGeom>
        </p:spPr>
        <p:txBody>
          <a:bodyPr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Another major extrinsic loss mechanism is caused </a:t>
            </a:r>
            <a:endParaRPr lang="en-US"/>
          </a:p>
          <a:p>
            <a:pPr marL="0" lvl="0" indent="0">
              <a:spcBef>
                <a:spcPts val="0"/>
              </a:spcBef>
              <a:buClr>
                <a:srgbClr val="3333CC"/>
              </a:buClr>
              <a:buSzPct val="60000"/>
              <a:buFont typeface="Wingdings"/>
              <a:buNone/>
              <a:defRPr/>
            </a:pPr>
            <a:r>
              <a:rPr lang="en-US"/>
              <a:t>by </a:t>
            </a:r>
            <a:r>
              <a:rPr lang="en-US">
                <a:solidFill>
                  <a:srgbClr val="FF0000"/>
                </a:solidFill>
              </a:rPr>
              <a:t>absorption due to water (as the hydroxyl or OH ion) </a:t>
            </a:r>
            <a:endParaRPr lang="en-US">
              <a:solidFill>
                <a:srgbClr val="FF0000"/>
              </a:solidFill>
            </a:endParaRPr>
          </a:p>
          <a:p>
            <a:pPr marL="0" lvl="0" indent="0">
              <a:spcBef>
                <a:spcPts val="0"/>
              </a:spcBef>
              <a:buClr>
                <a:srgbClr val="3333CC"/>
              </a:buClr>
              <a:buSzPct val="60000"/>
              <a:buFont typeface="Wingdings"/>
              <a:buNone/>
              <a:defRPr/>
            </a:pPr>
            <a:r>
              <a:rPr lang="bn-IN"/>
              <a:t>dissolved (দ্রবীভূত) in the glass. </a:t>
            </a:r>
            <a:endParaRPr/>
          </a:p>
          <a:p>
            <a:pPr marL="342900" lvl="0" indent="-342900">
              <a:spcBef>
                <a:spcPts val="0"/>
              </a:spcBef>
              <a:buClr>
                <a:srgbClr val="3333CC"/>
              </a:buClr>
              <a:buSzPct val="60000"/>
              <a:buFont typeface="Wingdings"/>
              <a:buChar char="n"/>
              <a:defRPr/>
            </a:pPr>
            <a:r>
              <a:rPr lang="bn-IN"/>
              <a:t>These hydroxyl groups are bonded into the glass </a:t>
            </a:r>
            <a:endParaRPr lang="bn-IN"/>
          </a:p>
          <a:p>
            <a:pPr marL="0" lvl="0" indent="0">
              <a:spcBef>
                <a:spcPts val="0"/>
              </a:spcBef>
              <a:buClr>
                <a:srgbClr val="3333CC"/>
              </a:buClr>
              <a:buSzPct val="60000"/>
              <a:buFont typeface="Wingdings"/>
              <a:buNone/>
              <a:defRPr/>
            </a:pPr>
            <a:r>
              <a:rPr lang="bn-IN"/>
              <a:t>structure and have fundamental stretching vibrations </a:t>
            </a:r>
            <a:endParaRPr lang="bn-IN"/>
          </a:p>
          <a:p>
            <a:pPr marL="0" lvl="0" indent="0">
              <a:spcBef>
                <a:spcPts val="0"/>
              </a:spcBef>
              <a:buClr>
                <a:srgbClr val="3333CC"/>
              </a:buClr>
              <a:buSzPct val="60000"/>
              <a:buFont typeface="Wingdings"/>
              <a:buNone/>
              <a:defRPr/>
            </a:pPr>
            <a:r>
              <a:rPr lang="bn-IN"/>
              <a:t>which occur at </a:t>
            </a:r>
            <a:r>
              <a:rPr lang="en-US">
                <a:solidFill>
                  <a:srgbClr val="FF0000"/>
                </a:solidFill>
              </a:rPr>
              <a:t>wavelengths between 2.7 and 4.2 μm </a:t>
            </a:r>
            <a:endParaRPr lang="en-US">
              <a:solidFill>
                <a:srgbClr val="FF0000"/>
              </a:solidFill>
            </a:endParaRPr>
          </a:p>
          <a:p>
            <a:pPr marL="0" lvl="0" indent="0">
              <a:spcBef>
                <a:spcPts val="0"/>
              </a:spcBef>
              <a:buClr>
                <a:srgbClr val="3333CC"/>
              </a:buClr>
              <a:buSzPct val="60000"/>
              <a:buFont typeface="Wingdings"/>
              <a:buNone/>
              <a:defRPr/>
            </a:pPr>
            <a:r>
              <a:rPr lang="en-US"/>
              <a:t>depending on group position in the glass network. </a:t>
            </a:r>
            <a:endParaRPr/>
          </a:p>
        </p:txBody>
      </p:sp>
      <p:sp>
        <p:nvSpPr>
          <p:cNvPr id="729414581"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591612766"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34333950">
                                            <p:txEl>
                                              <p:pRg st="0" end="140"/>
                                            </p:txEl>
                                          </p:spTgt>
                                        </p:tgtEl>
                                        <p:attrNameLst>
                                          <p:attrName>style.visibility</p:attrName>
                                        </p:attrNameLst>
                                      </p:cBhvr>
                                      <p:to>
                                        <p:strVal val="visible"/>
                                      </p:to>
                                    </p:set>
                                    <p:anim calcmode="lin" valueType="num">
                                      <p:cBhvr additive="base">
                                        <p:cTn id="7" dur="500" fill="hold"/>
                                        <p:tgtEl>
                                          <p:spTgt spid="2134333950">
                                            <p:txEl>
                                              <p:pRg st="0" end="14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34333950">
                                            <p:txEl>
                                              <p:pRg st="0" end="14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34333950">
                                            <p:txEl>
                                              <p:pRg st="140" end="342"/>
                                            </p:txEl>
                                          </p:spTgt>
                                        </p:tgtEl>
                                        <p:attrNameLst>
                                          <p:attrName>style.visibility</p:attrName>
                                        </p:attrNameLst>
                                      </p:cBhvr>
                                      <p:to>
                                        <p:strVal val="visible"/>
                                      </p:to>
                                    </p:set>
                                    <p:anim calcmode="lin" valueType="num">
                                      <p:cBhvr additive="base">
                                        <p:cTn id="13" dur="500" fill="hold"/>
                                        <p:tgtEl>
                                          <p:spTgt spid="2134333950">
                                            <p:txEl>
                                              <p:pRg st="140" end="34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34333950">
                                            <p:txEl>
                                              <p:pRg st="140" end="34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3855156"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Linear scattering losses</a:t>
            </a:r>
            <a:endParaRPr/>
          </a:p>
        </p:txBody>
      </p:sp>
      <p:sp>
        <p:nvSpPr>
          <p:cNvPr id="386956356" name="Content Placeholder 2"/>
          <p:cNvSpPr>
            <a:spLocks noChangeShapeType="1" noGrp="1"/>
          </p:cNvSpPr>
          <p:nvPr>
            <p:ph type="obj"/>
          </p:nvPr>
        </p:nvSpPr>
        <p:spPr bwMode="auto">
          <a:xfrm flipH="0" flipV="0">
            <a:off x="0" y="1143000"/>
            <a:ext cx="9144720" cy="3249526"/>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Linear scattering mechanisms cause the transfer of some or all of the optical power contained within </a:t>
            </a:r>
            <a:r>
              <a:rPr lang="en-US">
                <a:solidFill>
                  <a:srgbClr val="FF0000"/>
                </a:solidFill>
              </a:rPr>
              <a:t>one propagating mode to be transferred linearly into a different mode</a:t>
            </a:r>
            <a:r>
              <a:rPr lang="en-US"/>
              <a:t>. </a:t>
            </a:r>
            <a:endParaRPr/>
          </a:p>
          <a:p>
            <a:pPr marL="342900" lvl="0" indent="-342900">
              <a:spcBef>
                <a:spcPts val="0"/>
              </a:spcBef>
              <a:buClr>
                <a:srgbClr val="3333CC"/>
              </a:buClr>
              <a:buSzPct val="60000"/>
              <a:buFont typeface="Wingdings"/>
              <a:buChar char="n"/>
              <a:defRPr/>
            </a:pPr>
            <a:r>
              <a:rPr lang="en-US"/>
              <a:t>This process tends to result in attenuation of the transmitted light as the </a:t>
            </a:r>
            <a:r>
              <a:rPr lang="en-US">
                <a:solidFill>
                  <a:srgbClr val="FF0000"/>
                </a:solidFill>
              </a:rPr>
              <a:t>transfer may be to a leaky or radiation mode which does not continue to propagate within the fiber core</a:t>
            </a:r>
            <a:r>
              <a:rPr lang="en-US"/>
              <a:t>, but is radiated from the fiber. </a:t>
            </a:r>
            <a:endParaRPr/>
          </a:p>
        </p:txBody>
      </p:sp>
      <p:sp>
        <p:nvSpPr>
          <p:cNvPr id="1091770860"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364788456"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1736825910"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023350308" name="Picture 8" descr="Optical Fiber Loss and Attenuation – Fosco Connect"/>
          <p:cNvPicPr>
            <a:picLocks noChangeAspect="1" noGrp="1"/>
          </p:cNvPicPr>
          <p:nvPr/>
        </p:nvPicPr>
        <p:blipFill rotWithShape="1">
          <a:blip r:embed="rId3"/>
          <a:stretch/>
        </p:blipFill>
        <p:spPr bwMode="auto">
          <a:xfrm>
            <a:off x="3050468" y="4219574"/>
            <a:ext cx="4276725" cy="240982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9411136"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Rayleigh scattering</a:t>
            </a:r>
            <a:endParaRPr/>
          </a:p>
        </p:txBody>
      </p:sp>
      <p:sp>
        <p:nvSpPr>
          <p:cNvPr id="1763059594"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468383803"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1546548826"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
        <p:nvSpPr>
          <p:cNvPr id="1132014944" name="AutoShape 2" descr="Rayleigh scattering এর চিত্র ফলাফল"/>
          <p:cNvSpPr>
            <a:spLocks noChangeShapeType="1" noGrp="1"/>
          </p:cNvSpPr>
          <p:nvPr/>
        </p:nvSpPr>
        <p:spPr bwMode="auto">
          <a:xfrm>
            <a:off x="203200" y="-2613025"/>
            <a:ext cx="6076950" cy="4562475"/>
          </a:xfrm>
          <a:prstGeom prst="rect">
            <a:avLst/>
          </a:prstGeom>
          <a:noFill/>
        </p:spPr>
        <p:txBody>
          <a:bodyPr lIns="91440" tIns="45720" rIns="91440" bIns="45720"/>
          <a:lstStyle/>
          <a:p>
            <a:pPr>
              <a:defRPr/>
            </a:pPr>
            <a:endParaRPr sz="1400"/>
          </a:p>
        </p:txBody>
      </p:sp>
      <p:sp>
        <p:nvSpPr>
          <p:cNvPr id="1708359868" name="AutoShape 4" descr="Rayleigh scattering এর চিত্র ফলাফল"/>
          <p:cNvSpPr>
            <a:spLocks noChangeShapeType="1" noGrp="1"/>
          </p:cNvSpPr>
          <p:nvPr/>
        </p:nvSpPr>
        <p:spPr bwMode="auto">
          <a:xfrm>
            <a:off x="203200" y="-2613025"/>
            <a:ext cx="6076950" cy="4562475"/>
          </a:xfrm>
          <a:prstGeom prst="rect">
            <a:avLst/>
          </a:prstGeom>
          <a:noFill/>
        </p:spPr>
        <p:txBody>
          <a:bodyPr lIns="91440" tIns="45720" rIns="91440" bIns="45720"/>
          <a:lstStyle/>
          <a:p>
            <a:pPr>
              <a:defRPr/>
            </a:pPr>
            <a:endParaRPr sz="1400"/>
          </a:p>
        </p:txBody>
      </p:sp>
      <p:pic>
        <p:nvPicPr>
          <p:cNvPr id="508265346" name="Picture 5"/>
          <p:cNvPicPr>
            <a:picLocks noChangeAspect="1" noGrp="1"/>
          </p:cNvPicPr>
          <p:nvPr/>
        </p:nvPicPr>
        <p:blipFill rotWithShape="1">
          <a:blip r:embed="rId3"/>
          <a:stretch/>
        </p:blipFill>
        <p:spPr bwMode="auto">
          <a:xfrm flipH="0" flipV="0">
            <a:off x="1943099" y="3633611"/>
            <a:ext cx="6076949" cy="3033888"/>
          </a:xfrm>
          <a:prstGeom prst="rect">
            <a:avLst/>
          </a:prstGeom>
          <a:noFill/>
        </p:spPr>
      </p:pic>
      <p:sp>
        <p:nvSpPr>
          <p:cNvPr id="376633569" name="Content Placeholder 2"/>
          <p:cNvSpPr>
            <a:spLocks noChangeShapeType="1" noGrp="1"/>
          </p:cNvSpPr>
          <p:nvPr>
            <p:ph type="obj"/>
          </p:nvPr>
        </p:nvSpPr>
        <p:spPr bwMode="auto">
          <a:xfrm flipH="0" flipV="0">
            <a:off x="0" y="1447799"/>
            <a:ext cx="9144720" cy="1969367"/>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b="1" i="0" u="none"/>
              <a:t>Rayleigh </a:t>
            </a:r>
            <a:r>
              <a:rPr lang="en-US"/>
              <a:t>is the elastic scattering of light or other electromagnetic radiation by particles </a:t>
            </a:r>
            <a:r>
              <a:rPr lang="en-US">
                <a:solidFill>
                  <a:srgbClr val="FF0000"/>
                </a:solidFill>
              </a:rPr>
              <a:t>much smaller than the wavelength of the radiation</a:t>
            </a:r>
            <a:r>
              <a:rPr lang="en-US"/>
              <a:t>. </a:t>
            </a:r>
            <a:endParaRPr/>
          </a:p>
          <a:p>
            <a:pPr marL="342900" lvl="0" indent="-342900">
              <a:spcBef>
                <a:spcPts val="0"/>
              </a:spcBef>
              <a:buClr>
                <a:srgbClr val="3333CC"/>
              </a:buClr>
              <a:buSzPct val="60000"/>
              <a:buFont typeface="Wingdings"/>
              <a:buChar char="n"/>
              <a:defRPr/>
            </a:pPr>
            <a:endParaRPr lang="en-US"/>
          </a:p>
          <a:p>
            <a:pPr marL="342900" lvl="0" indent="-342900">
              <a:spcBef>
                <a:spcPts val="0"/>
              </a:spcBef>
              <a:buClr>
                <a:srgbClr val="3333CC"/>
              </a:buClr>
              <a:buSzPct val="60000"/>
              <a:buFont typeface="Wingdings"/>
              <a:buChar char="n"/>
              <a:defRPr/>
            </a:pPr>
            <a:r>
              <a:rPr lang="en-US"/>
              <a:t>The particles may be individual atoms or molecules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76633569">
                                            <p:txEl>
                                              <p:pRg st="0" end="144"/>
                                            </p:txEl>
                                          </p:spTgt>
                                        </p:tgtEl>
                                        <p:attrNameLst>
                                          <p:attrName>style.visibility</p:attrName>
                                        </p:attrNameLst>
                                      </p:cBhvr>
                                      <p:to>
                                        <p:strVal val="visible"/>
                                      </p:to>
                                    </p:set>
                                    <p:anim calcmode="lin" valueType="num">
                                      <p:cBhvr additive="base">
                                        <p:cTn id="7" dur="500" fill="hold"/>
                                        <p:tgtEl>
                                          <p:spTgt spid="376633569">
                                            <p:txEl>
                                              <p:pRg st="0" end="14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6633569">
                                            <p:txEl>
                                              <p:pRg st="0" end="144"/>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76633569">
                                            <p:txEl>
                                              <p:pRg st="145" end="196"/>
                                            </p:txEl>
                                          </p:spTgt>
                                        </p:tgtEl>
                                        <p:attrNameLst>
                                          <p:attrName>style.visibility</p:attrName>
                                        </p:attrNameLst>
                                      </p:cBhvr>
                                      <p:to>
                                        <p:strVal val="visible"/>
                                      </p:to>
                                    </p:set>
                                    <p:anim calcmode="lin" valueType="num">
                                      <p:cBhvr additive="base">
                                        <p:cTn id="13" dur="500" fill="hold"/>
                                        <p:tgtEl>
                                          <p:spTgt spid="376633569">
                                            <p:txEl>
                                              <p:pRg st="145" end="19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6633569">
                                            <p:txEl>
                                              <p:pRg st="145" end="19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1073024"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Fiber bend loss</a:t>
            </a:r>
            <a:endParaRPr/>
          </a:p>
        </p:txBody>
      </p:sp>
      <p:sp>
        <p:nvSpPr>
          <p:cNvPr id="1715168846"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584002834"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1966582901"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863483156" name="Picture 7"/>
          <p:cNvPicPr>
            <a:picLocks noChangeAspect="1" noGrp="1"/>
          </p:cNvPicPr>
          <p:nvPr/>
        </p:nvPicPr>
        <p:blipFill rotWithShape="1">
          <a:blip r:embed="rId3"/>
          <a:stretch/>
        </p:blipFill>
        <p:spPr bwMode="auto">
          <a:xfrm>
            <a:off x="685800" y="3486150"/>
            <a:ext cx="7210425" cy="3371850"/>
          </a:xfrm>
          <a:prstGeom prst="rect">
            <a:avLst/>
          </a:prstGeom>
          <a:noFill/>
        </p:spPr>
      </p:pic>
      <p:sp>
        <p:nvSpPr>
          <p:cNvPr id="772010840" name="Content Placeholder 2"/>
          <p:cNvSpPr>
            <a:spLocks noChangeShapeType="1" noGrp="1"/>
          </p:cNvSpPr>
          <p:nvPr>
            <p:ph type="obj"/>
          </p:nvPr>
        </p:nvSpPr>
        <p:spPr bwMode="auto">
          <a:xfrm flipH="0" flipV="0">
            <a:off x="380999" y="1219199"/>
            <a:ext cx="8763719" cy="2599016"/>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Optical fibers suffer radiation losses </a:t>
            </a:r>
            <a:r>
              <a:rPr lang="en-US">
                <a:solidFill>
                  <a:srgbClr val="FF0000"/>
                </a:solidFill>
              </a:rPr>
              <a:t>at bends or curves on their paths. </a:t>
            </a:r>
            <a:endParaRPr/>
          </a:p>
          <a:p>
            <a:pPr marL="342900" lvl="0" indent="-342900">
              <a:spcBef>
                <a:spcPts val="0"/>
              </a:spcBef>
              <a:buClr>
                <a:srgbClr val="3333CC"/>
              </a:buClr>
              <a:buSzPct val="60000"/>
              <a:buFont typeface="Wingdings"/>
              <a:buChar char="n"/>
              <a:defRPr/>
            </a:pPr>
            <a:r>
              <a:rPr lang="bn-IN"/>
              <a:t>This is due to the energy in the evanescent(বিলীয়মান) field at the bend exceeding the velocity of light in the cladding and hence the guidance mechanism is inhibited, which causes light energy to be radiated from the fiber.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72010840">
                                            <p:txEl>
                                              <p:pRg st="0" end="75"/>
                                            </p:txEl>
                                          </p:spTgt>
                                        </p:tgtEl>
                                        <p:attrNameLst>
                                          <p:attrName>style.visibility</p:attrName>
                                        </p:attrNameLst>
                                      </p:cBhvr>
                                      <p:to>
                                        <p:strVal val="visible"/>
                                      </p:to>
                                    </p:set>
                                    <p:anim calcmode="lin" valueType="num">
                                      <p:cBhvr additive="base">
                                        <p:cTn id="7" dur="500" fill="hold"/>
                                        <p:tgtEl>
                                          <p:spTgt spid="772010840">
                                            <p:txEl>
                                              <p:pRg st="0" end="7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72010840">
                                            <p:txEl>
                                              <p:pRg st="0" end="75"/>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72010840">
                                            <p:txEl>
                                              <p:pRg st="75" end="301"/>
                                            </p:txEl>
                                          </p:spTgt>
                                        </p:tgtEl>
                                        <p:attrNameLst>
                                          <p:attrName>style.visibility</p:attrName>
                                        </p:attrNameLst>
                                      </p:cBhvr>
                                      <p:to>
                                        <p:strVal val="visible"/>
                                      </p:to>
                                    </p:set>
                                    <p:anim calcmode="lin" valueType="num">
                                      <p:cBhvr additive="base">
                                        <p:cTn id="13" dur="500" fill="hold"/>
                                        <p:tgtEl>
                                          <p:spTgt spid="772010840">
                                            <p:txEl>
                                              <p:pRg st="75" end="30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72010840">
                                            <p:txEl>
                                              <p:pRg st="75" end="30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2632260"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Different mode fiber</a:t>
            </a:r>
            <a:endParaRPr/>
          </a:p>
        </p:txBody>
      </p:sp>
      <p:sp>
        <p:nvSpPr>
          <p:cNvPr id="1611490029"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703037689"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
        <p:nvSpPr>
          <p:cNvPr id="1787032649" name="AutoShape 2" descr="step index fiber এর চিত্র ফলাফল"/>
          <p:cNvSpPr>
            <a:spLocks noChangeShapeType="1" noGrp="1"/>
          </p:cNvSpPr>
          <p:nvPr/>
        </p:nvSpPr>
        <p:spPr bwMode="auto">
          <a:xfrm>
            <a:off x="203200" y="-1851025"/>
            <a:ext cx="5867399" cy="3419475"/>
          </a:xfrm>
          <a:prstGeom prst="rect">
            <a:avLst/>
          </a:prstGeom>
          <a:noFill/>
        </p:spPr>
        <p:txBody>
          <a:bodyPr lIns="91440" tIns="45720" rIns="91440" bIns="45720"/>
          <a:lstStyle/>
          <a:p>
            <a:pPr>
              <a:defRPr/>
            </a:pPr>
            <a:endParaRPr sz="1400"/>
          </a:p>
        </p:txBody>
      </p:sp>
      <p:sp>
        <p:nvSpPr>
          <p:cNvPr id="1277458443" name="AutoShape 4" descr="step index fiber এর চিত্র ফলাফল"/>
          <p:cNvSpPr>
            <a:spLocks noChangeShapeType="1" noGrp="1"/>
          </p:cNvSpPr>
          <p:nvPr/>
        </p:nvSpPr>
        <p:spPr bwMode="auto">
          <a:xfrm>
            <a:off x="203200" y="-1851025"/>
            <a:ext cx="5867399" cy="3419475"/>
          </a:xfrm>
          <a:prstGeom prst="rect">
            <a:avLst/>
          </a:prstGeom>
          <a:noFill/>
        </p:spPr>
        <p:txBody>
          <a:bodyPr lIns="91440" tIns="45720" rIns="91440" bIns="45720"/>
          <a:lstStyle/>
          <a:p>
            <a:pPr>
              <a:defRPr/>
            </a:pPr>
            <a:endParaRPr sz="1400"/>
          </a:p>
        </p:txBody>
      </p:sp>
      <p:sp>
        <p:nvSpPr>
          <p:cNvPr id="782953345" name="AutoShape 6" descr="step index fiber এর চিত্র ফলাফল"/>
          <p:cNvSpPr>
            <a:spLocks noChangeShapeType="1" noGrp="1"/>
          </p:cNvSpPr>
          <p:nvPr/>
        </p:nvSpPr>
        <p:spPr bwMode="auto">
          <a:xfrm>
            <a:off x="203200" y="-1851025"/>
            <a:ext cx="5867399" cy="3419475"/>
          </a:xfrm>
          <a:prstGeom prst="rect">
            <a:avLst/>
          </a:prstGeom>
          <a:noFill/>
        </p:spPr>
        <p:txBody>
          <a:bodyPr lIns="91440" tIns="45720" rIns="91440" bIns="45720"/>
          <a:lstStyle/>
          <a:p>
            <a:pPr>
              <a:defRPr/>
            </a:pPr>
            <a:endParaRPr sz="1400"/>
          </a:p>
        </p:txBody>
      </p:sp>
      <p:sp>
        <p:nvSpPr>
          <p:cNvPr id="299289906" name="AutoShape 8" descr="step index fiber এর চিত্র ফলাফল"/>
          <p:cNvSpPr>
            <a:spLocks noChangeShapeType="1" noGrp="1"/>
          </p:cNvSpPr>
          <p:nvPr/>
        </p:nvSpPr>
        <p:spPr bwMode="auto">
          <a:xfrm>
            <a:off x="203200" y="-1851025"/>
            <a:ext cx="5867399" cy="3419475"/>
          </a:xfrm>
          <a:prstGeom prst="rect">
            <a:avLst/>
          </a:prstGeom>
          <a:noFill/>
        </p:spPr>
        <p:txBody>
          <a:bodyPr lIns="91440" tIns="45720" rIns="91440" bIns="45720"/>
          <a:lstStyle/>
          <a:p>
            <a:pPr>
              <a:defRPr/>
            </a:pPr>
            <a:endParaRPr sz="1400"/>
          </a:p>
        </p:txBody>
      </p:sp>
      <p:pic>
        <p:nvPicPr>
          <p:cNvPr id="1469434797" name="Picture 9"/>
          <p:cNvPicPr>
            <a:picLocks noChangeAspect="1" noGrp="1"/>
          </p:cNvPicPr>
          <p:nvPr/>
        </p:nvPicPr>
        <p:blipFill rotWithShape="1">
          <a:blip r:embed="rId3"/>
          <a:stretch/>
        </p:blipFill>
        <p:spPr bwMode="auto">
          <a:xfrm>
            <a:off x="0" y="1757362"/>
            <a:ext cx="8839200" cy="471963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8939813" name="Title 1"/>
          <p:cNvSpPr>
            <a:spLocks noChangeShapeType="1" noGrp="1"/>
          </p:cNvSpPr>
          <p:nvPr>
            <p:ph type="title"/>
          </p:nvPr>
        </p:nvSpPr>
        <p:spPr bwMode="auto">
          <a:xfrm>
            <a:off x="762000" y="228600"/>
            <a:ext cx="7716837" cy="5334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a:br>
            <a:br>
              <a:rPr lang="en-US"/>
            </a:br>
            <a:br>
              <a:rPr lang="en-US"/>
            </a:br>
            <a:br>
              <a:rPr lang="en-US"/>
            </a:br>
            <a:br>
              <a:rPr lang="en-US"/>
            </a:br>
            <a:br>
              <a:rPr lang="en-US"/>
            </a:br>
            <a:br>
              <a:rPr lang="en-US"/>
            </a:br>
            <a:r>
              <a:rPr lang="en-US"/>
              <a:t> Single Mode Fiber Optic Cable</a:t>
            </a:r>
            <a:endParaRPr/>
          </a:p>
        </p:txBody>
      </p:sp>
      <p:sp>
        <p:nvSpPr>
          <p:cNvPr id="434865943" name="Content Placeholder 2"/>
          <p:cNvSpPr>
            <a:spLocks noChangeShapeType="1" noGrp="1"/>
          </p:cNvSpPr>
          <p:nvPr>
            <p:ph type="obj"/>
          </p:nvPr>
        </p:nvSpPr>
        <p:spPr bwMode="auto">
          <a:xfrm flipH="0" flipV="0">
            <a:off x="0" y="1447799"/>
            <a:ext cx="9144720" cy="2310743"/>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Single Mode fiber optic cable has a small diametral core that </a:t>
            </a:r>
            <a:r>
              <a:rPr lang="en-US">
                <a:solidFill>
                  <a:srgbClr val="FF0000"/>
                </a:solidFill>
              </a:rPr>
              <a:t>allows only one mode of light to propagate. </a:t>
            </a:r>
            <a:endParaRPr/>
          </a:p>
          <a:p>
            <a:pPr marL="342900" lvl="0" indent="-342900">
              <a:spcBef>
                <a:spcPts val="0"/>
              </a:spcBef>
              <a:buClr>
                <a:srgbClr val="3333CC"/>
              </a:buClr>
              <a:buSzPct val="60000"/>
              <a:buFont typeface="Wingdings"/>
              <a:buChar char="n"/>
              <a:defRPr/>
            </a:pPr>
            <a:r>
              <a:rPr lang="en-US"/>
              <a:t>This application is </a:t>
            </a:r>
            <a:r>
              <a:rPr lang="en-US">
                <a:solidFill>
                  <a:srgbClr val="FF0000"/>
                </a:solidFill>
              </a:rPr>
              <a:t>typically used in long distance</a:t>
            </a:r>
            <a:endParaRPr/>
          </a:p>
          <a:p>
            <a:pPr marL="342900" lvl="0" indent="-342900">
              <a:spcBef>
                <a:spcPts val="0"/>
              </a:spcBef>
              <a:buClr>
                <a:srgbClr val="3333CC"/>
              </a:buClr>
              <a:buSzPct val="60000"/>
              <a:buFont typeface="Wingdings"/>
              <a:buChar char="n"/>
              <a:defRPr/>
            </a:pPr>
            <a:r>
              <a:rPr lang="en-US" b="0" i="1" u="none"/>
              <a:t>Left: Single Mode fiber is usually 9/125 in construction. This means that the core to cladding diameter ratio is 9 microns to 125 microns.</a:t>
            </a:r>
            <a:r>
              <a:rPr lang="en-US"/>
              <a:t>  </a:t>
            </a:r>
            <a:endParaRPr/>
          </a:p>
        </p:txBody>
      </p:sp>
      <p:sp>
        <p:nvSpPr>
          <p:cNvPr id="1128701852"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228487124"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2093247692" name="Picture 2" descr="http://www.multicominc.com/wp-content/uploads/2014/08/fiber-optic-cable-internal-structure-singlemode.jpg"/>
          <p:cNvPicPr>
            <a:picLocks noChangeAspect="1" noGrp="1"/>
          </p:cNvPicPr>
          <p:nvPr/>
        </p:nvPicPr>
        <p:blipFill rotWithShape="1">
          <a:blip r:embed="rId3"/>
          <a:stretch/>
        </p:blipFill>
        <p:spPr bwMode="auto">
          <a:xfrm>
            <a:off x="3891844" y="3962399"/>
            <a:ext cx="3281362" cy="28956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34865943">
                                            <p:txEl>
                                              <p:pRg st="0" end="107"/>
                                            </p:txEl>
                                          </p:spTgt>
                                        </p:tgtEl>
                                        <p:attrNameLst>
                                          <p:attrName>style.visibility</p:attrName>
                                        </p:attrNameLst>
                                      </p:cBhvr>
                                      <p:to>
                                        <p:strVal val="visible"/>
                                      </p:to>
                                    </p:set>
                                    <p:anim calcmode="lin" valueType="num">
                                      <p:cBhvr additive="base">
                                        <p:cTn id="7" dur="500" fill="hold"/>
                                        <p:tgtEl>
                                          <p:spTgt spid="434865943">
                                            <p:txEl>
                                              <p:pRg st="0" end="10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4865943">
                                            <p:txEl>
                                              <p:pRg st="0" end="107"/>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34865943">
                                            <p:txEl>
                                              <p:pRg st="107" end="159"/>
                                            </p:txEl>
                                          </p:spTgt>
                                        </p:tgtEl>
                                        <p:attrNameLst>
                                          <p:attrName>style.visibility</p:attrName>
                                        </p:attrNameLst>
                                      </p:cBhvr>
                                      <p:to>
                                        <p:strVal val="visible"/>
                                      </p:to>
                                    </p:set>
                                    <p:anim calcmode="lin" valueType="num">
                                      <p:cBhvr additive="base">
                                        <p:cTn id="13" dur="500" fill="hold"/>
                                        <p:tgtEl>
                                          <p:spTgt spid="434865943">
                                            <p:txEl>
                                              <p:pRg st="107" end="159"/>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4865943">
                                            <p:txEl>
                                              <p:pRg st="107" end="159"/>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34865943">
                                            <p:txEl>
                                              <p:pRg st="159" end="300"/>
                                            </p:txEl>
                                          </p:spTgt>
                                        </p:tgtEl>
                                        <p:attrNameLst>
                                          <p:attrName>style.visibility</p:attrName>
                                        </p:attrNameLst>
                                      </p:cBhvr>
                                      <p:to>
                                        <p:strVal val="visible"/>
                                      </p:to>
                                    </p:set>
                                    <p:anim calcmode="lin" valueType="num">
                                      <p:cBhvr additive="base">
                                        <p:cTn id="19" dur="500" fill="hold"/>
                                        <p:tgtEl>
                                          <p:spTgt spid="434865943">
                                            <p:txEl>
                                              <p:pRg st="159" end="30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4865943">
                                            <p:txEl>
                                              <p:pRg st="159" end="30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3927383" name="Title 1"/>
          <p:cNvSpPr>
            <a:spLocks noChangeShapeType="1" noGrp="1"/>
          </p:cNvSpPr>
          <p:nvPr>
            <p:ph type="title"/>
          </p:nvPr>
        </p:nvSpPr>
        <p:spPr bwMode="auto">
          <a:xfrm>
            <a:off x="762000" y="228600"/>
            <a:ext cx="7716837" cy="5334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a:br>
            <a:br>
              <a:rPr lang="en-US"/>
            </a:br>
            <a:br>
              <a:rPr lang="en-US"/>
            </a:br>
            <a:br>
              <a:rPr lang="en-US"/>
            </a:br>
            <a:br>
              <a:rPr lang="en-US"/>
            </a:br>
            <a:br>
              <a:rPr lang="en-US"/>
            </a:br>
            <a:br>
              <a:rPr lang="en-US"/>
            </a:br>
            <a:r>
              <a:rPr lang="en-US"/>
              <a:t> </a:t>
            </a:r>
            <a:br>
              <a:rPr lang="en-US"/>
            </a:br>
            <a:r>
              <a:rPr lang="en-US"/>
              <a:t> Multimode Fiber Optic Cable</a:t>
            </a:r>
            <a:endParaRPr/>
          </a:p>
        </p:txBody>
      </p:sp>
      <p:sp>
        <p:nvSpPr>
          <p:cNvPr id="1524014871"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250558133"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364089721" name="Picture 2" descr="http://www.multicominc.com/wp-content/uploads/2014/08/fiber-optic-cable-internal-structure-multimode.jpg"/>
          <p:cNvPicPr>
            <a:picLocks noChangeAspect="1" noGrp="1"/>
          </p:cNvPicPr>
          <p:nvPr/>
        </p:nvPicPr>
        <p:blipFill rotWithShape="1">
          <a:blip r:embed="rId3"/>
          <a:stretch/>
        </p:blipFill>
        <p:spPr bwMode="auto">
          <a:xfrm>
            <a:off x="4533899" y="3304116"/>
            <a:ext cx="3657600" cy="3200400"/>
          </a:xfrm>
          <a:prstGeom prst="rect">
            <a:avLst/>
          </a:prstGeom>
          <a:noFill/>
        </p:spPr>
      </p:pic>
      <p:sp>
        <p:nvSpPr>
          <p:cNvPr id="1820847182" name="Content Placeholder 2"/>
          <p:cNvSpPr>
            <a:spLocks noChangeShapeType="1" noGrp="1"/>
          </p:cNvSpPr>
          <p:nvPr>
            <p:ph type="obj"/>
          </p:nvPr>
        </p:nvSpPr>
        <p:spPr bwMode="auto">
          <a:xfrm flipH="0" flipV="0">
            <a:off x="0" y="1447799"/>
            <a:ext cx="9314053" cy="2225399"/>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Multimode fiber optic cable has a </a:t>
            </a:r>
            <a:r>
              <a:rPr lang="en-US">
                <a:solidFill>
                  <a:srgbClr val="FF0000"/>
                </a:solidFill>
              </a:rPr>
              <a:t>large diametral core that allows multiple modes of light to propagate</a:t>
            </a:r>
            <a:r>
              <a:rPr lang="en-US"/>
              <a:t>. </a:t>
            </a:r>
            <a:endParaRPr/>
          </a:p>
          <a:p>
            <a:pPr marL="342900" lvl="0" indent="-342900">
              <a:spcBef>
                <a:spcPts val="0"/>
              </a:spcBef>
              <a:buClr>
                <a:srgbClr val="3333CC"/>
              </a:buClr>
              <a:buSzPct val="60000"/>
              <a:buFont typeface="Wingdings"/>
              <a:buChar char="n"/>
              <a:defRPr/>
            </a:pPr>
            <a:r>
              <a:rPr lang="en-US"/>
              <a:t>Because of this, the number of light reflections created as the light passes through the core increases, </a:t>
            </a:r>
            <a:r>
              <a:rPr lang="en-US">
                <a:solidFill>
                  <a:srgbClr val="FF0000"/>
                </a:solidFill>
              </a:rPr>
              <a:t>creating the ability for more data to pass through at a given time.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20847182">
                                            <p:txEl>
                                              <p:pRg st="0" end="106"/>
                                            </p:txEl>
                                          </p:spTgt>
                                        </p:tgtEl>
                                        <p:attrNameLst>
                                          <p:attrName>style.visibility</p:attrName>
                                        </p:attrNameLst>
                                      </p:cBhvr>
                                      <p:to>
                                        <p:strVal val="visible"/>
                                      </p:to>
                                    </p:set>
                                    <p:anim calcmode="lin" valueType="num">
                                      <p:cBhvr additive="base">
                                        <p:cTn id="7" dur="500" fill="hold"/>
                                        <p:tgtEl>
                                          <p:spTgt spid="1820847182">
                                            <p:txEl>
                                              <p:pRg st="0" end="10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20847182">
                                            <p:txEl>
                                              <p:pRg st="0" end="106"/>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20847182">
                                            <p:txEl>
                                              <p:pRg st="106" end="280"/>
                                            </p:txEl>
                                          </p:spTgt>
                                        </p:tgtEl>
                                        <p:attrNameLst>
                                          <p:attrName>style.visibility</p:attrName>
                                        </p:attrNameLst>
                                      </p:cBhvr>
                                      <p:to>
                                        <p:strVal val="visible"/>
                                      </p:to>
                                    </p:set>
                                    <p:anim calcmode="lin" valueType="num">
                                      <p:cBhvr additive="base">
                                        <p:cTn id="13" dur="500" fill="hold"/>
                                        <p:tgtEl>
                                          <p:spTgt spid="1820847182">
                                            <p:txEl>
                                              <p:pRg st="106" end="28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20847182">
                                            <p:txEl>
                                              <p:pRg st="106" end="28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2553674" name="Title 1"/>
          <p:cNvSpPr>
            <a:spLocks noChangeShapeType="1" noGrp="1"/>
          </p:cNvSpPr>
          <p:nvPr>
            <p:ph type="title"/>
          </p:nvPr>
        </p:nvSpPr>
        <p:spPr bwMode="auto">
          <a:xfrm>
            <a:off x="762000" y="228600"/>
            <a:ext cx="7716837" cy="5334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a:br>
            <a:br>
              <a:rPr lang="en-US"/>
            </a:br>
            <a:br>
              <a:rPr lang="en-US"/>
            </a:br>
            <a:br>
              <a:rPr lang="en-US"/>
            </a:br>
            <a:br>
              <a:rPr lang="en-US"/>
            </a:br>
            <a:br>
              <a:rPr lang="en-US"/>
            </a:br>
            <a:br>
              <a:rPr lang="en-US"/>
            </a:br>
            <a:r>
              <a:rPr lang="en-US"/>
              <a:t> </a:t>
            </a:r>
            <a:br>
              <a:rPr lang="en-US"/>
            </a:br>
            <a:r>
              <a:rPr lang="en-US"/>
              <a:t> Multimode Fiber Optic Cable</a:t>
            </a:r>
            <a:endParaRPr/>
          </a:p>
        </p:txBody>
      </p:sp>
      <p:sp>
        <p:nvSpPr>
          <p:cNvPr id="410948961"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1071354829"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1998558311" name="Picture 2" descr="http://www.multicominc.com/wp-content/uploads/2014/08/fiber-optic-cable-internal-structure-multimode.jpg"/>
          <p:cNvPicPr>
            <a:picLocks noChangeAspect="1" noGrp="1"/>
          </p:cNvPicPr>
          <p:nvPr/>
        </p:nvPicPr>
        <p:blipFill rotWithShape="1">
          <a:blip r:embed="rId3"/>
          <a:stretch/>
        </p:blipFill>
        <p:spPr bwMode="auto">
          <a:xfrm flipH="0" flipV="0">
            <a:off x="3969455" y="4833055"/>
            <a:ext cx="3657600" cy="2024944"/>
          </a:xfrm>
          <a:prstGeom prst="rect">
            <a:avLst/>
          </a:prstGeom>
          <a:noFill/>
        </p:spPr>
      </p:pic>
      <p:sp>
        <p:nvSpPr>
          <p:cNvPr id="1664981935" name="Content Placeholder 2"/>
          <p:cNvSpPr>
            <a:spLocks noChangeShapeType="1" noGrp="1"/>
          </p:cNvSpPr>
          <p:nvPr>
            <p:ph type="obj"/>
          </p:nvPr>
        </p:nvSpPr>
        <p:spPr bwMode="auto">
          <a:xfrm flipH="0" flipV="0">
            <a:off x="0" y="1447799"/>
            <a:ext cx="9144720" cy="3761591"/>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Because of the high dispersion and attenuation rate with this type of fiber, </a:t>
            </a:r>
            <a:r>
              <a:rPr lang="en-US">
                <a:solidFill>
                  <a:srgbClr val="FF0000"/>
                </a:solidFill>
              </a:rPr>
              <a:t>the quality of the signal is reduced over long distances. </a:t>
            </a:r>
            <a:endParaRPr/>
          </a:p>
          <a:p>
            <a:pPr marL="342900" lvl="0" indent="-342900">
              <a:spcBef>
                <a:spcPts val="0"/>
              </a:spcBef>
              <a:buClr>
                <a:srgbClr val="3333CC"/>
              </a:buClr>
              <a:buSzPct val="60000"/>
              <a:buFont typeface="Wingdings"/>
              <a:buChar char="n"/>
              <a:defRPr/>
            </a:pPr>
            <a:r>
              <a:rPr lang="en-US"/>
              <a:t>This application is typically used for </a:t>
            </a:r>
            <a:r>
              <a:rPr lang="en-US">
                <a:solidFill>
                  <a:srgbClr val="FF0000"/>
                </a:solidFill>
              </a:rPr>
              <a:t>short distance</a:t>
            </a:r>
            <a:r>
              <a:rPr lang="en-US"/>
              <a:t>, data and audio/video applications in LANs. </a:t>
            </a:r>
            <a:endParaRPr/>
          </a:p>
          <a:p>
            <a:pPr marL="342900" lvl="0" indent="-342900">
              <a:spcBef>
                <a:spcPts val="0"/>
              </a:spcBef>
              <a:buClr>
                <a:srgbClr val="3333CC"/>
              </a:buClr>
              <a:buSzPct val="60000"/>
              <a:buFont typeface="Wingdings"/>
              <a:buChar char="n"/>
              <a:defRPr/>
            </a:pPr>
            <a:r>
              <a:rPr lang="en-US" b="0" i="1" u="none"/>
              <a:t>Multimode fiber is usually </a:t>
            </a:r>
            <a:r>
              <a:rPr lang="en-US" b="0" i="1" u="none">
                <a:solidFill>
                  <a:srgbClr val="FF0000"/>
                </a:solidFill>
              </a:rPr>
              <a:t>50/125 and 62.5/125 in construction</a:t>
            </a:r>
            <a:r>
              <a:rPr lang="en-US" b="0" i="1" u="none"/>
              <a:t>. </a:t>
            </a:r>
            <a:endParaRPr/>
          </a:p>
          <a:p>
            <a:pPr marL="342900" lvl="0" indent="-342900">
              <a:spcBef>
                <a:spcPts val="0"/>
              </a:spcBef>
              <a:buClr>
                <a:srgbClr val="3333CC"/>
              </a:buClr>
              <a:buSzPct val="60000"/>
              <a:buFont typeface="Wingdings"/>
              <a:buChar char="n"/>
              <a:defRPr/>
            </a:pPr>
            <a:r>
              <a:rPr lang="en-US" b="0" i="1" u="none"/>
              <a:t>This means that the core to cladding diameter ratio is 50 microns to 125 microns and 62.5 microns to 125 microns.</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64981935">
                                            <p:txEl>
                                              <p:pRg st="0" end="136"/>
                                            </p:txEl>
                                          </p:spTgt>
                                        </p:tgtEl>
                                        <p:attrNameLst>
                                          <p:attrName>style.visibility</p:attrName>
                                        </p:attrNameLst>
                                      </p:cBhvr>
                                      <p:to>
                                        <p:strVal val="visible"/>
                                      </p:to>
                                    </p:set>
                                    <p:anim calcmode="lin" valueType="num">
                                      <p:cBhvr additive="base">
                                        <p:cTn id="7" dur="500" fill="hold"/>
                                        <p:tgtEl>
                                          <p:spTgt spid="1664981935">
                                            <p:txEl>
                                              <p:pRg st="0" end="13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64981935">
                                            <p:txEl>
                                              <p:pRg st="0" end="136"/>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64981935">
                                            <p:txEl>
                                              <p:pRg st="136" end="235"/>
                                            </p:txEl>
                                          </p:spTgt>
                                        </p:tgtEl>
                                        <p:attrNameLst>
                                          <p:attrName>style.visibility</p:attrName>
                                        </p:attrNameLst>
                                      </p:cBhvr>
                                      <p:to>
                                        <p:strVal val="visible"/>
                                      </p:to>
                                    </p:set>
                                    <p:anim calcmode="lin" valueType="num">
                                      <p:cBhvr additive="base">
                                        <p:cTn id="13" dur="500" fill="hold"/>
                                        <p:tgtEl>
                                          <p:spTgt spid="1664981935">
                                            <p:txEl>
                                              <p:pRg st="136" end="23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64981935">
                                            <p:txEl>
                                              <p:pRg st="136" end="235"/>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664981935">
                                            <p:txEl>
                                              <p:pRg st="235" end="300"/>
                                            </p:txEl>
                                          </p:spTgt>
                                        </p:tgtEl>
                                        <p:attrNameLst>
                                          <p:attrName>style.visibility</p:attrName>
                                        </p:attrNameLst>
                                      </p:cBhvr>
                                      <p:to>
                                        <p:strVal val="visible"/>
                                      </p:to>
                                    </p:set>
                                    <p:anim calcmode="lin" valueType="num">
                                      <p:cBhvr additive="base">
                                        <p:cTn id="19" dur="500" fill="hold"/>
                                        <p:tgtEl>
                                          <p:spTgt spid="1664981935">
                                            <p:txEl>
                                              <p:pRg st="235" end="30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64981935">
                                            <p:txEl>
                                              <p:pRg st="235" end="30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64981935">
                                            <p:txEl>
                                              <p:pRg st="300" end="414"/>
                                            </p:txEl>
                                          </p:spTgt>
                                        </p:tgtEl>
                                        <p:attrNameLst>
                                          <p:attrName>style.visibility</p:attrName>
                                        </p:attrNameLst>
                                      </p:cBhvr>
                                      <p:to>
                                        <p:strVal val="visible"/>
                                      </p:to>
                                    </p:set>
                                    <p:anim calcmode="lin" valueType="num">
                                      <p:cBhvr additive="base">
                                        <p:cTn id="25" dur="500" fill="hold"/>
                                        <p:tgtEl>
                                          <p:spTgt spid="1664981935">
                                            <p:txEl>
                                              <p:pRg st="300" end="41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64981935">
                                            <p:txEl>
                                              <p:pRg st="300" end="41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2210418" name="Title 1"/>
          <p:cNvSpPr>
            <a:spLocks noChangeShapeType="1" noGrp="1"/>
          </p:cNvSpPr>
          <p:nvPr>
            <p:ph type="title"/>
          </p:nvPr>
        </p:nvSpPr>
        <p:spPr bwMode="auto">
          <a:xfrm>
            <a:off x="762000" y="228600"/>
            <a:ext cx="7716837" cy="762000"/>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r>
              <a:rPr lang="en-US"/>
              <a:t>Dispersion</a:t>
            </a:r>
            <a:endParaRPr/>
          </a:p>
        </p:txBody>
      </p:sp>
      <p:sp>
        <p:nvSpPr>
          <p:cNvPr id="1218142704" name="Content Placeholder 2"/>
          <p:cNvSpPr>
            <a:spLocks noChangeShapeType="1" noGrp="1"/>
          </p:cNvSpPr>
          <p:nvPr>
            <p:ph type="obj"/>
          </p:nvPr>
        </p:nvSpPr>
        <p:spPr bwMode="auto">
          <a:xfrm flipH="0" flipV="0">
            <a:off x="0" y="1447799"/>
            <a:ext cx="9144720" cy="3676248"/>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Dispersion of the transmitted optical signal causes distortion for </a:t>
            </a:r>
            <a:r>
              <a:rPr lang="en-US">
                <a:solidFill>
                  <a:srgbClr val="FF0000"/>
                </a:solidFill>
              </a:rPr>
              <a:t>both digital and analog transmission </a:t>
            </a:r>
            <a:r>
              <a:rPr lang="en-US"/>
              <a:t>along optical fibers. </a:t>
            </a:r>
            <a:endParaRPr/>
          </a:p>
          <a:p>
            <a:pPr marL="342900" lvl="0" indent="-342900">
              <a:spcBef>
                <a:spcPts val="0"/>
              </a:spcBef>
              <a:buClr>
                <a:srgbClr val="3333CC"/>
              </a:buClr>
              <a:buSzPct val="60000"/>
              <a:buFont typeface="Wingdings"/>
              <a:buChar char="n"/>
              <a:defRPr/>
            </a:pPr>
            <a:r>
              <a:rPr lang="en-US"/>
              <a:t>Dispersion mechanisms within the fiber cause broadening of the transmitted light pulses as they travel along the channel. </a:t>
            </a:r>
            <a:endParaRPr/>
          </a:p>
          <a:p>
            <a:pPr marL="342900" lvl="0" indent="-342900">
              <a:spcBef>
                <a:spcPts val="0"/>
              </a:spcBef>
              <a:buClr>
                <a:srgbClr val="3333CC"/>
              </a:buClr>
              <a:buSzPct val="60000"/>
              <a:buFont typeface="Wingdings"/>
              <a:buChar char="n"/>
              <a:defRPr/>
            </a:pPr>
            <a:r>
              <a:rPr lang="en-US"/>
              <a:t>The phenomenon is illustrated in Figure 3.7, where it may be observed that each pulse </a:t>
            </a:r>
            <a:r>
              <a:rPr lang="en-US">
                <a:solidFill>
                  <a:srgbClr val="FF0000"/>
                </a:solidFill>
              </a:rPr>
              <a:t>broadens and overlaps with its neighbors, eventually becoming indistinguishable at the receiver input</a:t>
            </a:r>
            <a:r>
              <a:rPr lang="en-US"/>
              <a:t>.</a:t>
            </a:r>
            <a:endParaRPr/>
          </a:p>
        </p:txBody>
      </p:sp>
      <p:sp>
        <p:nvSpPr>
          <p:cNvPr id="2026586407"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745481902"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428567257"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0707023" name="Title 1"/>
          <p:cNvSpPr>
            <a:spLocks noChangeShapeType="1" noGrp="1"/>
          </p:cNvSpPr>
          <p:nvPr>
            <p:ph type="title"/>
          </p:nvPr>
        </p:nvSpPr>
        <p:spPr bwMode="auto">
          <a:xfrm>
            <a:off x="38062" y="-486585"/>
            <a:ext cx="9016058" cy="1250039"/>
          </a:xfrm>
          <a:prstGeom prst="rect">
            <a:avLst/>
          </a:prstGeom>
        </p:spPr>
        <p:txBody>
          <a:bodyPr lIns="91440" tIns="45720" rIns="91440" bIns="45720" anchor="b"/>
          <a:lstStyle>
            <a:lvl1pPr marL="0" indent="0" algn="ctr" defTabSz="914400" rtl="0">
              <a:lnSpc>
                <a:spcPct val="100000"/>
              </a:lnSpc>
              <a:spcBef>
                <a:spcPts val="0"/>
              </a:spcBef>
              <a:spcAft>
                <a:spcPts val="0"/>
              </a:spcAft>
              <a:buNone/>
              <a:defRPr sz="3600" b="1" i="0">
                <a:solidFill>
                  <a:schemeClr val="dk2"/>
                </a:solidFill>
                <a:latin typeface="Tahoma"/>
              </a:defRPr>
            </a:lvl1pPr>
            <a:lvl2pPr marL="0" indent="0" algn="ctr" defTabSz="914400" rtl="0">
              <a:lnSpc>
                <a:spcPct val="100000"/>
              </a:lnSpc>
              <a:spcBef>
                <a:spcPts val="0"/>
              </a:spcBef>
              <a:spcAft>
                <a:spcPts val="0"/>
              </a:spcAft>
              <a:buNone/>
              <a:defRPr sz="3600" b="1" i="0">
                <a:solidFill>
                  <a:schemeClr val="dk2"/>
                </a:solidFill>
                <a:latin typeface="Tahoma"/>
              </a:defRPr>
            </a:lvl2pPr>
            <a:lvl3pPr marL="0" indent="0" algn="ctr" defTabSz="914400" rtl="0">
              <a:lnSpc>
                <a:spcPct val="100000"/>
              </a:lnSpc>
              <a:spcBef>
                <a:spcPts val="0"/>
              </a:spcBef>
              <a:spcAft>
                <a:spcPts val="0"/>
              </a:spcAft>
              <a:buNone/>
              <a:defRPr sz="3600" b="1" i="0">
                <a:solidFill>
                  <a:schemeClr val="dk2"/>
                </a:solidFill>
                <a:latin typeface="Tahoma"/>
              </a:defRPr>
            </a:lvl3pPr>
            <a:lvl4pPr marL="0" indent="0" algn="ctr" defTabSz="914400" rtl="0">
              <a:lnSpc>
                <a:spcPct val="100000"/>
              </a:lnSpc>
              <a:spcBef>
                <a:spcPts val="0"/>
              </a:spcBef>
              <a:spcAft>
                <a:spcPts val="0"/>
              </a:spcAft>
              <a:buNone/>
              <a:defRPr sz="3600" b="1" i="0">
                <a:solidFill>
                  <a:schemeClr val="dk2"/>
                </a:solidFill>
                <a:latin typeface="Tahoma"/>
              </a:defRPr>
            </a:lvl4pPr>
            <a:lvl5pPr marL="0" indent="0" algn="ctr" defTabSz="914400" rtl="0">
              <a:lnSpc>
                <a:spcPct val="100000"/>
              </a:lnSpc>
              <a:spcBef>
                <a:spcPts val="0"/>
              </a:spcBef>
              <a:spcAft>
                <a:spcPts val="0"/>
              </a:spcAft>
              <a:buNone/>
              <a:defRPr sz="3600" b="1" i="0">
                <a:solidFill>
                  <a:schemeClr val="dk2"/>
                </a:solidFill>
                <a:latin typeface="Tahoma"/>
              </a:defRPr>
            </a:lvl5pPr>
          </a:lstStyle>
          <a:p>
            <a:pPr marL="0" lvl="0" indent="0">
              <a:spcBef>
                <a:spcPts val="0"/>
              </a:spcBef>
              <a:buNone/>
              <a:defRPr/>
            </a:pPr>
            <a:br>
              <a:rPr lang="en-US" sz="2800">
                <a:solidFill>
                  <a:schemeClr val="dk1"/>
                </a:solidFill>
              </a:rPr>
            </a:br>
            <a:r>
              <a:rPr lang="en-US" sz="2400">
                <a:solidFill>
                  <a:schemeClr val="dk1"/>
                </a:solidFill>
              </a:rPr>
              <a:t>An illustration using digital bit pattern 1011: broadening</a:t>
            </a:r>
            <a:br>
              <a:rPr lang="en-US" sz="2400">
                <a:solidFill>
                  <a:schemeClr val="dk1"/>
                </a:solidFill>
              </a:rPr>
            </a:br>
            <a:r>
              <a:rPr lang="en-US" sz="2400">
                <a:solidFill>
                  <a:schemeClr val="dk1"/>
                </a:solidFill>
              </a:rPr>
              <a:t>of light pulses as they are transmitted along a fiber</a:t>
            </a:r>
            <a:endParaRPr/>
          </a:p>
        </p:txBody>
      </p:sp>
      <p:sp>
        <p:nvSpPr>
          <p:cNvPr id="1531081150" name="Content Placeholder 2"/>
          <p:cNvSpPr>
            <a:spLocks noChangeShapeType="1" noGrp="1"/>
          </p:cNvSpPr>
          <p:nvPr>
            <p:ph type="obj"/>
          </p:nvPr>
        </p:nvSpPr>
        <p:spPr bwMode="auto">
          <a:xfrm flipH="0" flipV="0">
            <a:off x="38062" y="950795"/>
            <a:ext cx="2467379" cy="4956408"/>
          </a:xfrm>
          <a:prstGeom prst="rect">
            <a:avLst/>
          </a:prstGeom>
        </p:spPr>
        <p:txBody>
          <a:bodyPr wrap="square" lIns="91440" tIns="45720" rIns="91440" bIns="45720" anchor="t"/>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342900" lvl="0" indent="-342900">
              <a:spcBef>
                <a:spcPts val="0"/>
              </a:spcBef>
              <a:buClr>
                <a:srgbClr val="3333CC"/>
              </a:buClr>
              <a:buSzPct val="60000"/>
              <a:buFont typeface="Wingdings"/>
              <a:buChar char="n"/>
              <a:defRPr/>
            </a:pPr>
            <a:r>
              <a:rPr lang="en-US"/>
              <a:t>:</a:t>
            </a:r>
            <a:endParaRPr/>
          </a:p>
          <a:p>
            <a:pPr marL="342900" lvl="0" indent="-342900">
              <a:spcBef>
                <a:spcPts val="0"/>
              </a:spcBef>
              <a:buClr>
                <a:srgbClr val="3333CC"/>
              </a:buClr>
              <a:buSzPct val="60000"/>
              <a:buFont typeface="Wingdings"/>
              <a:buChar char="n"/>
              <a:defRPr/>
            </a:pPr>
            <a:endParaRPr lang="en-US"/>
          </a:p>
          <a:p>
            <a:pPr marL="342900" lvl="0" indent="-342900">
              <a:spcBef>
                <a:spcPts val="0"/>
              </a:spcBef>
              <a:buClr>
                <a:srgbClr val="3333CC"/>
              </a:buClr>
              <a:buSzPct val="60000"/>
              <a:buFont typeface="Wingdings"/>
              <a:buChar char="n"/>
              <a:defRPr/>
            </a:pPr>
            <a:endParaRPr lang="en-US"/>
          </a:p>
          <a:p>
            <a:pPr marL="342900" lvl="0" indent="-342900">
              <a:spcBef>
                <a:spcPts val="0"/>
              </a:spcBef>
              <a:buClr>
                <a:srgbClr val="3333CC"/>
              </a:buClr>
              <a:buSzPct val="60000"/>
              <a:buFont typeface="Wingdings"/>
              <a:buChar char="n"/>
              <a:defRPr/>
            </a:pPr>
            <a:r>
              <a:rPr lang="en-US"/>
              <a:t> (a) fiber input; </a:t>
            </a:r>
            <a:endParaRPr/>
          </a:p>
          <a:p>
            <a:pPr marL="342900" lvl="0" indent="-342900">
              <a:spcBef>
                <a:spcPts val="0"/>
              </a:spcBef>
              <a:buClr>
                <a:srgbClr val="3333CC"/>
              </a:buClr>
              <a:buSzPct val="60000"/>
              <a:buFont typeface="Wingdings"/>
              <a:buChar char="n"/>
              <a:defRPr/>
            </a:pPr>
            <a:r>
              <a:rPr lang="en-US"/>
              <a:t>(b) fiber output at a distance </a:t>
            </a:r>
            <a:r>
              <a:rPr lang="en-US" b="0" i="1" u="none"/>
              <a:t>L1; </a:t>
            </a:r>
            <a:endParaRPr/>
          </a:p>
          <a:p>
            <a:pPr marL="342900" lvl="0" indent="-342900">
              <a:spcBef>
                <a:spcPts val="0"/>
              </a:spcBef>
              <a:buClr>
                <a:srgbClr val="3333CC"/>
              </a:buClr>
              <a:buSzPct val="60000"/>
              <a:buFont typeface="Wingdings"/>
              <a:buChar char="n"/>
              <a:defRPr/>
            </a:pPr>
            <a:r>
              <a:rPr lang="en-US" b="0" i="1" u="none"/>
              <a:t>(c) fiber output at a distance L2 &gt; L1</a:t>
            </a:r>
            <a:endParaRPr/>
          </a:p>
        </p:txBody>
      </p:sp>
      <p:sp>
        <p:nvSpPr>
          <p:cNvPr id="1785752090" name="Date Placeholder 3"/>
          <p:cNvSpPr txBox="1">
            <a:spLocks noChangeShapeType="1" noGrp="1"/>
          </p:cNvSpPr>
          <p:nvPr>
            <p:ph type="dt"/>
          </p:nvPr>
        </p:nvSpPr>
        <p:spPr bwMode="auto">
          <a:xfrm>
            <a:off x="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nSpc>
                <a:spcPct val="100000"/>
              </a:lnSpc>
              <a:spcBef>
                <a:spcPts val="0"/>
              </a:spcBef>
              <a:buNone/>
              <a:defRPr/>
            </a:pPr>
            <a:fld id="{D7E01130-044F-4930-9A27-C729C70D8524}" type="datetime1">
              <a:rPr lang="en-US" sz="1200"/>
              <a:t>*</a:t>
            </a:fld>
            <a:endParaRPr/>
          </a:p>
        </p:txBody>
      </p:sp>
      <p:sp>
        <p:nvSpPr>
          <p:cNvPr id="610311688" name="Footer Placeholder 4"/>
          <p:cNvSpPr txBox="1">
            <a:spLocks noChangeShapeType="1" noGrp="1"/>
          </p:cNvSpPr>
          <p:nvPr/>
        </p:nvSpPr>
        <p:spPr bwMode="auto">
          <a:xfrm>
            <a:off x="3276600" y="6477000"/>
            <a:ext cx="2895600" cy="3810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ctr">
              <a:lnSpc>
                <a:spcPct val="100000"/>
              </a:lnSpc>
              <a:spcBef>
                <a:spcPts val="0"/>
              </a:spcBef>
              <a:buNone/>
              <a:defRPr/>
            </a:pPr>
            <a:r>
              <a:rPr lang="en-US" sz="1200"/>
              <a:t>Data Mining: Concepts and Techniques</a:t>
            </a:r>
            <a:endParaRPr/>
          </a:p>
        </p:txBody>
      </p:sp>
      <p:sp>
        <p:nvSpPr>
          <p:cNvPr id="1401196775" name="Slide Number Placeholder 5"/>
          <p:cNvSpPr txBox="1">
            <a:spLocks noChangeShapeType="1" noGrp="1"/>
          </p:cNvSpPr>
          <p:nvPr>
            <p:ph type="sldNum"/>
          </p:nvPr>
        </p:nvSpPr>
        <p:spPr bwMode="auto">
          <a:xfrm>
            <a:off x="7239000" y="6400800"/>
            <a:ext cx="1905000" cy="457200"/>
          </a:xfrm>
          <a:prstGeom prst="rect">
            <a:avLst/>
          </a:prstGeom>
          <a:noFill/>
        </p:spPr>
        <p:txBody>
          <a:bodyPr lIns="91440" tIns="45720" rIns="91440" bIns="45720" anchor="b"/>
          <a:lstStyle>
            <a:lvl1pPr marL="342900" indent="0" algn="l" defTabSz="914400" rtl="0">
              <a:lnSpc>
                <a:spcPct val="80000"/>
              </a:lnSpc>
              <a:spcBef>
                <a:spcPts val="0"/>
              </a:spcBef>
              <a:spcAft>
                <a:spcPts val="0"/>
              </a:spcAft>
              <a:buClr>
                <a:srgbClr val="3333CC"/>
              </a:buClr>
              <a:buSzPct val="60000"/>
              <a:buChar char="n"/>
              <a:defRPr sz="2800" b="0" i="0">
                <a:solidFill>
                  <a:schemeClr val="dk1"/>
                </a:solidFill>
                <a:latin typeface="Tahoma"/>
              </a:defRPr>
            </a:lvl1pPr>
            <a:lvl2pPr marL="742950" indent="457200" algn="l" defTabSz="914400" rtl="0">
              <a:lnSpc>
                <a:spcPct val="80000"/>
              </a:lnSpc>
              <a:spcBef>
                <a:spcPts val="0"/>
              </a:spcBef>
              <a:spcAft>
                <a:spcPts val="0"/>
              </a:spcAft>
              <a:buClr>
                <a:srgbClr val="FF0000"/>
              </a:buClr>
              <a:buSzPct val="55000"/>
              <a:buChar char="n"/>
              <a:defRPr sz="2400" b="0" i="0">
                <a:solidFill>
                  <a:schemeClr val="dk1"/>
                </a:solidFill>
                <a:latin typeface="Tahoma"/>
              </a:defRPr>
            </a:lvl2pPr>
            <a:lvl3pPr marL="1143000" indent="914400" algn="l" defTabSz="914400" rtl="0">
              <a:lnSpc>
                <a:spcPct val="80000"/>
              </a:lnSpc>
              <a:spcBef>
                <a:spcPts val="0"/>
              </a:spcBef>
              <a:spcAft>
                <a:spcPts val="0"/>
              </a:spcAft>
              <a:buClr>
                <a:srgbClr val="3333CC"/>
              </a:buClr>
              <a:buSzPct val="50000"/>
              <a:buChar char="n"/>
              <a:defRPr sz="2400" b="0" i="0">
                <a:solidFill>
                  <a:schemeClr val="dk1"/>
                </a:solidFill>
                <a:latin typeface="Tahoma"/>
              </a:defRPr>
            </a:lvl3pPr>
            <a:lvl4pPr marL="1600200" indent="1371600" algn="l" defTabSz="914400" rtl="0">
              <a:lnSpc>
                <a:spcPct val="80000"/>
              </a:lnSpc>
              <a:spcBef>
                <a:spcPts val="0"/>
              </a:spcBef>
              <a:spcAft>
                <a:spcPts val="0"/>
              </a:spcAft>
              <a:buClr>
                <a:srgbClr val="FFCF01"/>
              </a:buClr>
              <a:buSzPct val="55000"/>
              <a:buChar char="n"/>
              <a:defRPr sz="2000" b="0" i="0">
                <a:solidFill>
                  <a:schemeClr val="dk1"/>
                </a:solidFill>
                <a:latin typeface="Tahoma"/>
              </a:defRPr>
            </a:lvl4pPr>
            <a:lvl5pPr marL="2057400" indent="1828800" algn="l" defTabSz="914400" rtl="0">
              <a:lnSpc>
                <a:spcPct val="80000"/>
              </a:lnSpc>
              <a:spcBef>
                <a:spcPts val="0"/>
              </a:spcBef>
              <a:spcAft>
                <a:spcPts val="0"/>
              </a:spcAft>
              <a:buClr>
                <a:srgbClr val="00E4A8"/>
              </a:buClr>
              <a:buSzPct val="50000"/>
              <a:buChar char="n"/>
              <a:defRPr sz="2000" b="0" i="0">
                <a:solidFill>
                  <a:schemeClr val="dk1"/>
                </a:solidFill>
                <a:latin typeface="Tahoma"/>
              </a:defRPr>
            </a:lvl5pPr>
          </a:lstStyle>
          <a:p>
            <a:pPr marL="0" lvl="0" indent="0" algn="r">
              <a:lnSpc>
                <a:spcPct val="100000"/>
              </a:lnSpc>
              <a:spcBef>
                <a:spcPts val="0"/>
              </a:spcBef>
              <a:buNone/>
              <a:defRPr/>
            </a:pPr>
            <a:fld id="{D038279B-FC19-497E-A7D1-5ADD9CAF016F}" type="slidenum">
              <a:rPr lang="en-US" sz="1400"/>
              <a:t>*</a:t>
            </a:fld>
            <a:endParaRPr/>
          </a:p>
        </p:txBody>
      </p:sp>
      <p:pic>
        <p:nvPicPr>
          <p:cNvPr id="250238334" name="Picture 2"/>
          <p:cNvPicPr>
            <a:picLocks noChangeAspect="1" noGrp="1"/>
          </p:cNvPicPr>
          <p:nvPr/>
        </p:nvPicPr>
        <p:blipFill rotWithShape="1">
          <a:blip r:embed="rId3"/>
          <a:stretch/>
        </p:blipFill>
        <p:spPr bwMode="auto">
          <a:xfrm>
            <a:off x="2349499" y="1154994"/>
            <a:ext cx="6767511" cy="57912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lends">
  <a:themeElements>
    <a:clrScheme name="Default">
      <a:dk1>
        <a:srgbClr val="000000"/>
      </a:dk1>
      <a:lt1>
        <a:srgbClr val="FFFFFF"/>
      </a:lt1>
      <a:dk2>
        <a:srgbClr val="333399"/>
      </a:dk2>
      <a:lt2>
        <a:srgbClr val="1C1C1C"/>
      </a:lt2>
      <a:accent1>
        <a:srgbClr val="00E4A8"/>
      </a:accent1>
      <a:accent2>
        <a:srgbClr val="FFCF01"/>
      </a:accent2>
      <a:accent3>
        <a:srgbClr val="AAAAAA"/>
      </a:accent3>
      <a:accent4>
        <a:srgbClr val="DCDCDC"/>
      </a:accent4>
      <a:accent5>
        <a:srgbClr val="DBF1FA"/>
      </a:accent5>
      <a:accent6>
        <a:srgbClr val="4B9DCA"/>
      </a:accent6>
      <a:hlink>
        <a:srgbClr val="FF0000"/>
      </a:hlink>
      <a:folHlink>
        <a:srgbClr val="3333CC"/>
      </a:folHlink>
    </a:clrScheme>
    <a:fontScheme name="default">
      <a:majorFont>
        <a:latin typeface="Tahoma"/>
        <a:ea typeface="Arial"/>
        <a:cs typeface="Arial"/>
      </a:majorFont>
      <a:minorFont>
        <a:latin typeface="Arial"/>
        <a:ea typeface="Arial"/>
        <a:cs typeface="Arial"/>
      </a:minorFont>
    </a:fontScheme>
    <a:fmtScheme name="Default">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Blends 1">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DBF1FA"/>
        </a:accent5>
        <a:accent6>
          <a:srgbClr val="4B9DCA"/>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AAAAAA"/>
        </a:accent3>
        <a:accent4>
          <a:srgbClr val="DCDCDC"/>
        </a:accent4>
        <a:accent5>
          <a:srgbClr val="DBF1FA"/>
        </a:accent5>
        <a:accent6>
          <a:srgbClr val="4B9DCA"/>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AAAAAA"/>
        </a:accent3>
        <a:accent4>
          <a:srgbClr val="DCDCDC"/>
        </a:accent4>
        <a:accent5>
          <a:srgbClr val="DBF1FA"/>
        </a:accent5>
        <a:accent6>
          <a:srgbClr val="4B9DCA"/>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FFFFFF"/>
        </a:dk1>
        <a:lt1>
          <a:srgbClr val="0000CC"/>
        </a:lt1>
        <a:dk2>
          <a:srgbClr val="FFFFCC"/>
        </a:dk2>
        <a:lt2>
          <a:srgbClr val="000094"/>
        </a:lt2>
        <a:accent1>
          <a:srgbClr val="3193FF"/>
        </a:accent1>
        <a:accent2>
          <a:srgbClr val="9900FF"/>
        </a:accent2>
        <a:accent3>
          <a:srgbClr val="AAAAAA"/>
        </a:accent3>
        <a:accent4>
          <a:srgbClr val="DCDCDC"/>
        </a:accent4>
        <a:accent5>
          <a:srgbClr val="DBF1FA"/>
        </a:accent5>
        <a:accent6>
          <a:srgbClr val="4B9DCA"/>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AAAAAA"/>
        </a:accent3>
        <a:accent4>
          <a:srgbClr val="DCDCDC"/>
        </a:accent4>
        <a:accent5>
          <a:srgbClr val="DBF1FA"/>
        </a:accent5>
        <a:accent6>
          <a:srgbClr val="4B9DCA"/>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AAAAAA"/>
        </a:accent3>
        <a:accent4>
          <a:srgbClr val="DCDCDC"/>
        </a:accent4>
        <a:accent5>
          <a:srgbClr val="DBF1FA"/>
        </a:accent5>
        <a:accent6>
          <a:srgbClr val="4B9DCA"/>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AAAAAA"/>
        </a:accent3>
        <a:accent4>
          <a:srgbClr val="DCDCDC"/>
        </a:accent4>
        <a:accent5>
          <a:srgbClr val="DBF1FA"/>
        </a:accent5>
        <a:accent6>
          <a:srgbClr val="4B9DCA"/>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Default">
  <a:themeElements>
    <a:clrScheme name="Default">
      <a:dk1>
        <a:srgbClr val="000000"/>
      </a:dk1>
      <a:lt1>
        <a:srgbClr val="FFFFFF"/>
      </a:lt1>
      <a:dk2>
        <a:srgbClr val="000000"/>
      </a:dk2>
      <a:lt2>
        <a:srgbClr val="808080"/>
      </a:lt2>
      <a:accent1>
        <a:srgbClr val="00CC99"/>
      </a:accent1>
      <a:accent2>
        <a:srgbClr val="3333CC"/>
      </a:accent2>
      <a:accent3>
        <a:srgbClr val="AAAAAA"/>
      </a:accent3>
      <a:accent4>
        <a:srgbClr val="DCDCDC"/>
      </a:accent4>
      <a:accent5>
        <a:srgbClr val="DBF1FA"/>
      </a:accent5>
      <a:accent6>
        <a:srgbClr val="4B9DCA"/>
      </a:accent6>
      <a:hlink>
        <a:srgbClr val="CCCCFF"/>
      </a:hlink>
      <a:folHlink>
        <a:srgbClr val="B2B2B2"/>
      </a:folHlink>
    </a:clrScheme>
    <a:fontScheme name="default">
      <a:majorFont>
        <a:latin typeface="Tahoma"/>
        <a:ea typeface="Arial"/>
        <a:cs typeface="Arial"/>
      </a:majorFont>
      <a:minorFont>
        <a:latin typeface="Arial"/>
        <a:ea typeface="Arial"/>
        <a:cs typeface="Arial"/>
      </a:minorFont>
    </a:fontScheme>
    <a:fmtScheme name="Default">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0</Words>
  <Application>ONLYOFFICE/9.3.1.8</Application>
  <PresentationFormat>On-screen Show (4:3)</PresentationFormat>
  <Paragraphs>0</Paragraphs>
  <Slides>23</Slides>
  <Notes>23</Notes>
  <HiddenSlides>0</HiddenSlides>
  <MMClips>2</MMClips>
  <ScaleCrop>0</ScaleCrop>
  <HeadingPairs>
    <vt:vector size="4" baseType="variant">
      <vt:variant>
        <vt:lpstr>Theme</vt:lpstr>
      </vt:variant>
      <vt:variant>
        <vt:i4>1</vt:i4>
      </vt:variant>
      <vt:variant>
        <vt:lpstr>Slide Titles</vt:lpstr>
      </vt:variant>
      <vt:variant>
        <vt:i4>23</vt:i4>
      </vt:variant>
    </vt:vector>
  </HeadingPairs>
  <TitlesOfParts>
    <vt:vector size="2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cs412slides</dc:title>
  <dc:creator>Jiawei Han</dc:creator>
  <cp:lastModifiedBy/>
  <cp:revision>417</cp:revision>
  <dcterms:created xsi:type="dcterms:W3CDTF">1999-12-01T22:01:00Z</dcterms:created>
  <dcterms:modified xsi:type="dcterms:W3CDTF">2026-04-02T11:35:14Z</dcterms:modified>
</cp:coreProperties>
</file>