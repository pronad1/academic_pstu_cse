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"/>
  </p:notesMasterIdLst>
  <p:sldIdLst>
    <p:sldId id="256" r:id="rId4"/>
    <p:sldId id="257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 /><Relationship Id="rId11" Type="http://schemas.openxmlformats.org/officeDocument/2006/relationships/tableStyles" Target="tableStyles.xml" /><Relationship Id="rId1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177867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9677247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85240901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82284229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8813707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95805458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433243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260592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7535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94BD49-A6A8-3515-FEED-71B5DB64D3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11B62E8-15B7-008B-D340-B0C2FD8BA2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BF91A8-6308-8EE7-348E-C9257BBD816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35599B-104E-EA48-BDCC-BBAF9536FA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1003871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38504051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7613722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8323525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946034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63640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699538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1979397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2660135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9721368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0477293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0001308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4931047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6089125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554205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144423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08559280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8800263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7594386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8811497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5400630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9136775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9503066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090084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3970920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368296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590811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3241889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5335542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237537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33439818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391877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6889758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602554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39967207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2272530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7731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48772548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307480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9367340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5774503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6382386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061260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66109697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63944925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5898971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2337293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6763206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6793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5268049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7174680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4184764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578781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9846676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8325951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1672137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329034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7332245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3390733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4626698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0751108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1793964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5470287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401048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76299" y="500062"/>
            <a:ext cx="10439399" cy="5857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7115194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00112" y="509587"/>
            <a:ext cx="10391774" cy="58388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0167170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00112" y="504824"/>
            <a:ext cx="10391774" cy="58483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3590512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90587" y="509587"/>
            <a:ext cx="10410824" cy="58388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6472421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19162" y="523874"/>
            <a:ext cx="10353674" cy="5810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ONLYOFFICE/9.3.1.8</Application>
  <PresentationFormat>On-screen Show (4:3)</PresentationFormat>
  <Paragraphs>0</Paragraphs>
  <Slides>5</Slides>
  <Notes>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Theme 1</vt:lpstr>
      <vt:lpstr>Slide 1</vt:lpstr>
      <vt:lpstr>Slide 2</vt:lpstr>
      <vt:lpstr>Slide 3</vt:lpstr>
      <vt:lpstr>Slide 4</vt:lpstr>
      <vt:lpstr>Slide 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2026-04-14T10:56:20Z</dcterms:modified>
</cp:coreProperties>
</file>