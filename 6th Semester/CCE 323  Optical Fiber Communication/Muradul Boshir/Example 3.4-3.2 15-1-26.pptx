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4" name="Date Placeholder 3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5A523-573C-62BF-42C6-F492195CE2FE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DD43E-5FC3-3B3B-72CD-2E76FB3929EF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2A8DED-398A-E57E-0DD1-C00D0C35F24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210D6-52FF-2782-CD36-58B6DB3CE25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DE6B3D-C06C-251C-9490-076566C0BB0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036E0A-2E4C-765D-39FD-A2213D82B86D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3050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13502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097959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953141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3265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481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10466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99608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2036752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2927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36722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26329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6139903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70045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0511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07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0141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49635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15420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22605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66951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33552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78944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2996840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01966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7975270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82800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4787034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99210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30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7953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6413440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596034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8671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88866020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4407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78335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61194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76271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2697040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9353991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521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4642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930349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86516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6301725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8013034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6581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325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04177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13872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436014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51935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6586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7273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3052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6652202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9785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52135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6755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18715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A0CB4C-5559-475B-830B-093C2DBE2538}" type="datetimeFigureOut">
              <a:rPr lang="en-US"/>
            </a:fld>
            <a:endParaRPr lang="en-US"/>
          </a:p>
        </p:txBody>
      </p:sp>
      <p:sp>
        <p:nvSpPr>
          <p:cNvPr id="12550102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84991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EEFF7F-0A2A-489A-9962-FBDAE4758270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2278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672235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915030931" name="Picture 5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649361" y="454717"/>
            <a:ext cx="11082391" cy="6294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244068" name="Picture 3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-131255" y="179815"/>
            <a:ext cx="10924032" cy="6467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494622" name="Content Placeholder 2"/>
          <p:cNvSpPr>
            <a:spLocks noGrp="1"/>
          </p:cNvSpPr>
          <p:nvPr>
            <p:ph idx="1"/>
          </p:nvPr>
        </p:nvSpPr>
        <p:spPr bwMode="auto">
          <a:xfrm>
            <a:off x="3120449" y="0"/>
            <a:ext cx="8324791" cy="1325563"/>
          </a:xfrm>
        </p:spPr>
        <p:txBody>
          <a:bodyPr/>
          <a:lstStyle/>
          <a:p>
            <a:pPr>
              <a:defRPr/>
            </a:pPr>
            <a:r>
              <a:rPr lang="en-US"/>
              <a:t>This equation is commonly used in optical fiber communication to calculate the critical bending radius of an optical fiber.</a:t>
            </a:r>
            <a:endParaRPr lang="en-US"/>
          </a:p>
        </p:txBody>
      </p:sp>
      <p:pic>
        <p:nvPicPr>
          <p:cNvPr id="1972859448" name="Picture 3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072573" y="105568"/>
            <a:ext cx="2047875" cy="1114425"/>
          </a:xfrm>
          <a:prstGeom prst="rect">
            <a:avLst/>
          </a:prstGeom>
        </p:spPr>
      </p:pic>
      <p:pic>
        <p:nvPicPr>
          <p:cNvPr id="2013312070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770769" y="1607245"/>
            <a:ext cx="6954220" cy="5326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45049" name="Content Placeholder 2"/>
          <p:cNvSpPr>
            <a:spLocks noGrp="1"/>
          </p:cNvSpPr>
          <p:nvPr>
            <p:ph idx="1"/>
          </p:nvPr>
        </p:nvSpPr>
        <p:spPr bwMode="auto">
          <a:xfrm>
            <a:off x="3120449" y="0"/>
            <a:ext cx="8324791" cy="1325563"/>
          </a:xfrm>
        </p:spPr>
        <p:txBody>
          <a:bodyPr/>
          <a:lstStyle/>
          <a:p>
            <a:pPr>
              <a:defRPr/>
            </a:pPr>
            <a:r>
              <a:rPr lang="en-US"/>
              <a:t>This equation is commonly used in optical fiber communication to calculate the critical bending radius of an optical fiber.</a:t>
            </a:r>
            <a:endParaRPr lang="en-US"/>
          </a:p>
        </p:txBody>
      </p:sp>
      <p:pic>
        <p:nvPicPr>
          <p:cNvPr id="1973888532" name="Picture 3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253562" y="278487"/>
            <a:ext cx="2047875" cy="1114425"/>
          </a:xfrm>
          <a:prstGeom prst="rect">
            <a:avLst/>
          </a:prstGeom>
        </p:spPr>
      </p:pic>
      <p:pic>
        <p:nvPicPr>
          <p:cNvPr id="1736188483" name="Picture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420250" y="2000990"/>
            <a:ext cx="4991797" cy="30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7166829" name="Picture 3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614362" y="85725"/>
            <a:ext cx="1216818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435026" name="Picture 3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2058147" y="-26420"/>
            <a:ext cx="9886201" cy="6796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WPS Presentation</Application>
  <PresentationFormat>On-screen Show (4:3)</PresentationFormat>
  <Paragraphs>4</Paragraphs>
  <Slides>6</Slides>
  <Notes>6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PROSENJIT MONDOL</cp:lastModifiedBy>
  <cp:revision>4</cp:revision>
  <dcterms:created xsi:type="dcterms:W3CDTF">2026-01-15T04:05:00Z</dcterms:created>
  <dcterms:modified xsi:type="dcterms:W3CDTF">2026-04-02T17:59:44Z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3DA9F89C50FD406E96D3825434C454C7_12</vt:lpwstr>
  </property>
  <property fmtid="{D5CDD505-2E9C-101B-9397-08002B2CF9AE}" pid="3" name="KSOProductBuildVer">
    <vt:lpwstr>1033-12.2.0.20323</vt:lpwstr>
  </property>
</Properties>
</file>