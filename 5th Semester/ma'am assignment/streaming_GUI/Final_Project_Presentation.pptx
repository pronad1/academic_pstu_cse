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UDP-Based Media Streaming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Lab Project Implementation</a:t>
            </a:r>
          </a:p>
          <a:p>
            <a:r>
              <a:t>Connectionless Sockets &amp; Random Packet Distribution</a:t>
            </a:r>
          </a:p>
          <a:p/>
          <a:p>
            <a:r>
              <a:t>Presented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Develop a client-server multimedia streaming application.</a:t>
            </a:r>
          </a:p>
          <a:p>
            <a:pPr>
              <a:defRPr sz="2000"/>
            </a:pPr>
            <a:r>
              <a:t>Utilize Connectionless Sockets (UDP) instead of TCP.</a:t>
            </a:r>
          </a:p>
          <a:p>
            <a:pPr>
              <a:defRPr sz="2000"/>
            </a:pPr>
            <a:r>
              <a:t>Implement random data packet sizes (1000-2000 bytes).</a:t>
            </a:r>
          </a:p>
          <a:p>
            <a:pPr>
              <a:defRPr sz="2000"/>
            </a:pPr>
            <a:r>
              <a:t>Achieve Progressive Playback (Watch while downloading).</a:t>
            </a:r>
          </a:p>
          <a:p>
            <a:pPr>
              <a:defRPr sz="2000"/>
            </a:pPr>
            <a:r>
              <a:t>Create a user-friendly GUI for easy operation.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Requirements (The Problem)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Protocol: Application must use UDP datagrams.</a:t>
            </a:r>
          </a:p>
          <a:p>
            <a:pPr>
              <a:defRPr sz="2000"/>
            </a:pPr>
            <a:r>
              <a:t>2. Server: Read file chunks randomly between 1000-2000 bytes.</a:t>
            </a:r>
          </a:p>
          <a:p>
            <a:pPr>
              <a:defRPr sz="2000"/>
            </a:pPr>
            <a:r>
              <a:t>3. Variable Packets: Handle last packet size &lt; 1000 bytes.</a:t>
            </a:r>
          </a:p>
          <a:p>
            <a:pPr>
              <a:defRPr sz="2000"/>
            </a:pPr>
            <a:r>
              <a:t>4. Client: Receive bytes and reconstruct the media file.</a:t>
            </a:r>
          </a:p>
          <a:p>
            <a:pPr>
              <a:defRPr sz="2000"/>
            </a:pPr>
            <a:r>
              <a:t>5. Playback: Launch media player automatically once buffer is filled.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UDP for Streaming?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TCP (Transmission Control Protocol):</a:t>
            </a:r>
          </a:p>
          <a:p>
            <a:pPr>
              <a:defRPr sz="2000"/>
            </a:pPr>
            <a:r>
              <a:t> - Reliable but slow (Handshakes, ACKs, Retransmission).</a:t>
            </a:r>
          </a:p>
          <a:p>
            <a:pPr>
              <a:defRPr sz="2000"/>
            </a:pPr>
            <a:r>
              <a:t> - High latency is bad for real-time video.</a:t>
            </a:r>
          </a:p>
          <a:p>
            <a:pPr>
              <a:defRPr sz="2000"/>
            </a:pPr>
            <a:r>
              <a:t>UDP (User Datagram Protocol):</a:t>
            </a:r>
          </a:p>
          <a:p>
            <a:pPr>
              <a:defRPr sz="2000"/>
            </a:pPr>
            <a:r>
              <a:t> - Connectionless (No handshake).</a:t>
            </a:r>
          </a:p>
          <a:p>
            <a:pPr>
              <a:defRPr sz="2000"/>
            </a:pPr>
            <a:r>
              <a:t> - 'Best Effort' delivery (Fast).</a:t>
            </a:r>
          </a:p>
          <a:p>
            <a:pPr>
              <a:defRPr sz="2000"/>
            </a:pPr>
            <a:r>
              <a:t> - Ideal for streaming where speed &gt; 100%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Request: Client sends 'START' command to Server.</a:t>
            </a:r>
          </a:p>
          <a:p>
            <a:pPr>
              <a:defRPr sz="2000"/>
            </a:pPr>
            <a:r>
              <a:t>2. Processing: Server reads file in random chunks.</a:t>
            </a:r>
          </a:p>
          <a:p>
            <a:pPr>
              <a:defRPr sz="2000"/>
            </a:pPr>
            <a:r>
              <a:t>3. Transport: Chunks sent as UDP Datagrams over network.</a:t>
            </a:r>
          </a:p>
          <a:p>
            <a:pPr>
              <a:defRPr sz="2000"/>
            </a:pPr>
            <a:r>
              <a:t>4. Assembly: Client writes received bytes to temp file.</a:t>
            </a:r>
          </a:p>
          <a:p>
            <a:pPr>
              <a:defRPr sz="2000"/>
            </a:pPr>
            <a:r>
              <a:t>5. Trigger: Media player launches when buffer hits 100KB.</a:t>
            </a:r>
          </a:p>
          <a:p>
            <a:pPr>
              <a:defRPr sz="2000"/>
            </a:pPr>
            <a:r>
              <a:t>(Visual diagram to be explained during demo)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Implementation: Server Side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Meeting the Random Size Requirement: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chunk_size = random.randint(1000, 2000)</a:t>
            </a:r>
          </a:p>
          <a:p>
            <a:pPr>
              <a:defRPr sz="2000"/>
            </a:pPr>
            <a:r>
              <a:t>chunk = file.read(chunk_size)</a:t>
            </a:r>
          </a:p>
          <a:p>
            <a:pPr>
              <a:defRPr sz="2000"/>
            </a:pPr>
            <a:r>
              <a:t>server_socket.sendto(chunk, client_address)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- Uses Python 'random' library.</a:t>
            </a:r>
          </a:p>
          <a:p>
            <a:pPr>
              <a:defRPr sz="2000"/>
            </a:pPr>
            <a:r>
              <a:t>- Dynamically changes size for every packet.</a:t>
            </a:r>
          </a:p>
          <a:p>
            <a:pPr>
              <a:defRPr sz="2000"/>
            </a:pPr>
            <a:r>
              <a:t>- Handles End-of-File naturally.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Implementation: Client Side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Meeting the Playback Requirement:</a:t>
            </a:r>
          </a:p>
          <a:p>
            <a:pPr>
              <a:defRPr sz="2000"/>
            </a:pPr>
            <a:r>
              <a:t>- Multi-threaded approach (GUI + Receiver Thread).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if bytes_received &gt;= BUFFER_THRESHOLD:</a:t>
            </a:r>
          </a:p>
          <a:p>
            <a:pPr>
              <a:defRPr sz="2000"/>
            </a:pPr>
            <a:r>
              <a:t>    if not playback_started:</a:t>
            </a:r>
          </a:p>
          <a:p>
            <a:pPr>
              <a:defRPr sz="2000"/>
            </a:pPr>
            <a:r>
              <a:t>        launch_media_player()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- Ensures video plays before download completes.</a:t>
            </a:r>
          </a:p>
          <a:p>
            <a:pPr>
              <a:defRPr sz="2000"/>
            </a:pPr>
            <a:r>
              <a:t>- Keeps UI responsive during transfer.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Built with Python Tkinter.</a:t>
            </a:r>
          </a:p>
          <a:p>
            <a:pPr>
              <a:defRPr sz="2000"/>
            </a:pPr>
            <a:r>
              <a:t>Dual Functionality: Acts as both Client and Server.</a:t>
            </a:r>
          </a:p>
          <a:p>
            <a:pPr>
              <a:defRPr sz="2000"/>
            </a:pPr>
            <a:r>
              <a:t>Real-time Statistics:</a:t>
            </a:r>
          </a:p>
          <a:p>
            <a:pPr>
              <a:defRPr sz="2000"/>
            </a:pPr>
            <a:r>
              <a:t> - Download Speed (KB/s)</a:t>
            </a:r>
          </a:p>
          <a:p>
            <a:pPr>
              <a:defRPr sz="2000"/>
            </a:pPr>
            <a:r>
              <a:t> - Progress Bar &amp; Percentage</a:t>
            </a:r>
          </a:p>
          <a:p>
            <a:pPr>
              <a:defRPr sz="2000"/>
            </a:pPr>
            <a:r>
              <a:t> - ETA Calculator</a:t>
            </a:r>
          </a:p>
          <a:p>
            <a:pPr>
              <a:defRPr sz="2000"/>
            </a:pPr>
            <a:r>
              <a:t>Robust Error Handling &amp; Logging.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Switching to Application View...</a:t>
            </a:r>
          </a:p>
          <a:p>
            <a:r>
              <a:t>1. Server Setup &amp; File Selection</a:t>
            </a:r>
          </a:p>
          <a:p>
            <a:r>
              <a:t>2. Client Connection</a:t>
            </a:r>
          </a:p>
          <a:p>
            <a:r>
              <a:t>3. Streaming &amp; Playback Verification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Summary:</a:t>
            </a:r>
          </a:p>
          <a:p>
            <a:pPr>
              <a:defRPr sz="2000"/>
            </a:pPr>
            <a:r>
              <a:t>- Successfully implemented connectionless streaming.</a:t>
            </a:r>
          </a:p>
          <a:p>
            <a:pPr>
              <a:defRPr sz="2000"/>
            </a:pPr>
            <a:r>
              <a:t>- Met all strict packet size requirements.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Future Improvements:</a:t>
            </a:r>
          </a:p>
          <a:p>
            <a:pPr>
              <a:defRPr sz="2000"/>
            </a:pPr>
            <a:r>
              <a:t>- Add Sequence Numbers for packet ordering.</a:t>
            </a:r>
          </a:p>
          <a:p>
            <a:pPr>
              <a:defRPr sz="2000"/>
            </a:pPr>
            <a:r>
              <a:t>- Implement reliability layer (ACKs) if needed.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