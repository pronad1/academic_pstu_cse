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121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UDP-Based Media Streaming Application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5DB2272-90CE-E47E-EF6F-85BCA91EF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364372"/>
            <a:ext cx="6400800" cy="1752600"/>
          </a:xfrm>
        </p:spPr>
        <p:txBody>
          <a:bodyPr/>
          <a:lstStyle/>
          <a:p>
            <a:r>
              <a:rPr lang="en-US" dirty="0"/>
              <a:t>Prosenjit Mondol</a:t>
            </a:r>
          </a:p>
          <a:p>
            <a:r>
              <a:rPr lang="en-US" sz="2800" dirty="0"/>
              <a:t>ID-2102049</a:t>
            </a:r>
          </a:p>
          <a:p>
            <a:r>
              <a:rPr lang="en-US" sz="2800" dirty="0"/>
              <a:t>Reg-10176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Develop a client-server multimedia streaming application.</a:t>
            </a:r>
          </a:p>
          <a:p>
            <a:pPr>
              <a:defRPr sz="2000"/>
            </a:pPr>
            <a:r>
              <a:rPr dirty="0"/>
              <a:t>Utilize Connectionless Sockets (UDP) instead of TCP.</a:t>
            </a:r>
          </a:p>
          <a:p>
            <a:pPr>
              <a:defRPr sz="2000"/>
            </a:pPr>
            <a:r>
              <a:rPr dirty="0"/>
              <a:t>Implement random data packet sizes (1000-2000 bytes).</a:t>
            </a:r>
          </a:p>
          <a:p>
            <a:pPr>
              <a:defRPr sz="2000"/>
            </a:pPr>
            <a:r>
              <a:rPr dirty="0"/>
              <a:t>Achieve Progressive Playback (Watch while downloading).</a:t>
            </a:r>
          </a:p>
          <a:p>
            <a:pPr>
              <a:defRPr sz="2000"/>
            </a:pPr>
            <a:r>
              <a:rPr dirty="0"/>
              <a:t>Create a user-friendly GUI for easy operation.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Requirements (The Problem)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1. Protocol: Application must use UDP datagrams.</a:t>
            </a:r>
          </a:p>
          <a:p>
            <a:pPr>
              <a:defRPr sz="2000"/>
            </a:pPr>
            <a:r>
              <a:rPr dirty="0"/>
              <a:t>2. Server: Read file chunks randomly between 1000-2000 bytes.</a:t>
            </a:r>
          </a:p>
          <a:p>
            <a:pPr>
              <a:defRPr sz="2000"/>
            </a:pPr>
            <a:r>
              <a:rPr dirty="0"/>
              <a:t>3. Variable Packets: Handle last packet size &lt; 1000 bytes.</a:t>
            </a:r>
          </a:p>
          <a:p>
            <a:pPr>
              <a:defRPr sz="2000"/>
            </a:pPr>
            <a:r>
              <a:rPr dirty="0"/>
              <a:t>4. Client: Receive bytes and reconstruct the media file.</a:t>
            </a:r>
          </a:p>
          <a:p>
            <a:pPr>
              <a:defRPr sz="2000"/>
            </a:pPr>
            <a:r>
              <a:rPr dirty="0"/>
              <a:t>5. Playback: Launch media player automatically once buffer is filled.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UDP for Streaming?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TCP (Transmission Control Protocol):</a:t>
            </a:r>
          </a:p>
          <a:p>
            <a:pPr>
              <a:defRPr sz="2000"/>
            </a:pPr>
            <a:r>
              <a:t> - Reliable but slow (Handshakes, ACKs, Retransmission).</a:t>
            </a:r>
          </a:p>
          <a:p>
            <a:pPr>
              <a:defRPr sz="2000"/>
            </a:pPr>
            <a:r>
              <a:t> - High latency is bad for real-time video.</a:t>
            </a:r>
          </a:p>
          <a:p>
            <a:pPr>
              <a:defRPr sz="2000"/>
            </a:pPr>
            <a:r>
              <a:t>UDP (User Datagram Protocol):</a:t>
            </a:r>
          </a:p>
          <a:p>
            <a:pPr>
              <a:defRPr sz="2000"/>
            </a:pPr>
            <a:r>
              <a:t> - Connectionless (No handshake).</a:t>
            </a:r>
          </a:p>
          <a:p>
            <a:pPr>
              <a:defRPr sz="2000"/>
            </a:pPr>
            <a:r>
              <a:t> - 'Best Effort' delivery (Fast).</a:t>
            </a:r>
          </a:p>
          <a:p>
            <a:pPr>
              <a:defRPr sz="2000"/>
            </a:pPr>
            <a:r>
              <a:t> - Ideal for streaming where speed &gt; 100%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1. Request: Client sends 'START' command to Server.</a:t>
            </a:r>
          </a:p>
          <a:p>
            <a:pPr>
              <a:defRPr sz="2000"/>
            </a:pPr>
            <a:r>
              <a:rPr dirty="0"/>
              <a:t>2. Processing: Server reads file in random chunks.</a:t>
            </a:r>
          </a:p>
          <a:p>
            <a:pPr>
              <a:defRPr sz="2000"/>
            </a:pPr>
            <a:r>
              <a:rPr dirty="0"/>
              <a:t>3. Transport: Chunks sent as UDP Datagrams over network.</a:t>
            </a:r>
          </a:p>
          <a:p>
            <a:pPr>
              <a:defRPr sz="2000"/>
            </a:pPr>
            <a:r>
              <a:rPr dirty="0"/>
              <a:t>4. Assembly: Client writes received bytes to temp file.</a:t>
            </a:r>
          </a:p>
          <a:p>
            <a:pPr>
              <a:defRPr sz="2000"/>
            </a:pPr>
            <a:r>
              <a:rPr dirty="0"/>
              <a:t>5. Trigger: Media player launches when buffer hits 100KB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Implementation: Server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Meeting the Random Size Requirement: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chunk_size = random.randint(1000, 2000)</a:t>
            </a:r>
          </a:p>
          <a:p>
            <a:pPr>
              <a:defRPr sz="2000"/>
            </a:pPr>
            <a:r>
              <a:t>chunk = file.read(chunk_size)</a:t>
            </a:r>
          </a:p>
          <a:p>
            <a:pPr>
              <a:defRPr sz="2000"/>
            </a:pPr>
            <a:r>
              <a:t>server_socket.sendto(chunk, client_address)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- Uses Python 'random' library.</a:t>
            </a:r>
          </a:p>
          <a:p>
            <a:pPr>
              <a:defRPr sz="2000"/>
            </a:pPr>
            <a:r>
              <a:t>- Dynamically changes size for every packet.</a:t>
            </a:r>
          </a:p>
          <a:p>
            <a:pPr>
              <a:defRPr sz="2000"/>
            </a:pPr>
            <a:r>
              <a:t>- Handles End-of-File naturally.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Implementation: Client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Meeting the Playback Requirement:</a:t>
            </a:r>
          </a:p>
          <a:p>
            <a:pPr>
              <a:defRPr sz="2000"/>
            </a:pPr>
            <a:r>
              <a:rPr dirty="0"/>
              <a:t>- Multi-threaded approach (GUI + Receiver Thread).</a:t>
            </a:r>
          </a:p>
          <a:p>
            <a:pPr>
              <a:defRPr sz="2000"/>
            </a:pPr>
            <a:endParaRPr dirty="0"/>
          </a:p>
          <a:p>
            <a:pPr>
              <a:defRPr sz="2000"/>
            </a:pPr>
            <a:r>
              <a:rPr dirty="0"/>
              <a:t>if </a:t>
            </a:r>
            <a:r>
              <a:rPr dirty="0" err="1"/>
              <a:t>bytes_received</a:t>
            </a:r>
            <a:r>
              <a:rPr dirty="0"/>
              <a:t> &gt;= BUFFER_THRESHOLD:</a:t>
            </a:r>
          </a:p>
          <a:p>
            <a:pPr>
              <a:defRPr sz="2000"/>
            </a:pPr>
            <a:r>
              <a:rPr dirty="0"/>
              <a:t>    if not </a:t>
            </a:r>
            <a:r>
              <a:rPr dirty="0" err="1"/>
              <a:t>playback_started</a:t>
            </a:r>
            <a:r>
              <a:rPr dirty="0"/>
              <a:t>:</a:t>
            </a:r>
          </a:p>
          <a:p>
            <a:pPr>
              <a:defRPr sz="2000"/>
            </a:pPr>
            <a:r>
              <a:rPr dirty="0"/>
              <a:t>        </a:t>
            </a:r>
            <a:r>
              <a:rPr dirty="0" err="1"/>
              <a:t>launch_media_player</a:t>
            </a:r>
            <a:r>
              <a:rPr dirty="0"/>
              <a:t>()</a:t>
            </a:r>
          </a:p>
          <a:p>
            <a:pPr>
              <a:defRPr sz="2000"/>
            </a:pPr>
            <a:endParaRPr dirty="0"/>
          </a:p>
          <a:p>
            <a:pPr>
              <a:defRPr sz="2000"/>
            </a:pPr>
            <a:r>
              <a:rPr dirty="0"/>
              <a:t>- Ensures video plays before download completes.</a:t>
            </a:r>
          </a:p>
          <a:p>
            <a:pPr>
              <a:defRPr sz="2000"/>
            </a:pPr>
            <a:r>
              <a:rPr dirty="0"/>
              <a:t>- Keeps UI responsive during transfer.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Built with Python Tkinter.</a:t>
            </a:r>
          </a:p>
          <a:p>
            <a:pPr>
              <a:defRPr sz="2000"/>
            </a:pPr>
            <a:r>
              <a:t>Dual Functionality: Acts as both Client and Server.</a:t>
            </a:r>
          </a:p>
          <a:p>
            <a:pPr>
              <a:defRPr sz="2000"/>
            </a:pPr>
            <a:r>
              <a:t>Real-time Statistics:</a:t>
            </a:r>
          </a:p>
          <a:p>
            <a:pPr>
              <a:defRPr sz="2000"/>
            </a:pPr>
            <a:r>
              <a:t> - Download Speed (KB/s)</a:t>
            </a:r>
          </a:p>
          <a:p>
            <a:pPr>
              <a:defRPr sz="2000"/>
            </a:pPr>
            <a:r>
              <a:t> - Progress Bar &amp; Percentage</a:t>
            </a:r>
          </a:p>
          <a:p>
            <a:pPr>
              <a:defRPr sz="2000"/>
            </a:pPr>
            <a:r>
              <a:t> - ETA Calculator</a:t>
            </a:r>
          </a:p>
          <a:p>
            <a:pPr>
              <a:defRPr sz="2000"/>
            </a:pPr>
            <a:r>
              <a:t>Robust Error Handling &amp; Logging.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Switching to Application View...</a:t>
            </a:r>
          </a:p>
          <a:p>
            <a:r>
              <a:t>1. Server Setup &amp; File Selection</a:t>
            </a:r>
          </a:p>
          <a:p>
            <a:r>
              <a:t>2. Client Connection</a:t>
            </a:r>
          </a:p>
          <a:p>
            <a:r>
              <a:t>3. Streaming &amp; Playback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Summary:</a:t>
            </a:r>
          </a:p>
          <a:p>
            <a:pPr>
              <a:defRPr sz="2000"/>
            </a:pPr>
            <a:r>
              <a:rPr dirty="0"/>
              <a:t>- Successfully implemented connectionless streaming.</a:t>
            </a:r>
          </a:p>
          <a:p>
            <a:pPr>
              <a:defRPr sz="2000"/>
            </a:pPr>
            <a:r>
              <a:rPr dirty="0"/>
              <a:t>- Met all strict packet size requirements.</a:t>
            </a:r>
          </a:p>
          <a:p>
            <a:pPr>
              <a:defRPr sz="2000"/>
            </a:pPr>
            <a:endParaRPr dirty="0"/>
          </a:p>
          <a:p>
            <a:pPr>
              <a:defRPr sz="2000"/>
            </a:pPr>
            <a:r>
              <a:rPr dirty="0"/>
              <a:t>Future Improvements:</a:t>
            </a:r>
          </a:p>
          <a:p>
            <a:pPr>
              <a:defRPr sz="2000"/>
            </a:pPr>
            <a:r>
              <a:rPr dirty="0"/>
              <a:t>- Add Sequence Numbers for packet ordering.</a:t>
            </a:r>
          </a:p>
          <a:p>
            <a:pPr>
              <a:defRPr sz="2000"/>
            </a:pPr>
            <a:r>
              <a:rPr dirty="0"/>
              <a:t>- Implement reliability layer (ACKs) if needed.</a:t>
            </a:r>
          </a:p>
          <a:p>
            <a:pPr>
              <a:defRPr sz="2000"/>
            </a:pPr>
            <a:endParaRPr dirty="0"/>
          </a:p>
          <a:p>
            <a:pPr>
              <a:defRPr sz="2000"/>
            </a:pPr>
            <a:r>
              <a:rPr dirty="0"/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478</Words>
  <Application>Microsoft Office PowerPoint</Application>
  <PresentationFormat>On-screen Show (4:3)</PresentationFormat>
  <Paragraphs>81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UDP-Based Media Streaming Application</vt:lpstr>
      <vt:lpstr>Project Objective</vt:lpstr>
      <vt:lpstr>Lab Requirements (The Problem)</vt:lpstr>
      <vt:lpstr>Why UDP for Streaming?</vt:lpstr>
      <vt:lpstr>System Architecture</vt:lpstr>
      <vt:lpstr>Implementation: Server Side</vt:lpstr>
      <vt:lpstr>Implementation: Client Side</vt:lpstr>
      <vt:lpstr>Application Features</vt:lpstr>
      <vt:lpstr>Live Demonstration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UDP-Based Media Streaming Application</dc:title>
  <dc:subject/>
  <dc:creator/>
  <cp:keywords/>
  <dc:description>generated using python-pptx</dc:description>
  <cp:lastModifiedBy>Prosenjit mondol</cp:lastModifiedBy>
  <cp:revision>3</cp:revision>
  <dcterms:created xsi:type="dcterms:W3CDTF">2013-01-27T09:14:16Z</dcterms:created>
  <dcterms:modified xsi:type="dcterms:W3CDTF">2025-11-21T13:31:43Z</dcterms:modified>
  <cp:category/>
</cp:coreProperties>
</file>